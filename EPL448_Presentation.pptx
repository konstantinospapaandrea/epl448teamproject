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sldIdLst>
    <p:sldId id="257" r:id="rId5"/>
    <p:sldId id="266" r:id="rId6"/>
    <p:sldId id="281" r:id="rId7"/>
    <p:sldId id="282" r:id="rId8"/>
    <p:sldId id="267" r:id="rId9"/>
    <p:sldId id="280" r:id="rId10"/>
    <p:sldId id="279" r:id="rId11"/>
    <p:sldId id="268" r:id="rId12"/>
    <p:sldId id="272" r:id="rId13"/>
    <p:sldId id="273" r:id="rId14"/>
    <p:sldId id="275" r:id="rId15"/>
    <p:sldId id="277" r:id="rId16"/>
    <p:sldId id="265" r:id="rId17"/>
    <p:sldId id="278" r:id="rId18"/>
    <p:sldId id="260" r:id="rId19"/>
    <p:sldId id="283" r:id="rId20"/>
    <p:sldId id="261" r:id="rId21"/>
    <p:sldId id="263" r:id="rId22"/>
    <p:sldId id="262" r:id="rId23"/>
    <p:sldId id="276" r:id="rId24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930" y="-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Y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59D347-C936-4CE7-BE59-D4BBAAA3D1C6}" type="datetimeFigureOut">
              <a:rPr lang="en-CY" smtClean="0"/>
              <a:t>19/04/2026</a:t>
            </a:fld>
            <a:endParaRPr lang="en-CY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Y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CY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Y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106CC-C16A-44B4-8FD9-D02509F088AE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4249689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Y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106CC-C16A-44B4-8FD9-D02509F088AE}" type="slidenum">
              <a:rPr lang="en-CY" smtClean="0"/>
              <a:t>10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532666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Y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106CC-C16A-44B4-8FD9-D02509F088AE}" type="slidenum">
              <a:rPr lang="en-CY" smtClean="0"/>
              <a:t>14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3360315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930B3-B557-844F-CBA8-E9A86171D0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08C7F5-F1C9-697C-B2D7-6D50913B9D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9F0EC-5898-3C0C-4DAC-694A6F5B1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CC9B6-B32A-4552-95EC-D7BE1FA44ABC}" type="datetimeFigureOut">
              <a:rPr lang="el-GR" smtClean="0"/>
              <a:t>18/4/2026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7F068-70F4-2B9F-42A7-39D1167D7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0A08A-754E-DB11-DB7A-3B58C1B17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7F911-FB9F-4D50-81BF-EF71BA463CE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06727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46AA8-3B3E-431C-C0B3-D071C71FB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65F2-C032-BB5B-04C9-F80251933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9B988-30C6-42DA-B0C2-79798B6F7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CC9B6-B32A-4552-95EC-D7BE1FA44ABC}" type="datetimeFigureOut">
              <a:rPr lang="el-GR" smtClean="0"/>
              <a:t>18/4/2026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BA619-C25B-9578-97BE-27EB8AB9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C1FA5-883C-734F-46B8-38E69C9AC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7F911-FB9F-4D50-81BF-EF71BA463CE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290747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F6654-486B-AF81-9600-ED3F3B28C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59286D-A624-5E2A-3E43-4B1CC38F9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E6FDD-CD7B-F4D4-8BEE-177E0682C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CC9B6-B32A-4552-95EC-D7BE1FA44ABC}" type="datetimeFigureOut">
              <a:rPr lang="el-GR" smtClean="0"/>
              <a:t>18/4/2026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F3A90-442F-BD56-B3BB-C100D19D8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170CF-735E-0705-2630-C2BAF5FA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7F911-FB9F-4D50-81BF-EF71BA463CE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18339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32292-796C-2E11-4912-8331F14AA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0A81B-44AD-9A0A-513B-6015D125D6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AF1DC2-6D53-86EB-E700-6AE2800608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DC7C47-929C-889C-AAEB-B53693754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CC9B6-B32A-4552-95EC-D7BE1FA44ABC}" type="datetimeFigureOut">
              <a:rPr lang="el-GR" smtClean="0"/>
              <a:t>18/4/2026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295DB-98D7-A39E-D5DA-93ED767DC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8CA4C-0C6E-152B-CCB7-2E2007100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7F911-FB9F-4D50-81BF-EF71BA463CE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110748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ED380-0489-032D-6DC0-5BD18060C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86813C-B257-D201-0526-AF3D132C71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69948B-6F78-0398-C269-042DF7DBEE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E52B13-BE04-586C-20B1-A637580245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5F353F-D44D-C0A4-BB65-1D188DF42E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7CE44-CFC6-CC86-4E0E-3ECCB4214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CC9B6-B32A-4552-95EC-D7BE1FA44ABC}" type="datetimeFigureOut">
              <a:rPr lang="el-GR" smtClean="0"/>
              <a:t>18/4/2026</a:t>
            </a:fld>
            <a:endParaRPr lang="el-G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75BE22-92D5-0090-6E46-3A2D34D91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AF26F5-3F2E-9EB6-02F2-9F1CB0B2F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7F911-FB9F-4D50-81BF-EF71BA463CE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12957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22F3C-15E3-C1C6-A0C6-E77FBE833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CA9706-5762-198F-67B5-8D93B9F92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CC9B6-B32A-4552-95EC-D7BE1FA44ABC}" type="datetimeFigureOut">
              <a:rPr lang="el-GR" smtClean="0"/>
              <a:t>18/4/2026</a:t>
            </a:fld>
            <a:endParaRPr lang="el-G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5E20A1-C20C-6174-E332-C7B475703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974606-3930-9D0E-2846-FE90DC60A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7F911-FB9F-4D50-81BF-EF71BA463CE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10842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9C2F0C-9EDB-BBE3-292A-938D649E5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CC9B6-B32A-4552-95EC-D7BE1FA44ABC}" type="datetimeFigureOut">
              <a:rPr lang="el-GR" smtClean="0"/>
              <a:t>18/4/2026</a:t>
            </a:fld>
            <a:endParaRPr lang="el-G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7A8FD3-EC77-D9B0-214E-8916B5D0C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1DE4A-DC58-624B-5916-FB9C8C17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7F911-FB9F-4D50-81BF-EF71BA463CE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609303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77D70-CEB6-CAFF-C46A-9E76976CE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9AF46-FC28-852C-3E3D-4668ECB4F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38865A-D11D-3215-A0AB-EABF3A6F0A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68E28-C9DF-F280-877B-7F6545B2E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CC9B6-B32A-4552-95EC-D7BE1FA44ABC}" type="datetimeFigureOut">
              <a:rPr lang="el-GR" smtClean="0"/>
              <a:t>18/4/2026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19DAF8-6B36-BCF0-3B16-AAF8CDF43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40C4B9-F0BE-6102-5451-0F5384B57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7F911-FB9F-4D50-81BF-EF71BA463CE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32308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9A72B-955E-55DF-DA0A-C4C790823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9CE7D6-B866-CDEA-D7C1-42D4AA7D4A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99446-0415-9146-A769-905259ECBF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DAFDE0-E3B3-12EB-67F6-001BF3F6E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CC9B6-B32A-4552-95EC-D7BE1FA44ABC}" type="datetimeFigureOut">
              <a:rPr lang="el-GR" smtClean="0"/>
              <a:t>18/4/2026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36BAF9-729B-A229-F605-7D45A8717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E6FD06-3C08-DC32-7930-65CF0DF39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7F911-FB9F-4D50-81BF-EF71BA463CE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552902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5C284-DB18-E9B0-FBB8-A0CBC7349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73356F-4254-BBE2-1A6C-F0DB7CEFC0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22F33-2E33-8A98-0D00-78CE5FDFA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CC9B6-B32A-4552-95EC-D7BE1FA44ABC}" type="datetimeFigureOut">
              <a:rPr lang="el-GR" smtClean="0"/>
              <a:t>18/4/2026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CF6DB-B884-9B57-8C16-3CF17E7A3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B0C0D-1013-7543-B890-E5B118B45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7F911-FB9F-4D50-81BF-EF71BA463CE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40317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C6912E-8198-224E-2AC0-7C8BBAAD8E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129441-A75A-FDDC-B924-B9543C22A0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3BC71-01DE-207A-095B-A94D29E27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CC9B6-B32A-4552-95EC-D7BE1FA44ABC}" type="datetimeFigureOut">
              <a:rPr lang="el-GR" smtClean="0"/>
              <a:t>18/4/2026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2419A-8B3A-6D25-E09E-89E140F78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28D73-2A3C-16E6-CB6D-964DABBC3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7F911-FB9F-4D50-81BF-EF71BA463CE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614155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565CA3-A45A-D9B2-4041-E91EBFEA2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4897A-1811-2A6B-D713-1D398B3B5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ECCF7-73D5-2DD8-874E-7E609B90D6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ECC9B6-B32A-4552-95EC-D7BE1FA44ABC}" type="datetimeFigureOut">
              <a:rPr lang="el-GR" smtClean="0"/>
              <a:t>18/4/2026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1E4FFE-A313-9387-96CF-8C1A726FD8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BA3016-6087-2621-1C8A-2E01A88721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A7F911-FB9F-4D50-81BF-EF71BA463CE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89162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jpg"/><Relationship Id="rId7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jp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3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g"/><Relationship Id="rId5" Type="http://schemas.openxmlformats.org/officeDocument/2006/relationships/image" Target="../media/image24.png"/><Relationship Id="rId4" Type="http://schemas.openxmlformats.org/officeDocument/2006/relationships/image" Target="../media/image18.jpg"/><Relationship Id="rId9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aphic 6">
            <a:extLst>
              <a:ext uri="{FF2B5EF4-FFF2-40B4-BE49-F238E27FC236}">
                <a16:creationId xmlns:a16="http://schemas.microsoft.com/office/drawing/2014/main" id="{1B054CA5-8A30-B617-D8D0-12FFA124DDEE}"/>
              </a:ext>
            </a:extLst>
          </p:cNvPr>
          <p:cNvGrpSpPr/>
          <p:nvPr/>
        </p:nvGrpSpPr>
        <p:grpSpPr>
          <a:xfrm>
            <a:off x="15892971" y="3251047"/>
            <a:ext cx="3279714" cy="1909707"/>
            <a:chOff x="7472012" y="3595855"/>
            <a:chExt cx="3279714" cy="1909707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E9082345-8E2E-48AF-2E2C-02A623992E9D}"/>
                </a:ext>
              </a:extLst>
            </p:cNvPr>
            <p:cNvSpPr/>
            <p:nvPr/>
          </p:nvSpPr>
          <p:spPr>
            <a:xfrm>
              <a:off x="7472012" y="3595855"/>
              <a:ext cx="3279714" cy="1909707"/>
            </a:xfrm>
            <a:custGeom>
              <a:avLst/>
              <a:gdLst>
                <a:gd name="csX0" fmla="*/ 3235480 w 3279714"/>
                <a:gd name="csY0" fmla="*/ 1909686 h 1909707"/>
                <a:gd name="csX1" fmla="*/ 44229 w 3279714"/>
                <a:gd name="csY1" fmla="*/ 1909686 h 1909707"/>
                <a:gd name="csX2" fmla="*/ 0 w 3279714"/>
                <a:gd name="csY2" fmla="*/ 1865451 h 1909707"/>
                <a:gd name="csX3" fmla="*/ 0 w 3279714"/>
                <a:gd name="csY3" fmla="*/ 44207 h 1909707"/>
                <a:gd name="csX4" fmla="*/ 44229 w 3279714"/>
                <a:gd name="csY4" fmla="*/ -22 h 1909707"/>
                <a:gd name="csX5" fmla="*/ 3235509 w 3279714"/>
                <a:gd name="csY5" fmla="*/ -22 h 1909707"/>
                <a:gd name="csX6" fmla="*/ 3279715 w 3279714"/>
                <a:gd name="csY6" fmla="*/ 44207 h 1909707"/>
                <a:gd name="csX7" fmla="*/ 3279715 w 3279714"/>
                <a:gd name="csY7" fmla="*/ 1865451 h 1909707"/>
                <a:gd name="csX8" fmla="*/ 3235480 w 3279714"/>
                <a:gd name="csY8" fmla="*/ 1909680 h 19097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279714" h="1909707">
                  <a:moveTo>
                    <a:pt x="3235480" y="1909686"/>
                  </a:moveTo>
                  <a:lnTo>
                    <a:pt x="44229" y="1909686"/>
                  </a:lnTo>
                  <a:cubicBezTo>
                    <a:pt x="19812" y="1909657"/>
                    <a:pt x="26" y="1889868"/>
                    <a:pt x="0" y="1865451"/>
                  </a:cubicBezTo>
                  <a:lnTo>
                    <a:pt x="0" y="44207"/>
                  </a:lnTo>
                  <a:cubicBezTo>
                    <a:pt x="29" y="19792"/>
                    <a:pt x="19814" y="7"/>
                    <a:pt x="44229" y="-22"/>
                  </a:cubicBezTo>
                  <a:lnTo>
                    <a:pt x="3235509" y="-22"/>
                  </a:lnTo>
                  <a:cubicBezTo>
                    <a:pt x="3259915" y="20"/>
                    <a:pt x="3279686" y="19801"/>
                    <a:pt x="3279715" y="44207"/>
                  </a:cubicBezTo>
                  <a:lnTo>
                    <a:pt x="3279715" y="1865451"/>
                  </a:lnTo>
                  <a:cubicBezTo>
                    <a:pt x="3279686" y="1889868"/>
                    <a:pt x="3259897" y="1909654"/>
                    <a:pt x="3235480" y="1909680"/>
                  </a:cubicBezTo>
                  <a:close/>
                </a:path>
              </a:pathLst>
            </a:custGeom>
            <a:solidFill>
              <a:srgbClr val="090814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54E7E48-42B2-B6A6-E7C4-C61D5CF64549}"/>
                </a:ext>
              </a:extLst>
            </p:cNvPr>
            <p:cNvSpPr/>
            <p:nvPr/>
          </p:nvSpPr>
          <p:spPr>
            <a:xfrm>
              <a:off x="7555187" y="3669660"/>
              <a:ext cx="3122879" cy="1762097"/>
            </a:xfrm>
            <a:custGeom>
              <a:avLst/>
              <a:gdLst>
                <a:gd name="csX0" fmla="*/ 14 w 3122879"/>
                <a:gd name="csY0" fmla="*/ 13 h 1762097"/>
                <a:gd name="csX1" fmla="*/ 3122894 w 3122879"/>
                <a:gd name="csY1" fmla="*/ 13 h 1762097"/>
                <a:gd name="csX2" fmla="*/ 3122894 w 3122879"/>
                <a:gd name="csY2" fmla="*/ 1762110 h 1762097"/>
                <a:gd name="csX3" fmla="*/ 14 w 3122879"/>
                <a:gd name="csY3" fmla="*/ 1762110 h 17620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122879" h="1762097">
                  <a:moveTo>
                    <a:pt x="14" y="13"/>
                  </a:moveTo>
                  <a:lnTo>
                    <a:pt x="3122894" y="13"/>
                  </a:lnTo>
                  <a:lnTo>
                    <a:pt x="3122894" y="1762110"/>
                  </a:lnTo>
                  <a:lnTo>
                    <a:pt x="14" y="1762110"/>
                  </a:lnTo>
                  <a:close/>
                </a:path>
              </a:pathLst>
            </a:custGeom>
            <a:solidFill>
              <a:srgbClr val="FFFFFF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 dirty="0"/>
            </a:p>
          </p:txBody>
        </p:sp>
        <p:grpSp>
          <p:nvGrpSpPr>
            <p:cNvPr id="58" name="Graphic 6">
              <a:extLst>
                <a:ext uri="{FF2B5EF4-FFF2-40B4-BE49-F238E27FC236}">
                  <a16:creationId xmlns:a16="http://schemas.microsoft.com/office/drawing/2014/main" id="{5F22EE8B-5F1B-AC9B-F9AD-108BBF5E651E}"/>
                </a:ext>
              </a:extLst>
            </p:cNvPr>
            <p:cNvGrpSpPr/>
            <p:nvPr/>
          </p:nvGrpSpPr>
          <p:grpSpPr>
            <a:xfrm>
              <a:off x="7815685" y="4013081"/>
              <a:ext cx="2592362" cy="1075248"/>
              <a:chOff x="7815685" y="4013081"/>
              <a:chExt cx="2592362" cy="1075248"/>
            </a:xfrm>
            <a:solidFill>
              <a:srgbClr val="6C63FF"/>
            </a:solidFill>
          </p:grpSpPr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2F7A1F49-003B-E687-CA9C-BCDF4F44630D}"/>
                  </a:ext>
                </a:extLst>
              </p:cNvPr>
              <p:cNvSpPr/>
              <p:nvPr/>
            </p:nvSpPr>
            <p:spPr>
              <a:xfrm>
                <a:off x="10290165" y="4013081"/>
                <a:ext cx="117882" cy="117882"/>
              </a:xfrm>
              <a:custGeom>
                <a:avLst/>
                <a:gdLst>
                  <a:gd name="csX0" fmla="*/ 118364 w 117882"/>
                  <a:gd name="csY0" fmla="*/ 59012 h 117882"/>
                  <a:gd name="csX1" fmla="*/ 59422 w 117882"/>
                  <a:gd name="csY1" fmla="*/ 117954 h 117882"/>
                  <a:gd name="csX2" fmla="*/ 481 w 117882"/>
                  <a:gd name="csY2" fmla="*/ 59012 h 117882"/>
                  <a:gd name="csX3" fmla="*/ 59422 w 117882"/>
                  <a:gd name="csY3" fmla="*/ 71 h 117882"/>
                  <a:gd name="csX4" fmla="*/ 118364 w 117882"/>
                  <a:gd name="csY4" fmla="*/ 59012 h 1178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17882" h="117882">
                    <a:moveTo>
                      <a:pt x="118364" y="59012"/>
                    </a:moveTo>
                    <a:cubicBezTo>
                      <a:pt x="118364" y="91565"/>
                      <a:pt x="91975" y="117954"/>
                      <a:pt x="59422" y="117954"/>
                    </a:cubicBezTo>
                    <a:cubicBezTo>
                      <a:pt x="26870" y="117954"/>
                      <a:pt x="481" y="91565"/>
                      <a:pt x="481" y="59012"/>
                    </a:cubicBezTo>
                    <a:cubicBezTo>
                      <a:pt x="481" y="26460"/>
                      <a:pt x="26870" y="71"/>
                      <a:pt x="59422" y="71"/>
                    </a:cubicBezTo>
                    <a:cubicBezTo>
                      <a:pt x="91975" y="71"/>
                      <a:pt x="118364" y="26460"/>
                      <a:pt x="118364" y="59012"/>
                    </a:cubicBezTo>
                    <a:close/>
                  </a:path>
                </a:pathLst>
              </a:custGeom>
              <a:solidFill>
                <a:srgbClr val="6C63FF"/>
              </a:solidFill>
              <a:ln w="584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l-GR"/>
              </a:p>
            </p:txBody>
          </p:sp>
          <p:grpSp>
            <p:nvGrpSpPr>
              <p:cNvPr id="60" name="Graphic 6">
                <a:extLst>
                  <a:ext uri="{FF2B5EF4-FFF2-40B4-BE49-F238E27FC236}">
                    <a16:creationId xmlns:a16="http://schemas.microsoft.com/office/drawing/2014/main" id="{84A6B2A8-C8F0-A98B-C8DE-4495AA5B2D97}"/>
                  </a:ext>
                </a:extLst>
              </p:cNvPr>
              <p:cNvGrpSpPr/>
              <p:nvPr/>
            </p:nvGrpSpPr>
            <p:grpSpPr>
              <a:xfrm>
                <a:off x="7815685" y="4072022"/>
                <a:ext cx="2534030" cy="1016307"/>
                <a:chOff x="7815685" y="4072022"/>
                <a:chExt cx="2534030" cy="1016307"/>
              </a:xfrm>
              <a:solidFill>
                <a:srgbClr val="6C63FF"/>
              </a:solidFill>
            </p:grpSpPr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11AAB7D1-31AE-8812-5CF1-DBAF4559D8FE}"/>
                    </a:ext>
                  </a:extLst>
                </p:cNvPr>
                <p:cNvSpPr/>
                <p:nvPr/>
              </p:nvSpPr>
              <p:spPr>
                <a:xfrm>
                  <a:off x="7815685" y="4072022"/>
                  <a:ext cx="2534030" cy="1016307"/>
                </a:xfrm>
                <a:custGeom>
                  <a:avLst/>
                  <a:gdLst>
                    <a:gd name="csX0" fmla="*/ 2527109 w 2534030"/>
                    <a:gd name="csY0" fmla="*/ 39 h 1016307"/>
                    <a:gd name="csX1" fmla="*/ 2534055 w 2534030"/>
                    <a:gd name="csY1" fmla="*/ 6985 h 1016307"/>
                    <a:gd name="csX2" fmla="*/ 2181848 w 2534030"/>
                    <a:gd name="csY2" fmla="*/ 359185 h 1016307"/>
                    <a:gd name="csX3" fmla="*/ 2071334 w 2534030"/>
                    <a:gd name="csY3" fmla="*/ 248670 h 1016307"/>
                    <a:gd name="csX4" fmla="*/ 1877321 w 2534030"/>
                    <a:gd name="csY4" fmla="*/ 442689 h 1016307"/>
                    <a:gd name="csX5" fmla="*/ 1639108 w 2534030"/>
                    <a:gd name="csY5" fmla="*/ 204470 h 1016307"/>
                    <a:gd name="csX6" fmla="*/ 1233888 w 2534030"/>
                    <a:gd name="csY6" fmla="*/ 609691 h 1016307"/>
                    <a:gd name="csX7" fmla="*/ 1049697 w 2534030"/>
                    <a:gd name="csY7" fmla="*/ 425494 h 1016307"/>
                    <a:gd name="csX8" fmla="*/ 646936 w 2534030"/>
                    <a:gd name="csY8" fmla="*/ 828261 h 1016307"/>
                    <a:gd name="csX9" fmla="*/ 420993 w 2534030"/>
                    <a:gd name="csY9" fmla="*/ 602318 h 1016307"/>
                    <a:gd name="csX10" fmla="*/ 6970 w 2534030"/>
                    <a:gd name="csY10" fmla="*/ 1016346 h 1016307"/>
                    <a:gd name="csX11" fmla="*/ 24 w 2534030"/>
                    <a:gd name="csY11" fmla="*/ 1009400 h 1016307"/>
                    <a:gd name="csX12" fmla="*/ 420999 w 2534030"/>
                    <a:gd name="csY12" fmla="*/ 588431 h 1016307"/>
                    <a:gd name="csX13" fmla="*/ 646942 w 2534030"/>
                    <a:gd name="csY13" fmla="*/ 814374 h 1016307"/>
                    <a:gd name="csX14" fmla="*/ 1049703 w 2534030"/>
                    <a:gd name="csY14" fmla="*/ 411614 h 1016307"/>
                    <a:gd name="csX15" fmla="*/ 1233894 w 2534030"/>
                    <a:gd name="csY15" fmla="*/ 595805 h 1016307"/>
                    <a:gd name="csX16" fmla="*/ 1639114 w 2534030"/>
                    <a:gd name="csY16" fmla="*/ 190584 h 1016307"/>
                    <a:gd name="csX17" fmla="*/ 1877333 w 2534030"/>
                    <a:gd name="csY17" fmla="*/ 428803 h 1016307"/>
                    <a:gd name="csX18" fmla="*/ 2071345 w 2534030"/>
                    <a:gd name="csY18" fmla="*/ 234784 h 1016307"/>
                    <a:gd name="csX19" fmla="*/ 2181860 w 2534030"/>
                    <a:gd name="csY19" fmla="*/ 345305 h 101630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</a:cxnLst>
                  <a:rect l="l" t="t" r="r" b="b"/>
                  <a:pathLst>
                    <a:path w="2534030" h="1016307">
                      <a:moveTo>
                        <a:pt x="2527109" y="39"/>
                      </a:moveTo>
                      <a:lnTo>
                        <a:pt x="2534055" y="6985"/>
                      </a:lnTo>
                      <a:lnTo>
                        <a:pt x="2181848" y="359185"/>
                      </a:lnTo>
                      <a:lnTo>
                        <a:pt x="2071334" y="248670"/>
                      </a:lnTo>
                      <a:lnTo>
                        <a:pt x="1877321" y="442689"/>
                      </a:lnTo>
                      <a:lnTo>
                        <a:pt x="1639108" y="204470"/>
                      </a:lnTo>
                      <a:lnTo>
                        <a:pt x="1233888" y="609691"/>
                      </a:lnTo>
                      <a:lnTo>
                        <a:pt x="1049697" y="425494"/>
                      </a:lnTo>
                      <a:lnTo>
                        <a:pt x="646936" y="828261"/>
                      </a:lnTo>
                      <a:lnTo>
                        <a:pt x="420993" y="602318"/>
                      </a:lnTo>
                      <a:lnTo>
                        <a:pt x="6970" y="1016346"/>
                      </a:lnTo>
                      <a:lnTo>
                        <a:pt x="24" y="1009400"/>
                      </a:lnTo>
                      <a:lnTo>
                        <a:pt x="420999" y="588431"/>
                      </a:lnTo>
                      <a:lnTo>
                        <a:pt x="646942" y="814374"/>
                      </a:lnTo>
                      <a:lnTo>
                        <a:pt x="1049703" y="411614"/>
                      </a:lnTo>
                      <a:lnTo>
                        <a:pt x="1233894" y="595805"/>
                      </a:lnTo>
                      <a:lnTo>
                        <a:pt x="1639114" y="190584"/>
                      </a:lnTo>
                      <a:lnTo>
                        <a:pt x="1877333" y="428803"/>
                      </a:lnTo>
                      <a:lnTo>
                        <a:pt x="2071345" y="234784"/>
                      </a:lnTo>
                      <a:lnTo>
                        <a:pt x="2181860" y="345305"/>
                      </a:lnTo>
                      <a:close/>
                    </a:path>
                  </a:pathLst>
                </a:custGeom>
                <a:solidFill>
                  <a:srgbClr val="6C63FF"/>
                </a:solidFill>
                <a:ln w="584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l-GR"/>
                </a:p>
              </p:txBody>
            </p:sp>
            <p:sp>
              <p:nvSpPr>
                <p:cNvPr id="62" name="Freeform: Shape 61">
                  <a:extLst>
                    <a:ext uri="{FF2B5EF4-FFF2-40B4-BE49-F238E27FC236}">
                      <a16:creationId xmlns:a16="http://schemas.microsoft.com/office/drawing/2014/main" id="{2ECC3F68-BC9D-A86B-7E8F-9AEC6FB61DB8}"/>
                    </a:ext>
                  </a:extLst>
                </p:cNvPr>
                <p:cNvSpPr/>
                <p:nvPr/>
              </p:nvSpPr>
              <p:spPr>
                <a:xfrm>
                  <a:off x="9378621" y="4217934"/>
                  <a:ext cx="117882" cy="117882"/>
                </a:xfrm>
                <a:custGeom>
                  <a:avLst/>
                  <a:gdLst>
                    <a:gd name="csX0" fmla="*/ 118208 w 117882"/>
                    <a:gd name="csY0" fmla="*/ 59047 h 117882"/>
                    <a:gd name="csX1" fmla="*/ 59267 w 117882"/>
                    <a:gd name="csY1" fmla="*/ 117989 h 117882"/>
                    <a:gd name="csX2" fmla="*/ 326 w 117882"/>
                    <a:gd name="csY2" fmla="*/ 59047 h 117882"/>
                    <a:gd name="csX3" fmla="*/ 59267 w 117882"/>
                    <a:gd name="csY3" fmla="*/ 106 h 117882"/>
                    <a:gd name="csX4" fmla="*/ 118208 w 117882"/>
                    <a:gd name="csY4" fmla="*/ 59047 h 11788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17882" h="117882">
                      <a:moveTo>
                        <a:pt x="118208" y="59047"/>
                      </a:moveTo>
                      <a:cubicBezTo>
                        <a:pt x="118208" y="91600"/>
                        <a:pt x="91819" y="117989"/>
                        <a:pt x="59267" y="117989"/>
                      </a:cubicBezTo>
                      <a:cubicBezTo>
                        <a:pt x="26714" y="117989"/>
                        <a:pt x="326" y="91600"/>
                        <a:pt x="326" y="59047"/>
                      </a:cubicBezTo>
                      <a:cubicBezTo>
                        <a:pt x="326" y="26495"/>
                        <a:pt x="26714" y="106"/>
                        <a:pt x="59267" y="106"/>
                      </a:cubicBezTo>
                      <a:cubicBezTo>
                        <a:pt x="91819" y="106"/>
                        <a:pt x="118208" y="26495"/>
                        <a:pt x="118208" y="59047"/>
                      </a:cubicBezTo>
                      <a:close/>
                    </a:path>
                  </a:pathLst>
                </a:custGeom>
                <a:solidFill>
                  <a:srgbClr val="6C63FF"/>
                </a:solidFill>
                <a:ln w="584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l-GR"/>
                </a:p>
              </p:txBody>
            </p:sp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9C385B54-DB0E-A9D8-2809-859905404A1A}"/>
                    </a:ext>
                  </a:extLst>
                </p:cNvPr>
                <p:cNvSpPr/>
                <p:nvPr/>
              </p:nvSpPr>
              <p:spPr>
                <a:xfrm>
                  <a:off x="8180160" y="4605966"/>
                  <a:ext cx="117882" cy="117882"/>
                </a:xfrm>
                <a:custGeom>
                  <a:avLst/>
                  <a:gdLst>
                    <a:gd name="csX0" fmla="*/ 118003 w 117882"/>
                    <a:gd name="csY0" fmla="*/ 59114 h 117882"/>
                    <a:gd name="csX1" fmla="*/ 59062 w 117882"/>
                    <a:gd name="csY1" fmla="*/ 118055 h 117882"/>
                    <a:gd name="csX2" fmla="*/ 121 w 117882"/>
                    <a:gd name="csY2" fmla="*/ 59114 h 117882"/>
                    <a:gd name="csX3" fmla="*/ 59062 w 117882"/>
                    <a:gd name="csY3" fmla="*/ 172 h 117882"/>
                    <a:gd name="csX4" fmla="*/ 118003 w 117882"/>
                    <a:gd name="csY4" fmla="*/ 59114 h 11788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17882" h="117882">
                      <a:moveTo>
                        <a:pt x="118003" y="59114"/>
                      </a:moveTo>
                      <a:cubicBezTo>
                        <a:pt x="118003" y="91666"/>
                        <a:pt x="91614" y="118055"/>
                        <a:pt x="59062" y="118055"/>
                      </a:cubicBezTo>
                      <a:cubicBezTo>
                        <a:pt x="26510" y="118055"/>
                        <a:pt x="121" y="91666"/>
                        <a:pt x="121" y="59114"/>
                      </a:cubicBezTo>
                      <a:cubicBezTo>
                        <a:pt x="121" y="26561"/>
                        <a:pt x="26510" y="172"/>
                        <a:pt x="59062" y="172"/>
                      </a:cubicBezTo>
                      <a:cubicBezTo>
                        <a:pt x="91614" y="172"/>
                        <a:pt x="118003" y="26561"/>
                        <a:pt x="118003" y="59114"/>
                      </a:cubicBezTo>
                      <a:close/>
                    </a:path>
                  </a:pathLst>
                </a:custGeom>
                <a:solidFill>
                  <a:srgbClr val="6C63FF"/>
                </a:solidFill>
                <a:ln w="584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l-GR"/>
                </a:p>
              </p:txBody>
            </p:sp>
          </p:grpSp>
        </p:grpSp>
      </p:grpSp>
      <p:grpSp>
        <p:nvGrpSpPr>
          <p:cNvPr id="64" name="Graphic 6">
            <a:extLst>
              <a:ext uri="{FF2B5EF4-FFF2-40B4-BE49-F238E27FC236}">
                <a16:creationId xmlns:a16="http://schemas.microsoft.com/office/drawing/2014/main" id="{CEA4882C-C42D-093F-45D7-58B49AF034AA}"/>
              </a:ext>
            </a:extLst>
          </p:cNvPr>
          <p:cNvGrpSpPr/>
          <p:nvPr/>
        </p:nvGrpSpPr>
        <p:grpSpPr>
          <a:xfrm>
            <a:off x="12297871" y="3859027"/>
            <a:ext cx="937055" cy="2979107"/>
            <a:chOff x="11126557" y="3879512"/>
            <a:chExt cx="937055" cy="2979107"/>
          </a:xfrm>
        </p:grpSpPr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D616FCB1-4EBC-08FD-E4A8-CBB0116EF728}"/>
                </a:ext>
              </a:extLst>
            </p:cNvPr>
            <p:cNvSpPr/>
            <p:nvPr/>
          </p:nvSpPr>
          <p:spPr>
            <a:xfrm>
              <a:off x="11266794" y="6321819"/>
              <a:ext cx="152987" cy="191230"/>
            </a:xfrm>
            <a:custGeom>
              <a:avLst/>
              <a:gdLst>
                <a:gd name="csX0" fmla="*/ 70156 w 152987"/>
                <a:gd name="csY0" fmla="*/ -42 h 191230"/>
                <a:gd name="csX1" fmla="*/ 35 w 152987"/>
                <a:gd name="csY1" fmla="*/ 38202 h 191230"/>
                <a:gd name="csX2" fmla="*/ 44657 w 152987"/>
                <a:gd name="csY2" fmla="*/ 184817 h 191230"/>
                <a:gd name="csX3" fmla="*/ 114772 w 152987"/>
                <a:gd name="csY3" fmla="*/ 191189 h 191230"/>
                <a:gd name="csX4" fmla="*/ 153022 w 152987"/>
                <a:gd name="csY4" fmla="*/ 108323 h 191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52987" h="191230">
                  <a:moveTo>
                    <a:pt x="70156" y="-42"/>
                  </a:moveTo>
                  <a:lnTo>
                    <a:pt x="35" y="38202"/>
                  </a:lnTo>
                  <a:lnTo>
                    <a:pt x="44657" y="184817"/>
                  </a:lnTo>
                  <a:lnTo>
                    <a:pt x="114772" y="191189"/>
                  </a:lnTo>
                  <a:lnTo>
                    <a:pt x="153022" y="108323"/>
                  </a:lnTo>
                  <a:close/>
                </a:path>
              </a:pathLst>
            </a:custGeom>
            <a:solidFill>
              <a:srgbClr val="FFB9B9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E3C008F2-95AB-E7B3-7E99-B960FD375CA7}"/>
                </a:ext>
              </a:extLst>
            </p:cNvPr>
            <p:cNvSpPr/>
            <p:nvPr/>
          </p:nvSpPr>
          <p:spPr>
            <a:xfrm>
              <a:off x="11553652" y="6615049"/>
              <a:ext cx="108347" cy="70115"/>
            </a:xfrm>
            <a:custGeom>
              <a:avLst/>
              <a:gdLst>
                <a:gd name="csX0" fmla="*/ 39 w 108347"/>
                <a:gd name="csY0" fmla="*/ -38 h 70115"/>
                <a:gd name="csX1" fmla="*/ 39 w 108347"/>
                <a:gd name="csY1" fmla="*/ 70077 h 70115"/>
                <a:gd name="csX2" fmla="*/ 108386 w 108347"/>
                <a:gd name="csY2" fmla="*/ 63705 h 70115"/>
                <a:gd name="csX3" fmla="*/ 106875 w 108347"/>
                <a:gd name="csY3" fmla="*/ 5959 h 701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8347" h="70115">
                  <a:moveTo>
                    <a:pt x="39" y="-38"/>
                  </a:moveTo>
                  <a:lnTo>
                    <a:pt x="39" y="70077"/>
                  </a:lnTo>
                  <a:lnTo>
                    <a:pt x="108386" y="63705"/>
                  </a:lnTo>
                  <a:lnTo>
                    <a:pt x="106875" y="5959"/>
                  </a:lnTo>
                  <a:close/>
                </a:path>
              </a:pathLst>
            </a:custGeom>
            <a:solidFill>
              <a:srgbClr val="FFB9B9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8FB62D7-6E8C-1FA2-9F81-61D64A3313B4}"/>
                </a:ext>
              </a:extLst>
            </p:cNvPr>
            <p:cNvSpPr/>
            <p:nvPr/>
          </p:nvSpPr>
          <p:spPr>
            <a:xfrm>
              <a:off x="11311421" y="5480373"/>
              <a:ext cx="350601" cy="1179297"/>
            </a:xfrm>
            <a:custGeom>
              <a:avLst/>
              <a:gdLst>
                <a:gd name="csX0" fmla="*/ 36 w 350601"/>
                <a:gd name="csY0" fmla="*/ -53 h 1179297"/>
                <a:gd name="csX1" fmla="*/ 38279 w 350601"/>
                <a:gd name="csY1" fmla="*/ 478048 h 1179297"/>
                <a:gd name="csX2" fmla="*/ 159400 w 350601"/>
                <a:gd name="csY2" fmla="*/ 1179245 h 1179297"/>
                <a:gd name="csX3" fmla="*/ 350637 w 350601"/>
                <a:gd name="csY3" fmla="*/ 1153745 h 1179297"/>
                <a:gd name="csX4" fmla="*/ 286893 w 350601"/>
                <a:gd name="csY4" fmla="*/ 599157 h 1179297"/>
                <a:gd name="csX5" fmla="*/ 312393 w 350601"/>
                <a:gd name="csY5" fmla="*/ 89197 h 11792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50601" h="1179297">
                  <a:moveTo>
                    <a:pt x="36" y="-53"/>
                  </a:moveTo>
                  <a:lnTo>
                    <a:pt x="38279" y="478048"/>
                  </a:lnTo>
                  <a:lnTo>
                    <a:pt x="159400" y="1179245"/>
                  </a:lnTo>
                  <a:lnTo>
                    <a:pt x="350637" y="1153745"/>
                  </a:lnTo>
                  <a:lnTo>
                    <a:pt x="286893" y="599157"/>
                  </a:lnTo>
                  <a:lnTo>
                    <a:pt x="312393" y="89197"/>
                  </a:lnTo>
                  <a:close/>
                </a:path>
              </a:pathLst>
            </a:custGeom>
            <a:solidFill>
              <a:srgbClr val="090814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0DEE5185-908E-DA5B-DCCE-ADFB57CE0F73}"/>
                </a:ext>
              </a:extLst>
            </p:cNvPr>
            <p:cNvSpPr/>
            <p:nvPr/>
          </p:nvSpPr>
          <p:spPr>
            <a:xfrm>
              <a:off x="11311398" y="5123405"/>
              <a:ext cx="630325" cy="1389644"/>
            </a:xfrm>
            <a:custGeom>
              <a:avLst/>
              <a:gdLst>
                <a:gd name="csX0" fmla="*/ 509796 w 630325"/>
                <a:gd name="csY0" fmla="*/ -203 h 1389644"/>
                <a:gd name="csX1" fmla="*/ 50823 w 630325"/>
                <a:gd name="csY1" fmla="*/ 6169 h 1389644"/>
                <a:gd name="csX2" fmla="*/ -176 w 630325"/>
                <a:gd name="csY2" fmla="*/ 356771 h 1389644"/>
                <a:gd name="csX3" fmla="*/ 312175 w 630325"/>
                <a:gd name="csY3" fmla="*/ 503386 h 1389644"/>
                <a:gd name="csX4" fmla="*/ 388657 w 630325"/>
                <a:gd name="csY4" fmla="*/ 783860 h 1389644"/>
                <a:gd name="csX5" fmla="*/ -194 w 630325"/>
                <a:gd name="csY5" fmla="*/ 1198205 h 1389644"/>
                <a:gd name="csX6" fmla="*/ 152793 w 630325"/>
                <a:gd name="csY6" fmla="*/ 1389442 h 1389644"/>
                <a:gd name="csX7" fmla="*/ 528894 w 630325"/>
                <a:gd name="csY7" fmla="*/ 930469 h 1389644"/>
                <a:gd name="csX8" fmla="*/ 611795 w 630325"/>
                <a:gd name="csY8" fmla="*/ 261144 h 13896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30325" h="1389644">
                  <a:moveTo>
                    <a:pt x="509796" y="-203"/>
                  </a:moveTo>
                  <a:lnTo>
                    <a:pt x="50823" y="6169"/>
                  </a:lnTo>
                  <a:lnTo>
                    <a:pt x="-176" y="356771"/>
                  </a:lnTo>
                  <a:lnTo>
                    <a:pt x="312175" y="503386"/>
                  </a:lnTo>
                  <a:lnTo>
                    <a:pt x="388657" y="783860"/>
                  </a:lnTo>
                  <a:lnTo>
                    <a:pt x="-194" y="1198205"/>
                  </a:lnTo>
                  <a:lnTo>
                    <a:pt x="152793" y="1389442"/>
                  </a:lnTo>
                  <a:cubicBezTo>
                    <a:pt x="152793" y="1389442"/>
                    <a:pt x="369529" y="1096212"/>
                    <a:pt x="528894" y="930469"/>
                  </a:cubicBezTo>
                  <a:cubicBezTo>
                    <a:pt x="688259" y="764726"/>
                    <a:pt x="611795" y="261144"/>
                    <a:pt x="611795" y="261144"/>
                  </a:cubicBezTo>
                  <a:close/>
                </a:path>
              </a:pathLst>
            </a:custGeom>
            <a:solidFill>
              <a:srgbClr val="090814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C4DADC2-C787-C73E-EF6B-C74CBEAE0121}"/>
                </a:ext>
              </a:extLst>
            </p:cNvPr>
            <p:cNvSpPr/>
            <p:nvPr/>
          </p:nvSpPr>
          <p:spPr>
            <a:xfrm>
              <a:off x="11407043" y="3937724"/>
              <a:ext cx="280485" cy="280485"/>
            </a:xfrm>
            <a:custGeom>
              <a:avLst/>
              <a:gdLst>
                <a:gd name="csX0" fmla="*/ 281158 w 280485"/>
                <a:gd name="csY0" fmla="*/ 140301 h 280485"/>
                <a:gd name="csX1" fmla="*/ 140915 w 280485"/>
                <a:gd name="csY1" fmla="*/ 280544 h 280485"/>
                <a:gd name="csX2" fmla="*/ 672 w 280485"/>
                <a:gd name="csY2" fmla="*/ 140301 h 280485"/>
                <a:gd name="csX3" fmla="*/ 140915 w 280485"/>
                <a:gd name="csY3" fmla="*/ 58 h 280485"/>
                <a:gd name="csX4" fmla="*/ 281158 w 280485"/>
                <a:gd name="csY4" fmla="*/ 140301 h 2804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0485" h="280485">
                  <a:moveTo>
                    <a:pt x="281158" y="140301"/>
                  </a:moveTo>
                  <a:cubicBezTo>
                    <a:pt x="281158" y="217755"/>
                    <a:pt x="218369" y="280544"/>
                    <a:pt x="140915" y="280544"/>
                  </a:cubicBezTo>
                  <a:cubicBezTo>
                    <a:pt x="63461" y="280544"/>
                    <a:pt x="672" y="217755"/>
                    <a:pt x="672" y="140301"/>
                  </a:cubicBezTo>
                  <a:cubicBezTo>
                    <a:pt x="672" y="62847"/>
                    <a:pt x="63461" y="58"/>
                    <a:pt x="140915" y="58"/>
                  </a:cubicBezTo>
                  <a:cubicBezTo>
                    <a:pt x="218369" y="58"/>
                    <a:pt x="281158" y="62847"/>
                    <a:pt x="281158" y="140301"/>
                  </a:cubicBezTo>
                  <a:close/>
                </a:path>
              </a:pathLst>
            </a:custGeom>
            <a:solidFill>
              <a:srgbClr val="FFB9B9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0E28FD28-0992-5FB6-0D97-B1E91B227BF2}"/>
                </a:ext>
              </a:extLst>
            </p:cNvPr>
            <p:cNvSpPr/>
            <p:nvPr/>
          </p:nvSpPr>
          <p:spPr>
            <a:xfrm>
              <a:off x="11496280" y="4109815"/>
              <a:ext cx="214874" cy="357002"/>
            </a:xfrm>
            <a:custGeom>
              <a:avLst/>
              <a:gdLst>
                <a:gd name="csX0" fmla="*/ -192 w 214874"/>
                <a:gd name="csY0" fmla="*/ 63558 h 357002"/>
                <a:gd name="csX1" fmla="*/ -192 w 214874"/>
                <a:gd name="csY1" fmla="*/ 203801 h 357002"/>
                <a:gd name="csX2" fmla="*/ 95406 w 214874"/>
                <a:gd name="csY2" fmla="*/ 356787 h 357002"/>
                <a:gd name="csX3" fmla="*/ 210150 w 214874"/>
                <a:gd name="csY3" fmla="*/ 222922 h 357002"/>
                <a:gd name="csX4" fmla="*/ 171900 w 214874"/>
                <a:gd name="csY4" fmla="*/ -215 h 3570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4874" h="357002">
                  <a:moveTo>
                    <a:pt x="-192" y="63558"/>
                  </a:moveTo>
                  <a:lnTo>
                    <a:pt x="-192" y="203801"/>
                  </a:lnTo>
                  <a:lnTo>
                    <a:pt x="95406" y="356787"/>
                  </a:lnTo>
                  <a:cubicBezTo>
                    <a:pt x="95406" y="356787"/>
                    <a:pt x="242021" y="248440"/>
                    <a:pt x="210150" y="222922"/>
                  </a:cubicBezTo>
                  <a:cubicBezTo>
                    <a:pt x="178278" y="197405"/>
                    <a:pt x="171900" y="-215"/>
                    <a:pt x="171900" y="-215"/>
                  </a:cubicBezTo>
                  <a:close/>
                </a:path>
              </a:pathLst>
            </a:custGeom>
            <a:solidFill>
              <a:srgbClr val="FFB9B9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A98531D-268C-C315-1D5B-EA5A3DCC7E29}"/>
                </a:ext>
              </a:extLst>
            </p:cNvPr>
            <p:cNvSpPr/>
            <p:nvPr/>
          </p:nvSpPr>
          <p:spPr>
            <a:xfrm>
              <a:off x="11400659" y="4260705"/>
              <a:ext cx="388851" cy="939175"/>
            </a:xfrm>
            <a:custGeom>
              <a:avLst/>
              <a:gdLst>
                <a:gd name="csX0" fmla="*/ 95658 w 388851"/>
                <a:gd name="csY0" fmla="*/ 27552 h 939175"/>
                <a:gd name="csX1" fmla="*/ 37 w 388851"/>
                <a:gd name="csY1" fmla="*/ 142290 h 939175"/>
                <a:gd name="csX2" fmla="*/ 38286 w 388851"/>
                <a:gd name="csY2" fmla="*/ 939108 h 939175"/>
                <a:gd name="csX3" fmla="*/ 337888 w 388851"/>
                <a:gd name="csY3" fmla="*/ 932736 h 939175"/>
                <a:gd name="csX4" fmla="*/ 388888 w 388851"/>
                <a:gd name="csY4" fmla="*/ 237911 h 939175"/>
                <a:gd name="csX5" fmla="*/ 325144 w 388851"/>
                <a:gd name="csY5" fmla="*/ 59424 h 939175"/>
                <a:gd name="csX6" fmla="*/ 281401 w 388851"/>
                <a:gd name="csY6" fmla="*/ -68 h 939175"/>
                <a:gd name="csX7" fmla="*/ 204023 w 388851"/>
                <a:gd name="csY7" fmla="*/ 116790 h 93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88851" h="939175">
                  <a:moveTo>
                    <a:pt x="95658" y="27552"/>
                  </a:moveTo>
                  <a:lnTo>
                    <a:pt x="37" y="142290"/>
                  </a:lnTo>
                  <a:lnTo>
                    <a:pt x="38286" y="939108"/>
                  </a:lnTo>
                  <a:lnTo>
                    <a:pt x="337888" y="932736"/>
                  </a:lnTo>
                  <a:lnTo>
                    <a:pt x="388888" y="237911"/>
                  </a:lnTo>
                  <a:lnTo>
                    <a:pt x="325144" y="59424"/>
                  </a:lnTo>
                  <a:lnTo>
                    <a:pt x="281401" y="-68"/>
                  </a:lnTo>
                  <a:lnTo>
                    <a:pt x="204023" y="116790"/>
                  </a:lnTo>
                  <a:close/>
                </a:path>
              </a:pathLst>
            </a:custGeom>
            <a:solidFill>
              <a:srgbClr val="E6E6E6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28057A5-BDEE-2F71-4E0D-BE772CAC95BB}"/>
                </a:ext>
              </a:extLst>
            </p:cNvPr>
            <p:cNvSpPr/>
            <p:nvPr/>
          </p:nvSpPr>
          <p:spPr>
            <a:xfrm>
              <a:off x="11126557" y="4415813"/>
              <a:ext cx="216730" cy="975299"/>
            </a:xfrm>
            <a:custGeom>
              <a:avLst/>
              <a:gdLst>
                <a:gd name="csX0" fmla="*/ 216534 w 216730"/>
                <a:gd name="csY0" fmla="*/ 286652 h 975299"/>
                <a:gd name="csX1" fmla="*/ 146413 w 216730"/>
                <a:gd name="csY1" fmla="*/ 554382 h 975299"/>
                <a:gd name="csX2" fmla="*/ 216534 w 216730"/>
                <a:gd name="csY2" fmla="*/ 822113 h 975299"/>
                <a:gd name="csX3" fmla="*/ 101797 w 216730"/>
                <a:gd name="csY3" fmla="*/ 975088 h 975299"/>
                <a:gd name="csX4" fmla="*/ -196 w 216730"/>
                <a:gd name="csY4" fmla="*/ 490621 h 975299"/>
                <a:gd name="csX5" fmla="*/ 82675 w 216730"/>
                <a:gd name="csY5" fmla="*/ 50788 h 975299"/>
                <a:gd name="csX6" fmla="*/ 101797 w 216730"/>
                <a:gd name="csY6" fmla="*/ -212 h 975299"/>
                <a:gd name="csX7" fmla="*/ 152797 w 216730"/>
                <a:gd name="csY7" fmla="*/ 6160 h 975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16730" h="975299">
                  <a:moveTo>
                    <a:pt x="216534" y="286652"/>
                  </a:moveTo>
                  <a:lnTo>
                    <a:pt x="146413" y="554382"/>
                  </a:lnTo>
                  <a:lnTo>
                    <a:pt x="216534" y="822113"/>
                  </a:lnTo>
                  <a:lnTo>
                    <a:pt x="101797" y="975088"/>
                  </a:lnTo>
                  <a:lnTo>
                    <a:pt x="-196" y="490621"/>
                  </a:lnTo>
                  <a:cubicBezTo>
                    <a:pt x="-196" y="490621"/>
                    <a:pt x="76297" y="95398"/>
                    <a:pt x="82675" y="50788"/>
                  </a:cubicBezTo>
                  <a:cubicBezTo>
                    <a:pt x="89053" y="6178"/>
                    <a:pt x="101797" y="-212"/>
                    <a:pt x="101797" y="-212"/>
                  </a:cubicBezTo>
                  <a:lnTo>
                    <a:pt x="152797" y="6160"/>
                  </a:lnTo>
                  <a:close/>
                </a:path>
              </a:pathLst>
            </a:custGeom>
            <a:solidFill>
              <a:srgbClr val="090814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4B351D4-0CF3-F96F-02C7-447BFFEE1840}"/>
                </a:ext>
              </a:extLst>
            </p:cNvPr>
            <p:cNvSpPr/>
            <p:nvPr/>
          </p:nvSpPr>
          <p:spPr>
            <a:xfrm>
              <a:off x="11853254" y="4415789"/>
              <a:ext cx="210358" cy="917974"/>
            </a:xfrm>
            <a:custGeom>
              <a:avLst/>
              <a:gdLst>
                <a:gd name="csX0" fmla="*/ 42 w 210358"/>
                <a:gd name="csY0" fmla="*/ 388815 h 917974"/>
                <a:gd name="csX1" fmla="*/ 44664 w 210358"/>
                <a:gd name="csY1" fmla="*/ 471692 h 917974"/>
                <a:gd name="csX2" fmla="*/ 57414 w 210358"/>
                <a:gd name="csY2" fmla="*/ 611929 h 917974"/>
                <a:gd name="csX3" fmla="*/ 31914 w 210358"/>
                <a:gd name="csY3" fmla="*/ 771294 h 917974"/>
                <a:gd name="csX4" fmla="*/ 121158 w 210358"/>
                <a:gd name="csY4" fmla="*/ 917909 h 917974"/>
                <a:gd name="csX5" fmla="*/ 210401 w 210358"/>
                <a:gd name="csY5" fmla="*/ 516308 h 917974"/>
                <a:gd name="csX6" fmla="*/ 114791 w 210358"/>
                <a:gd name="csY6" fmla="*/ -66 h 917974"/>
                <a:gd name="csX7" fmla="*/ 76542 w 210358"/>
                <a:gd name="csY7" fmla="*/ -66 h 9179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10358" h="917974">
                  <a:moveTo>
                    <a:pt x="42" y="388815"/>
                  </a:moveTo>
                  <a:lnTo>
                    <a:pt x="44664" y="471692"/>
                  </a:lnTo>
                  <a:lnTo>
                    <a:pt x="57414" y="611929"/>
                  </a:lnTo>
                  <a:lnTo>
                    <a:pt x="31914" y="771294"/>
                  </a:lnTo>
                  <a:lnTo>
                    <a:pt x="121158" y="917909"/>
                  </a:lnTo>
                  <a:lnTo>
                    <a:pt x="210401" y="516308"/>
                  </a:lnTo>
                  <a:lnTo>
                    <a:pt x="114791" y="-66"/>
                  </a:lnTo>
                  <a:lnTo>
                    <a:pt x="76542" y="-66"/>
                  </a:lnTo>
                  <a:close/>
                </a:path>
              </a:pathLst>
            </a:custGeom>
            <a:solidFill>
              <a:srgbClr val="090814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5A4B530-55BD-1366-F5A2-96CFCF13092C}"/>
                </a:ext>
              </a:extLst>
            </p:cNvPr>
            <p:cNvSpPr/>
            <p:nvPr/>
          </p:nvSpPr>
          <p:spPr>
            <a:xfrm>
              <a:off x="11179826" y="6315447"/>
              <a:ext cx="220820" cy="510464"/>
            </a:xfrm>
            <a:custGeom>
              <a:avLst/>
              <a:gdLst>
                <a:gd name="csX0" fmla="*/ 131399 w 220820"/>
                <a:gd name="csY0" fmla="*/ -188 h 510464"/>
                <a:gd name="csX1" fmla="*/ 10284 w 220820"/>
                <a:gd name="csY1" fmla="*/ 31684 h 510464"/>
                <a:gd name="csX2" fmla="*/ 29406 w 220820"/>
                <a:gd name="csY2" fmla="*/ 159177 h 510464"/>
                <a:gd name="csX3" fmla="*/ 67656 w 220820"/>
                <a:gd name="csY3" fmla="*/ 356791 h 510464"/>
                <a:gd name="csX4" fmla="*/ 176003 w 220820"/>
                <a:gd name="csY4" fmla="*/ 509778 h 510464"/>
                <a:gd name="csX5" fmla="*/ 195125 w 220820"/>
                <a:gd name="csY5" fmla="*/ 286641 h 510464"/>
                <a:gd name="csX6" fmla="*/ 220625 w 220820"/>
                <a:gd name="csY6" fmla="*/ 184647 h 510464"/>
                <a:gd name="csX7" fmla="*/ 182376 w 220820"/>
                <a:gd name="csY7" fmla="*/ 171897 h 510464"/>
                <a:gd name="csX8" fmla="*/ 131399 w 220820"/>
                <a:gd name="csY8" fmla="*/ -188 h 5104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20820" h="510464">
                  <a:moveTo>
                    <a:pt x="131399" y="-188"/>
                  </a:moveTo>
                  <a:cubicBezTo>
                    <a:pt x="131399" y="-188"/>
                    <a:pt x="42156" y="25312"/>
                    <a:pt x="10284" y="31684"/>
                  </a:cubicBezTo>
                  <a:cubicBezTo>
                    <a:pt x="-21588" y="38056"/>
                    <a:pt x="29406" y="159177"/>
                    <a:pt x="29406" y="159177"/>
                  </a:cubicBezTo>
                  <a:cubicBezTo>
                    <a:pt x="29406" y="159177"/>
                    <a:pt x="61278" y="324920"/>
                    <a:pt x="67656" y="356791"/>
                  </a:cubicBezTo>
                  <a:cubicBezTo>
                    <a:pt x="74034" y="388663"/>
                    <a:pt x="118655" y="497034"/>
                    <a:pt x="176003" y="509778"/>
                  </a:cubicBezTo>
                  <a:cubicBezTo>
                    <a:pt x="233352" y="522522"/>
                    <a:pt x="195125" y="286641"/>
                    <a:pt x="195125" y="286641"/>
                  </a:cubicBezTo>
                  <a:cubicBezTo>
                    <a:pt x="195125" y="286641"/>
                    <a:pt x="220625" y="210147"/>
                    <a:pt x="220625" y="184647"/>
                  </a:cubicBezTo>
                  <a:cubicBezTo>
                    <a:pt x="220625" y="159148"/>
                    <a:pt x="182376" y="171897"/>
                    <a:pt x="182376" y="171897"/>
                  </a:cubicBezTo>
                  <a:cubicBezTo>
                    <a:pt x="80400" y="159177"/>
                    <a:pt x="131399" y="-188"/>
                    <a:pt x="131399" y="-188"/>
                  </a:cubicBezTo>
                  <a:close/>
                </a:path>
              </a:pathLst>
            </a:custGeom>
            <a:solidFill>
              <a:srgbClr val="090814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39DAE1B5-AEE1-3E7C-F698-BFDC4CE995B6}"/>
                </a:ext>
              </a:extLst>
            </p:cNvPr>
            <p:cNvSpPr/>
            <p:nvPr/>
          </p:nvSpPr>
          <p:spPr>
            <a:xfrm>
              <a:off x="11520937" y="6652645"/>
              <a:ext cx="175791" cy="205973"/>
            </a:xfrm>
            <a:custGeom>
              <a:avLst/>
              <a:gdLst>
                <a:gd name="csX0" fmla="*/ 651 w 175791"/>
                <a:gd name="csY0" fmla="*/ 153457 h 205973"/>
                <a:gd name="csX1" fmla="*/ 96272 w 175791"/>
                <a:gd name="csY1" fmla="*/ 204456 h 205973"/>
                <a:gd name="csX2" fmla="*/ 172766 w 175791"/>
                <a:gd name="csY2" fmla="*/ 134335 h 205973"/>
                <a:gd name="csX3" fmla="*/ 147266 w 175791"/>
                <a:gd name="csY3" fmla="*/ 19592 h 205973"/>
                <a:gd name="csX4" fmla="*/ 26151 w 175791"/>
                <a:gd name="csY4" fmla="*/ 32341 h 205973"/>
                <a:gd name="csX5" fmla="*/ 651 w 175791"/>
                <a:gd name="csY5" fmla="*/ 153457 h 2059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75791" h="205973">
                  <a:moveTo>
                    <a:pt x="651" y="153457"/>
                  </a:moveTo>
                  <a:cubicBezTo>
                    <a:pt x="7023" y="191706"/>
                    <a:pt x="-5727" y="191706"/>
                    <a:pt x="96272" y="204456"/>
                  </a:cubicBezTo>
                  <a:cubicBezTo>
                    <a:pt x="198272" y="217206"/>
                    <a:pt x="172766" y="134335"/>
                    <a:pt x="172766" y="134335"/>
                  </a:cubicBezTo>
                  <a:cubicBezTo>
                    <a:pt x="168500" y="95267"/>
                    <a:pt x="159949" y="56788"/>
                    <a:pt x="147266" y="19592"/>
                  </a:cubicBezTo>
                  <a:cubicBezTo>
                    <a:pt x="128144" y="-31408"/>
                    <a:pt x="26151" y="32341"/>
                    <a:pt x="26151" y="32341"/>
                  </a:cubicBezTo>
                  <a:cubicBezTo>
                    <a:pt x="26151" y="32341"/>
                    <a:pt x="-5721" y="115213"/>
                    <a:pt x="651" y="153457"/>
                  </a:cubicBezTo>
                  <a:close/>
                </a:path>
              </a:pathLst>
            </a:custGeom>
            <a:solidFill>
              <a:srgbClr val="090814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4001AC1-F9A7-8D88-A919-9FEFB828D536}"/>
                </a:ext>
              </a:extLst>
            </p:cNvPr>
            <p:cNvSpPr/>
            <p:nvPr/>
          </p:nvSpPr>
          <p:spPr>
            <a:xfrm>
              <a:off x="11399212" y="3879512"/>
              <a:ext cx="320451" cy="291470"/>
            </a:xfrm>
            <a:custGeom>
              <a:avLst/>
              <a:gdLst>
                <a:gd name="csX0" fmla="*/ 269160 w 320451"/>
                <a:gd name="csY0" fmla="*/ 234560 h 291470"/>
                <a:gd name="csX1" fmla="*/ 272480 w 320451"/>
                <a:gd name="csY1" fmla="*/ 291252 h 291470"/>
                <a:gd name="csX2" fmla="*/ 319989 w 320451"/>
                <a:gd name="csY2" fmla="*/ 102616 h 291470"/>
                <a:gd name="csX3" fmla="*/ 154247 w 320451"/>
                <a:gd name="csY3" fmla="*/ 447 h 291470"/>
                <a:gd name="csX4" fmla="*/ -193 w 320451"/>
                <a:gd name="csY4" fmla="*/ 85421 h 291470"/>
                <a:gd name="csX5" fmla="*/ 141503 w 320451"/>
                <a:gd name="csY5" fmla="*/ 96244 h 291470"/>
                <a:gd name="csX6" fmla="*/ 205246 w 320451"/>
                <a:gd name="csY6" fmla="*/ 191865 h 291470"/>
                <a:gd name="csX7" fmla="*/ 230746 w 320451"/>
                <a:gd name="csY7" fmla="*/ 198237 h 2914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20451" h="291470">
                  <a:moveTo>
                    <a:pt x="269160" y="234560"/>
                  </a:moveTo>
                  <a:lnTo>
                    <a:pt x="272480" y="291252"/>
                  </a:lnTo>
                  <a:cubicBezTo>
                    <a:pt x="272480" y="291252"/>
                    <a:pt x="313611" y="198237"/>
                    <a:pt x="319989" y="102616"/>
                  </a:cubicBezTo>
                  <a:cubicBezTo>
                    <a:pt x="326367" y="6994"/>
                    <a:pt x="217996" y="6824"/>
                    <a:pt x="154247" y="447"/>
                  </a:cubicBezTo>
                  <a:cubicBezTo>
                    <a:pt x="90497" y="-5931"/>
                    <a:pt x="-193" y="34415"/>
                    <a:pt x="-193" y="85421"/>
                  </a:cubicBezTo>
                  <a:cubicBezTo>
                    <a:pt x="-193" y="136426"/>
                    <a:pt x="96881" y="108988"/>
                    <a:pt x="141503" y="96244"/>
                  </a:cubicBezTo>
                  <a:cubicBezTo>
                    <a:pt x="186124" y="83500"/>
                    <a:pt x="205246" y="191865"/>
                    <a:pt x="205246" y="191865"/>
                  </a:cubicBezTo>
                  <a:lnTo>
                    <a:pt x="230746" y="198237"/>
                  </a:lnTo>
                  <a:close/>
                </a:path>
              </a:pathLst>
            </a:custGeom>
            <a:solidFill>
              <a:srgbClr val="090814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5FFF3A31-C440-B944-1AC9-3B6C7451E312}"/>
                </a:ext>
              </a:extLst>
            </p:cNvPr>
            <p:cNvSpPr/>
            <p:nvPr/>
          </p:nvSpPr>
          <p:spPr>
            <a:xfrm>
              <a:off x="11458657" y="4288325"/>
              <a:ext cx="145970" cy="165736"/>
            </a:xfrm>
            <a:custGeom>
              <a:avLst/>
              <a:gdLst>
                <a:gd name="csX0" fmla="*/ 37 w 145970"/>
                <a:gd name="csY0" fmla="*/ 45076 h 165736"/>
                <a:gd name="csX1" fmla="*/ 37661 w 145970"/>
                <a:gd name="csY1" fmla="*/ -67 h 165736"/>
                <a:gd name="csX2" fmla="*/ 146008 w 145970"/>
                <a:gd name="csY2" fmla="*/ 89176 h 165736"/>
                <a:gd name="csX3" fmla="*/ 37661 w 145970"/>
                <a:gd name="csY3" fmla="*/ 165670 h 1657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5970" h="165736">
                  <a:moveTo>
                    <a:pt x="37" y="45076"/>
                  </a:moveTo>
                  <a:lnTo>
                    <a:pt x="37661" y="-67"/>
                  </a:lnTo>
                  <a:lnTo>
                    <a:pt x="146008" y="89176"/>
                  </a:lnTo>
                  <a:lnTo>
                    <a:pt x="37661" y="165670"/>
                  </a:lnTo>
                  <a:close/>
                </a:path>
              </a:pathLst>
            </a:custGeom>
            <a:solidFill>
              <a:srgbClr val="E6E6E6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A555214-7E35-4AA0-E9F7-9D7B370D1A78}"/>
                </a:ext>
              </a:extLst>
            </p:cNvPr>
            <p:cNvSpPr/>
            <p:nvPr/>
          </p:nvSpPr>
          <p:spPr>
            <a:xfrm>
              <a:off x="11604657" y="4262808"/>
              <a:ext cx="121115" cy="184858"/>
            </a:xfrm>
            <a:custGeom>
              <a:avLst/>
              <a:gdLst>
                <a:gd name="csX0" fmla="*/ 121154 w 121115"/>
                <a:gd name="csY0" fmla="*/ 57327 h 184858"/>
                <a:gd name="csX1" fmla="*/ 76533 w 121115"/>
                <a:gd name="csY1" fmla="*/ -68 h 184858"/>
                <a:gd name="csX2" fmla="*/ 39 w 121115"/>
                <a:gd name="csY2" fmla="*/ 114670 h 184858"/>
                <a:gd name="csX3" fmla="*/ 95661 w 121115"/>
                <a:gd name="csY3" fmla="*/ 184791 h 1848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1115" h="184858">
                  <a:moveTo>
                    <a:pt x="121154" y="57327"/>
                  </a:moveTo>
                  <a:lnTo>
                    <a:pt x="76533" y="-68"/>
                  </a:lnTo>
                  <a:lnTo>
                    <a:pt x="39" y="114670"/>
                  </a:lnTo>
                  <a:lnTo>
                    <a:pt x="95661" y="184791"/>
                  </a:lnTo>
                  <a:close/>
                </a:path>
              </a:pathLst>
            </a:custGeom>
            <a:solidFill>
              <a:srgbClr val="E6E6E6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8CAC8129-DBF9-26D8-97A8-4A988DE82502}"/>
                </a:ext>
              </a:extLst>
            </p:cNvPr>
            <p:cNvSpPr/>
            <p:nvPr/>
          </p:nvSpPr>
          <p:spPr>
            <a:xfrm>
              <a:off x="11234957" y="4278767"/>
              <a:ext cx="761282" cy="1182557"/>
            </a:xfrm>
            <a:custGeom>
              <a:avLst/>
              <a:gdLst>
                <a:gd name="csX0" fmla="*/ 89013 w 761282"/>
                <a:gd name="csY0" fmla="*/ 512933 h 1182557"/>
                <a:gd name="csX1" fmla="*/ 114513 w 761282"/>
                <a:gd name="csY1" fmla="*/ 755170 h 1182557"/>
                <a:gd name="csX2" fmla="*/ 63520 w 761282"/>
                <a:gd name="csY2" fmla="*/ 901784 h 1182557"/>
                <a:gd name="csX3" fmla="*/ 31648 w 761282"/>
                <a:gd name="csY3" fmla="*/ 1042028 h 1182557"/>
                <a:gd name="csX4" fmla="*/ 159141 w 761282"/>
                <a:gd name="csY4" fmla="*/ 1182270 h 1182557"/>
                <a:gd name="csX5" fmla="*/ 394999 w 761282"/>
                <a:gd name="csY5" fmla="*/ 780669 h 1182557"/>
                <a:gd name="csX6" fmla="*/ 426871 w 761282"/>
                <a:gd name="csY6" fmla="*/ 920912 h 1182557"/>
                <a:gd name="csX7" fmla="*/ 656357 w 761282"/>
                <a:gd name="csY7" fmla="*/ 1175898 h 1182557"/>
                <a:gd name="csX8" fmla="*/ 751979 w 761282"/>
                <a:gd name="csY8" fmla="*/ 1067551 h 1182557"/>
                <a:gd name="csX9" fmla="*/ 662753 w 761282"/>
                <a:gd name="csY9" fmla="*/ 869913 h 1182557"/>
                <a:gd name="csX10" fmla="*/ 624503 w 761282"/>
                <a:gd name="csY10" fmla="*/ 736048 h 1182557"/>
                <a:gd name="csX11" fmla="*/ 637253 w 761282"/>
                <a:gd name="csY11" fmla="*/ 570305 h 1182557"/>
                <a:gd name="csX12" fmla="*/ 726496 w 761282"/>
                <a:gd name="csY12" fmla="*/ 136832 h 1182557"/>
                <a:gd name="csX13" fmla="*/ 461952 w 761282"/>
                <a:gd name="csY13" fmla="*/ -213 h 1182557"/>
                <a:gd name="csX14" fmla="*/ 490650 w 761282"/>
                <a:gd name="csY14" fmla="*/ 366324 h 1182557"/>
                <a:gd name="csX15" fmla="*/ 395029 w 761282"/>
                <a:gd name="csY15" fmla="*/ 653182 h 1182557"/>
                <a:gd name="csX16" fmla="*/ 251599 w 761282"/>
                <a:gd name="csY16" fmla="*/ 18909 h 1182557"/>
                <a:gd name="csX17" fmla="*/ 203792 w 761282"/>
                <a:gd name="csY17" fmla="*/ 53966 h 1182557"/>
                <a:gd name="csX18" fmla="*/ -195 w 761282"/>
                <a:gd name="csY18" fmla="*/ 136838 h 11825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761282" h="1182557">
                  <a:moveTo>
                    <a:pt x="89013" y="512933"/>
                  </a:moveTo>
                  <a:lnTo>
                    <a:pt x="114513" y="755170"/>
                  </a:lnTo>
                  <a:lnTo>
                    <a:pt x="63520" y="901784"/>
                  </a:lnTo>
                  <a:lnTo>
                    <a:pt x="31648" y="1042028"/>
                  </a:lnTo>
                  <a:cubicBezTo>
                    <a:pt x="31648" y="1042028"/>
                    <a:pt x="31648" y="1175893"/>
                    <a:pt x="159141" y="1182270"/>
                  </a:cubicBezTo>
                  <a:cubicBezTo>
                    <a:pt x="286634" y="1188648"/>
                    <a:pt x="394999" y="780669"/>
                    <a:pt x="394999" y="780669"/>
                  </a:cubicBezTo>
                  <a:cubicBezTo>
                    <a:pt x="394999" y="780669"/>
                    <a:pt x="414121" y="869913"/>
                    <a:pt x="426871" y="920912"/>
                  </a:cubicBezTo>
                  <a:cubicBezTo>
                    <a:pt x="439621" y="971912"/>
                    <a:pt x="656357" y="1175898"/>
                    <a:pt x="656357" y="1175898"/>
                  </a:cubicBezTo>
                  <a:cubicBezTo>
                    <a:pt x="656357" y="1175898"/>
                    <a:pt x="707351" y="1169521"/>
                    <a:pt x="751979" y="1067551"/>
                  </a:cubicBezTo>
                  <a:cubicBezTo>
                    <a:pt x="796606" y="965581"/>
                    <a:pt x="662753" y="869913"/>
                    <a:pt x="662753" y="869913"/>
                  </a:cubicBezTo>
                  <a:lnTo>
                    <a:pt x="624503" y="736048"/>
                  </a:lnTo>
                  <a:lnTo>
                    <a:pt x="637253" y="570305"/>
                  </a:lnTo>
                  <a:lnTo>
                    <a:pt x="726496" y="136832"/>
                  </a:lnTo>
                  <a:lnTo>
                    <a:pt x="461952" y="-213"/>
                  </a:lnTo>
                  <a:lnTo>
                    <a:pt x="490650" y="366324"/>
                  </a:lnTo>
                  <a:lnTo>
                    <a:pt x="395029" y="653182"/>
                  </a:lnTo>
                  <a:lnTo>
                    <a:pt x="251599" y="18909"/>
                  </a:lnTo>
                  <a:lnTo>
                    <a:pt x="203792" y="53966"/>
                  </a:lnTo>
                  <a:lnTo>
                    <a:pt x="-195" y="136838"/>
                  </a:lnTo>
                  <a:close/>
                </a:path>
              </a:pathLst>
            </a:custGeom>
            <a:solidFill>
              <a:srgbClr val="090814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A75F334C-456E-F15F-692D-894946EF4A83}"/>
              </a:ext>
            </a:extLst>
          </p:cNvPr>
          <p:cNvSpPr/>
          <p:nvPr/>
        </p:nvSpPr>
        <p:spPr>
          <a:xfrm>
            <a:off x="10892285" y="6840705"/>
            <a:ext cx="1405586" cy="17909"/>
          </a:xfrm>
          <a:custGeom>
            <a:avLst/>
            <a:gdLst>
              <a:gd name="csX0" fmla="*/ 569 w 1405586"/>
              <a:gd name="csY0" fmla="*/ 9022 h 17909"/>
              <a:gd name="csX1" fmla="*/ 3374 w 1405586"/>
              <a:gd name="csY1" fmla="*/ 17976 h 17909"/>
              <a:gd name="csX2" fmla="*/ 1403350 w 1405586"/>
              <a:gd name="csY2" fmla="*/ 17976 h 17909"/>
              <a:gd name="csX3" fmla="*/ 1406155 w 1405586"/>
              <a:gd name="csY3" fmla="*/ 9022 h 17909"/>
              <a:gd name="csX4" fmla="*/ 1403350 w 1405586"/>
              <a:gd name="csY4" fmla="*/ 67 h 17909"/>
              <a:gd name="csX5" fmla="*/ 3374 w 1405586"/>
              <a:gd name="csY5" fmla="*/ 67 h 17909"/>
              <a:gd name="csX6" fmla="*/ 569 w 1405586"/>
              <a:gd name="csY6" fmla="*/ 9022 h 179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405586" h="17909">
                <a:moveTo>
                  <a:pt x="569" y="9022"/>
                </a:moveTo>
                <a:cubicBezTo>
                  <a:pt x="569" y="13988"/>
                  <a:pt x="1822" y="17976"/>
                  <a:pt x="3374" y="17976"/>
                </a:cubicBezTo>
                <a:lnTo>
                  <a:pt x="1403350" y="17976"/>
                </a:lnTo>
                <a:cubicBezTo>
                  <a:pt x="1404908" y="17976"/>
                  <a:pt x="1406155" y="13988"/>
                  <a:pt x="1406155" y="9022"/>
                </a:cubicBezTo>
                <a:cubicBezTo>
                  <a:pt x="1406155" y="4055"/>
                  <a:pt x="1404902" y="67"/>
                  <a:pt x="1403350" y="67"/>
                </a:cubicBezTo>
                <a:lnTo>
                  <a:pt x="3374" y="67"/>
                </a:lnTo>
                <a:cubicBezTo>
                  <a:pt x="1816" y="73"/>
                  <a:pt x="569" y="4061"/>
                  <a:pt x="569" y="9022"/>
                </a:cubicBezTo>
                <a:close/>
              </a:path>
            </a:pathLst>
          </a:custGeom>
          <a:solidFill>
            <a:srgbClr val="CCCCCC"/>
          </a:solidFill>
          <a:ln w="5849" cap="flat">
            <a:noFill/>
            <a:prstDash val="solid"/>
            <a:miter/>
          </a:ln>
        </p:spPr>
        <p:txBody>
          <a:bodyPr/>
          <a:lstStyle/>
          <a:p>
            <a:endParaRPr lang="el-GR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3630486-C158-B8BF-C4D1-4686CD21F798}"/>
              </a:ext>
            </a:extLst>
          </p:cNvPr>
          <p:cNvSpPr/>
          <p:nvPr/>
        </p:nvSpPr>
        <p:spPr>
          <a:xfrm>
            <a:off x="-342065" y="7237777"/>
            <a:ext cx="1017107" cy="1017106"/>
          </a:xfrm>
          <a:custGeom>
            <a:avLst/>
            <a:gdLst>
              <a:gd name="csX0" fmla="*/ 1017107 w 1017107"/>
              <a:gd name="csY0" fmla="*/ 508553 h 1017106"/>
              <a:gd name="csX1" fmla="*/ 508554 w 1017107"/>
              <a:gd name="csY1" fmla="*/ 1017107 h 1017106"/>
              <a:gd name="csX2" fmla="*/ 0 w 1017107"/>
              <a:gd name="csY2" fmla="*/ 508553 h 1017106"/>
              <a:gd name="csX3" fmla="*/ 508554 w 1017107"/>
              <a:gd name="csY3" fmla="*/ 0 h 1017106"/>
              <a:gd name="csX4" fmla="*/ 1017107 w 1017107"/>
              <a:gd name="csY4" fmla="*/ 508553 h 10171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17107" h="1017106">
                <a:moveTo>
                  <a:pt x="1017107" y="508553"/>
                </a:moveTo>
                <a:cubicBezTo>
                  <a:pt x="1017107" y="789420"/>
                  <a:pt x="789420" y="1017107"/>
                  <a:pt x="508554" y="1017107"/>
                </a:cubicBezTo>
                <a:cubicBezTo>
                  <a:pt x="227687" y="1017107"/>
                  <a:pt x="0" y="789420"/>
                  <a:pt x="0" y="508553"/>
                </a:cubicBezTo>
                <a:cubicBezTo>
                  <a:pt x="0" y="227687"/>
                  <a:pt x="227687" y="0"/>
                  <a:pt x="508554" y="0"/>
                </a:cubicBezTo>
                <a:cubicBezTo>
                  <a:pt x="789420" y="0"/>
                  <a:pt x="1017107" y="227687"/>
                  <a:pt x="1017107" y="508553"/>
                </a:cubicBezTo>
                <a:close/>
              </a:path>
            </a:pathLst>
          </a:custGeom>
          <a:solidFill>
            <a:srgbClr val="FF6584"/>
          </a:solidFill>
          <a:ln w="7941" cap="flat">
            <a:noFill/>
            <a:prstDash val="solid"/>
            <a:miter/>
          </a:ln>
        </p:spPr>
        <p:txBody>
          <a:bodyPr/>
          <a:lstStyle/>
          <a:p>
            <a:endParaRPr lang="el-GR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E8D958F-C5D7-E979-3184-2D8DF09C0476}"/>
              </a:ext>
            </a:extLst>
          </p:cNvPr>
          <p:cNvGrpSpPr/>
          <p:nvPr/>
        </p:nvGrpSpPr>
        <p:grpSpPr>
          <a:xfrm>
            <a:off x="4814984" y="14952986"/>
            <a:ext cx="1405296" cy="3270343"/>
            <a:chOff x="4814984" y="3584187"/>
            <a:chExt cx="1405296" cy="3270343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7CCDB23-8487-0D11-21F5-F794CC4F3208}"/>
                </a:ext>
              </a:extLst>
            </p:cNvPr>
            <p:cNvSpPr/>
            <p:nvPr/>
          </p:nvSpPr>
          <p:spPr>
            <a:xfrm>
              <a:off x="4814984" y="3584187"/>
              <a:ext cx="1366896" cy="2303110"/>
            </a:xfrm>
            <a:custGeom>
              <a:avLst/>
              <a:gdLst>
                <a:gd name="csX0" fmla="*/ 559395 w 1366896"/>
                <a:gd name="csY0" fmla="*/ 2303046 h 2303110"/>
                <a:gd name="csX1" fmla="*/ 549976 w 1366896"/>
                <a:gd name="csY1" fmla="*/ 2302964 h 2303110"/>
                <a:gd name="csX2" fmla="*/ 18422 w 1366896"/>
                <a:gd name="csY2" fmla="*/ 2095196 h 2303110"/>
                <a:gd name="csX3" fmla="*/ 2365 w 1366896"/>
                <a:gd name="csY3" fmla="*/ 2080266 h 2303110"/>
                <a:gd name="csX4" fmla="*/ -95 w 1366896"/>
                <a:gd name="csY4" fmla="*/ 2077918 h 2303110"/>
                <a:gd name="csX5" fmla="*/ -95 w 1366896"/>
                <a:gd name="csY5" fmla="*/ 555021 h 2303110"/>
                <a:gd name="csX6" fmla="*/ 664 w 1366896"/>
                <a:gd name="csY6" fmla="*/ 553411 h 2303110"/>
                <a:gd name="csX7" fmla="*/ 16595 w 1366896"/>
                <a:gd name="csY7" fmla="*/ 520276 h 2303110"/>
                <a:gd name="csX8" fmla="*/ 559395 w 1366896"/>
                <a:gd name="csY8" fmla="*/ -65 h 2303110"/>
                <a:gd name="csX9" fmla="*/ 1131911 w 1366896"/>
                <a:gd name="csY9" fmla="*/ 583259 h 2303110"/>
                <a:gd name="csX10" fmla="*/ 1366802 w 1366896"/>
                <a:gd name="csY10" fmla="*/ 1496116 h 2303110"/>
                <a:gd name="csX11" fmla="*/ 568619 w 1366896"/>
                <a:gd name="csY11" fmla="*/ 2302968 h 2303110"/>
                <a:gd name="csX12" fmla="*/ 559395 w 1366896"/>
                <a:gd name="csY12" fmla="*/ 2303046 h 2303110"/>
                <a:gd name="csX13" fmla="*/ 15797 w 1366896"/>
                <a:gd name="csY13" fmla="*/ 2071105 h 2303110"/>
                <a:gd name="csX14" fmla="*/ 29092 w 1366896"/>
                <a:gd name="csY14" fmla="*/ 2083421 h 2303110"/>
                <a:gd name="csX15" fmla="*/ 550263 w 1366896"/>
                <a:gd name="csY15" fmla="*/ 2287076 h 2303110"/>
                <a:gd name="csX16" fmla="*/ 559604 w 1366896"/>
                <a:gd name="csY16" fmla="*/ 2287153 h 2303110"/>
                <a:gd name="csX17" fmla="*/ 568328 w 1366896"/>
                <a:gd name="csY17" fmla="*/ 2287080 h 2303110"/>
                <a:gd name="csX18" fmla="*/ 1350909 w 1366896"/>
                <a:gd name="csY18" fmla="*/ 1496115 h 2303110"/>
                <a:gd name="csX19" fmla="*/ 1117454 w 1366896"/>
                <a:gd name="csY19" fmla="*/ 589859 h 2303110"/>
                <a:gd name="csX20" fmla="*/ 559395 w 1366896"/>
                <a:gd name="csY20" fmla="*/ 15827 h 2303110"/>
                <a:gd name="csX21" fmla="*/ 30871 w 1366896"/>
                <a:gd name="csY21" fmla="*/ 527256 h 2303110"/>
                <a:gd name="csX22" fmla="*/ 15797 w 1366896"/>
                <a:gd name="csY22" fmla="*/ 558583 h 2303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366896" h="2303110">
                  <a:moveTo>
                    <a:pt x="559395" y="2303046"/>
                  </a:moveTo>
                  <a:cubicBezTo>
                    <a:pt x="556227" y="2303046"/>
                    <a:pt x="553144" y="2303046"/>
                    <a:pt x="549976" y="2302964"/>
                  </a:cubicBezTo>
                  <a:cubicBezTo>
                    <a:pt x="353394" y="2300791"/>
                    <a:pt x="164371" y="2226908"/>
                    <a:pt x="18422" y="2095196"/>
                  </a:cubicBezTo>
                  <a:cubicBezTo>
                    <a:pt x="13025" y="2090284"/>
                    <a:pt x="7673" y="2085307"/>
                    <a:pt x="2365" y="2080266"/>
                  </a:cubicBezTo>
                  <a:lnTo>
                    <a:pt x="-95" y="2077918"/>
                  </a:lnTo>
                  <a:lnTo>
                    <a:pt x="-95" y="555021"/>
                  </a:lnTo>
                  <a:lnTo>
                    <a:pt x="664" y="553411"/>
                  </a:lnTo>
                  <a:cubicBezTo>
                    <a:pt x="5923" y="542260"/>
                    <a:pt x="11260" y="531268"/>
                    <a:pt x="16595" y="520276"/>
                  </a:cubicBezTo>
                  <a:cubicBezTo>
                    <a:pt x="181877" y="184714"/>
                    <a:pt x="374641" y="-65"/>
                    <a:pt x="559395" y="-65"/>
                  </a:cubicBezTo>
                  <a:cubicBezTo>
                    <a:pt x="825825" y="-65"/>
                    <a:pt x="1032456" y="365408"/>
                    <a:pt x="1131911" y="583259"/>
                  </a:cubicBezTo>
                  <a:cubicBezTo>
                    <a:pt x="1270212" y="886199"/>
                    <a:pt x="1366802" y="1261576"/>
                    <a:pt x="1366802" y="1496116"/>
                  </a:cubicBezTo>
                  <a:cubicBezTo>
                    <a:pt x="1366672" y="1938300"/>
                    <a:pt x="1010776" y="2298061"/>
                    <a:pt x="568619" y="2302968"/>
                  </a:cubicBezTo>
                  <a:cubicBezTo>
                    <a:pt x="565651" y="2303046"/>
                    <a:pt x="562481" y="2303046"/>
                    <a:pt x="559395" y="2303046"/>
                  </a:cubicBezTo>
                  <a:close/>
                  <a:moveTo>
                    <a:pt x="15797" y="2071105"/>
                  </a:moveTo>
                  <a:cubicBezTo>
                    <a:pt x="20199" y="2075265"/>
                    <a:pt x="24646" y="2079370"/>
                    <a:pt x="29092" y="2083421"/>
                  </a:cubicBezTo>
                  <a:cubicBezTo>
                    <a:pt x="172195" y="2212545"/>
                    <a:pt x="357527" y="2284966"/>
                    <a:pt x="550263" y="2287076"/>
                  </a:cubicBezTo>
                  <a:cubicBezTo>
                    <a:pt x="553481" y="2287153"/>
                    <a:pt x="556525" y="2287068"/>
                    <a:pt x="559604" y="2287153"/>
                  </a:cubicBezTo>
                  <a:cubicBezTo>
                    <a:pt x="562488" y="2287153"/>
                    <a:pt x="565445" y="2287153"/>
                    <a:pt x="568328" y="2287080"/>
                  </a:cubicBezTo>
                  <a:cubicBezTo>
                    <a:pt x="999898" y="2282292"/>
                    <a:pt x="1350909" y="1927466"/>
                    <a:pt x="1350909" y="1496115"/>
                  </a:cubicBezTo>
                  <a:cubicBezTo>
                    <a:pt x="1350909" y="1263613"/>
                    <a:pt x="1254910" y="890948"/>
                    <a:pt x="1117454" y="589859"/>
                  </a:cubicBezTo>
                  <a:cubicBezTo>
                    <a:pt x="1019583" y="375476"/>
                    <a:pt x="816938" y="15827"/>
                    <a:pt x="559395" y="15827"/>
                  </a:cubicBezTo>
                  <a:cubicBezTo>
                    <a:pt x="381016" y="15827"/>
                    <a:pt x="193317" y="197456"/>
                    <a:pt x="30871" y="527256"/>
                  </a:cubicBezTo>
                  <a:cubicBezTo>
                    <a:pt x="25837" y="537627"/>
                    <a:pt x="20785" y="548037"/>
                    <a:pt x="15797" y="558583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63DA942-FC75-5323-B761-1BF2EAA11A3D}"/>
                </a:ext>
              </a:extLst>
            </p:cNvPr>
            <p:cNvSpPr/>
            <p:nvPr/>
          </p:nvSpPr>
          <p:spPr>
            <a:xfrm>
              <a:off x="5365293" y="4966116"/>
              <a:ext cx="18284" cy="1884635"/>
            </a:xfrm>
            <a:custGeom>
              <a:avLst/>
              <a:gdLst>
                <a:gd name="csX0" fmla="*/ 9047 w 18284"/>
                <a:gd name="csY0" fmla="*/ 1884571 h 1884635"/>
                <a:gd name="csX1" fmla="*/ -95 w 18284"/>
                <a:gd name="csY1" fmla="*/ 1875429 h 1884635"/>
                <a:gd name="csX2" fmla="*/ -95 w 18284"/>
                <a:gd name="csY2" fmla="*/ 9131 h 1884635"/>
                <a:gd name="csX3" fmla="*/ 8993 w 18284"/>
                <a:gd name="csY3" fmla="*/ -65 h 1884635"/>
                <a:gd name="csX4" fmla="*/ 18189 w 18284"/>
                <a:gd name="csY4" fmla="*/ 9024 h 1884635"/>
                <a:gd name="csX5" fmla="*/ 18189 w 18284"/>
                <a:gd name="csY5" fmla="*/ 9131 h 1884635"/>
                <a:gd name="csX6" fmla="*/ 18189 w 18284"/>
                <a:gd name="csY6" fmla="*/ 1875429 h 1884635"/>
                <a:gd name="csX7" fmla="*/ 9047 w 18284"/>
                <a:gd name="csY7" fmla="*/ 1884571 h 18846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8284" h="1884635">
                  <a:moveTo>
                    <a:pt x="9047" y="1884571"/>
                  </a:moveTo>
                  <a:cubicBezTo>
                    <a:pt x="3999" y="1884571"/>
                    <a:pt x="-95" y="1880478"/>
                    <a:pt x="-95" y="1875429"/>
                  </a:cubicBezTo>
                  <a:lnTo>
                    <a:pt x="-95" y="9131"/>
                  </a:lnTo>
                  <a:cubicBezTo>
                    <a:pt x="-124" y="4083"/>
                    <a:pt x="3944" y="-35"/>
                    <a:pt x="8993" y="-65"/>
                  </a:cubicBezTo>
                  <a:cubicBezTo>
                    <a:pt x="14042" y="-94"/>
                    <a:pt x="18160" y="3974"/>
                    <a:pt x="18189" y="9024"/>
                  </a:cubicBezTo>
                  <a:cubicBezTo>
                    <a:pt x="18189" y="9060"/>
                    <a:pt x="18189" y="9096"/>
                    <a:pt x="18189" y="9131"/>
                  </a:cubicBezTo>
                  <a:lnTo>
                    <a:pt x="18189" y="1875429"/>
                  </a:lnTo>
                  <a:cubicBezTo>
                    <a:pt x="18188" y="1880478"/>
                    <a:pt x="14096" y="1884571"/>
                    <a:pt x="9047" y="1884571"/>
                  </a:cubicBezTo>
                  <a:close/>
                </a:path>
              </a:pathLst>
            </a:custGeom>
            <a:solidFill>
              <a:srgbClr val="CCCCCC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C77AF51-81E7-5B2D-C982-57517DB340F9}"/>
                </a:ext>
              </a:extLst>
            </p:cNvPr>
            <p:cNvSpPr/>
            <p:nvPr/>
          </p:nvSpPr>
          <p:spPr>
            <a:xfrm>
              <a:off x="4905511" y="4775481"/>
              <a:ext cx="478066" cy="548520"/>
            </a:xfrm>
            <a:custGeom>
              <a:avLst/>
              <a:gdLst>
                <a:gd name="csX0" fmla="*/ 468835 w 478066"/>
                <a:gd name="csY0" fmla="*/ 548456 h 548520"/>
                <a:gd name="csX1" fmla="*/ 461922 w 478066"/>
                <a:gd name="csY1" fmla="*/ 545304 h 548520"/>
                <a:gd name="csX2" fmla="*/ 2129 w 478066"/>
                <a:gd name="csY2" fmla="*/ 15056 h 548520"/>
                <a:gd name="csX3" fmla="*/ 3072 w 478066"/>
                <a:gd name="csY3" fmla="*/ 2159 h 548520"/>
                <a:gd name="csX4" fmla="*/ 15945 w 478066"/>
                <a:gd name="csY4" fmla="*/ 3075 h 548520"/>
                <a:gd name="csX5" fmla="*/ 475738 w 478066"/>
                <a:gd name="csY5" fmla="*/ 533323 h 548520"/>
                <a:gd name="csX6" fmla="*/ 474815 w 478066"/>
                <a:gd name="csY6" fmla="*/ 546222 h 548520"/>
                <a:gd name="csX7" fmla="*/ 468835 w 478066"/>
                <a:gd name="csY7" fmla="*/ 548456 h 548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78066" h="548520">
                  <a:moveTo>
                    <a:pt x="468835" y="548456"/>
                  </a:moveTo>
                  <a:cubicBezTo>
                    <a:pt x="466182" y="548460"/>
                    <a:pt x="463659" y="547310"/>
                    <a:pt x="461922" y="545304"/>
                  </a:cubicBezTo>
                  <a:lnTo>
                    <a:pt x="2129" y="15056"/>
                  </a:lnTo>
                  <a:cubicBezTo>
                    <a:pt x="-1172" y="11234"/>
                    <a:pt x="-749" y="5460"/>
                    <a:pt x="3072" y="2159"/>
                  </a:cubicBezTo>
                  <a:cubicBezTo>
                    <a:pt x="6884" y="-1132"/>
                    <a:pt x="12637" y="-723"/>
                    <a:pt x="15945" y="3075"/>
                  </a:cubicBezTo>
                  <a:lnTo>
                    <a:pt x="475738" y="533323"/>
                  </a:lnTo>
                  <a:cubicBezTo>
                    <a:pt x="479045" y="537140"/>
                    <a:pt x="478632" y="542915"/>
                    <a:pt x="474815" y="546222"/>
                  </a:cubicBezTo>
                  <a:cubicBezTo>
                    <a:pt x="473155" y="547661"/>
                    <a:pt x="471032" y="548454"/>
                    <a:pt x="468835" y="548456"/>
                  </a:cubicBezTo>
                  <a:close/>
                </a:path>
              </a:pathLst>
            </a:custGeom>
            <a:solidFill>
              <a:srgbClr val="CCCCCC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B453F3E-7657-6449-4F84-785EB36CE836}"/>
                </a:ext>
              </a:extLst>
            </p:cNvPr>
            <p:cNvSpPr/>
            <p:nvPr/>
          </p:nvSpPr>
          <p:spPr>
            <a:xfrm>
              <a:off x="5365295" y="5350483"/>
              <a:ext cx="279527" cy="279533"/>
            </a:xfrm>
            <a:custGeom>
              <a:avLst/>
              <a:gdLst>
                <a:gd name="csX0" fmla="*/ 9046 w 279527"/>
                <a:gd name="csY0" fmla="*/ 279468 h 279533"/>
                <a:gd name="csX1" fmla="*/ -95 w 279527"/>
                <a:gd name="csY1" fmla="*/ 270325 h 279533"/>
                <a:gd name="csX2" fmla="*/ 2582 w 279527"/>
                <a:gd name="csY2" fmla="*/ 263862 h 279533"/>
                <a:gd name="csX3" fmla="*/ 263845 w 279527"/>
                <a:gd name="csY3" fmla="*/ 2595 h 279533"/>
                <a:gd name="csX4" fmla="*/ 276773 w 279527"/>
                <a:gd name="csY4" fmla="*/ 2631 h 279533"/>
                <a:gd name="csX5" fmla="*/ 276773 w 279527"/>
                <a:gd name="csY5" fmla="*/ 15522 h 279533"/>
                <a:gd name="csX6" fmla="*/ 15510 w 279527"/>
                <a:gd name="csY6" fmla="*/ 276790 h 279533"/>
                <a:gd name="csX7" fmla="*/ 9046 w 279527"/>
                <a:gd name="csY7" fmla="*/ 279468 h 2795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79527" h="279533">
                  <a:moveTo>
                    <a:pt x="9046" y="279468"/>
                  </a:moveTo>
                  <a:cubicBezTo>
                    <a:pt x="3997" y="279468"/>
                    <a:pt x="-95" y="275374"/>
                    <a:pt x="-95" y="270325"/>
                  </a:cubicBezTo>
                  <a:cubicBezTo>
                    <a:pt x="-95" y="267901"/>
                    <a:pt x="868" y="265576"/>
                    <a:pt x="2582" y="263862"/>
                  </a:cubicBezTo>
                  <a:lnTo>
                    <a:pt x="263845" y="2595"/>
                  </a:lnTo>
                  <a:cubicBezTo>
                    <a:pt x="267425" y="-965"/>
                    <a:pt x="273213" y="-949"/>
                    <a:pt x="276773" y="2631"/>
                  </a:cubicBezTo>
                  <a:cubicBezTo>
                    <a:pt x="280319" y="6196"/>
                    <a:pt x="280319" y="11957"/>
                    <a:pt x="276773" y="15522"/>
                  </a:cubicBezTo>
                  <a:lnTo>
                    <a:pt x="15510" y="276790"/>
                  </a:lnTo>
                  <a:cubicBezTo>
                    <a:pt x="13798" y="278508"/>
                    <a:pt x="11471" y="279472"/>
                    <a:pt x="9046" y="279468"/>
                  </a:cubicBezTo>
                  <a:close/>
                </a:path>
              </a:pathLst>
            </a:custGeom>
            <a:solidFill>
              <a:srgbClr val="CCCCCC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03F2DBF-7FB5-3503-95B1-2187C6498319}"/>
                </a:ext>
              </a:extLst>
            </p:cNvPr>
            <p:cNvSpPr/>
            <p:nvPr/>
          </p:nvSpPr>
          <p:spPr>
            <a:xfrm>
              <a:off x="5536870" y="6504715"/>
              <a:ext cx="683410" cy="349815"/>
            </a:xfrm>
            <a:custGeom>
              <a:avLst/>
              <a:gdLst>
                <a:gd name="csX0" fmla="*/ 683315 w 683410"/>
                <a:gd name="csY0" fmla="*/ 349751 h 349815"/>
                <a:gd name="csX1" fmla="*/ -95 w 683410"/>
                <a:gd name="csY1" fmla="*/ 349751 h 349815"/>
                <a:gd name="csX2" fmla="*/ -95 w 683410"/>
                <a:gd name="csY2" fmla="*/ 341805 h 349815"/>
                <a:gd name="csX3" fmla="*/ 341445 w 683410"/>
                <a:gd name="csY3" fmla="*/ -65 h 349815"/>
                <a:gd name="csX4" fmla="*/ 683315 w 683410"/>
                <a:gd name="csY4" fmla="*/ 341475 h 349815"/>
                <a:gd name="csX5" fmla="*/ 683315 w 683410"/>
                <a:gd name="csY5" fmla="*/ 341805 h 349815"/>
                <a:gd name="csX6" fmla="*/ 15893 w 683410"/>
                <a:gd name="csY6" fmla="*/ 333859 h 349815"/>
                <a:gd name="csX7" fmla="*/ 667327 w 683410"/>
                <a:gd name="csY7" fmla="*/ 333859 h 349815"/>
                <a:gd name="csX8" fmla="*/ 333664 w 683410"/>
                <a:gd name="csY8" fmla="*/ 16087 h 349815"/>
                <a:gd name="csX9" fmla="*/ 15892 w 683410"/>
                <a:gd name="csY9" fmla="*/ 333859 h 3498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683410" h="349815">
                  <a:moveTo>
                    <a:pt x="683315" y="349751"/>
                  </a:moveTo>
                  <a:lnTo>
                    <a:pt x="-95" y="349751"/>
                  </a:lnTo>
                  <a:lnTo>
                    <a:pt x="-95" y="341805"/>
                  </a:lnTo>
                  <a:cubicBezTo>
                    <a:pt x="-186" y="153087"/>
                    <a:pt x="152727" y="27"/>
                    <a:pt x="341445" y="-65"/>
                  </a:cubicBezTo>
                  <a:cubicBezTo>
                    <a:pt x="530163" y="-156"/>
                    <a:pt x="683223" y="152757"/>
                    <a:pt x="683315" y="341475"/>
                  </a:cubicBezTo>
                  <a:cubicBezTo>
                    <a:pt x="683315" y="341585"/>
                    <a:pt x="683315" y="341695"/>
                    <a:pt x="683315" y="341805"/>
                  </a:cubicBezTo>
                  <a:close/>
                  <a:moveTo>
                    <a:pt x="15893" y="333859"/>
                  </a:moveTo>
                  <a:lnTo>
                    <a:pt x="667327" y="333859"/>
                  </a:lnTo>
                  <a:cubicBezTo>
                    <a:pt x="662939" y="153970"/>
                    <a:pt x="513553" y="11699"/>
                    <a:pt x="333664" y="16087"/>
                  </a:cubicBezTo>
                  <a:cubicBezTo>
                    <a:pt x="159949" y="20325"/>
                    <a:pt x="20130" y="160144"/>
                    <a:pt x="15892" y="333859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CA0CEA2-5B8A-B60C-CCFF-1AF5BA4CEE07}"/>
                </a:ext>
              </a:extLst>
            </p:cNvPr>
            <p:cNvSpPr/>
            <p:nvPr/>
          </p:nvSpPr>
          <p:spPr>
            <a:xfrm>
              <a:off x="5761290" y="6652643"/>
              <a:ext cx="126303" cy="193967"/>
            </a:xfrm>
            <a:custGeom>
              <a:avLst/>
              <a:gdLst>
                <a:gd name="csX0" fmla="*/ 117188 w 126303"/>
                <a:gd name="csY0" fmla="*/ -65 h 193967"/>
                <a:gd name="csX1" fmla="*/ 108167 w 126303"/>
                <a:gd name="csY1" fmla="*/ 8956 h 193967"/>
                <a:gd name="csX2" fmla="*/ 108167 w 126303"/>
                <a:gd name="csY2" fmla="*/ 104782 h 193967"/>
                <a:gd name="csX3" fmla="*/ 14819 w 126303"/>
                <a:gd name="csY3" fmla="*/ 24662 h 193967"/>
                <a:gd name="csX4" fmla="*/ 2096 w 126303"/>
                <a:gd name="csY4" fmla="*/ 25600 h 193967"/>
                <a:gd name="csX5" fmla="*/ 3033 w 126303"/>
                <a:gd name="csY5" fmla="*/ 38323 h 193967"/>
                <a:gd name="csX6" fmla="*/ 3067 w 126303"/>
                <a:gd name="csY6" fmla="*/ 38352 h 193967"/>
                <a:gd name="csX7" fmla="*/ 108167 w 126303"/>
                <a:gd name="csY7" fmla="*/ 128558 h 193967"/>
                <a:gd name="csX8" fmla="*/ 108167 w 126303"/>
                <a:gd name="csY8" fmla="*/ 184855 h 193967"/>
                <a:gd name="csX9" fmla="*/ 117161 w 126303"/>
                <a:gd name="csY9" fmla="*/ 193903 h 193967"/>
                <a:gd name="csX10" fmla="*/ 126209 w 126303"/>
                <a:gd name="csY10" fmla="*/ 184909 h 193967"/>
                <a:gd name="csX11" fmla="*/ 126209 w 126303"/>
                <a:gd name="csY11" fmla="*/ 184855 h 193967"/>
                <a:gd name="csX12" fmla="*/ 126209 w 126303"/>
                <a:gd name="csY12" fmla="*/ 8956 h 193967"/>
                <a:gd name="csX13" fmla="*/ 117188 w 126303"/>
                <a:gd name="csY13" fmla="*/ -65 h 1939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26303" h="193967">
                  <a:moveTo>
                    <a:pt x="117188" y="-65"/>
                  </a:moveTo>
                  <a:cubicBezTo>
                    <a:pt x="112206" y="-65"/>
                    <a:pt x="108168" y="3974"/>
                    <a:pt x="108167" y="8956"/>
                  </a:cubicBezTo>
                  <a:lnTo>
                    <a:pt x="108167" y="104782"/>
                  </a:lnTo>
                  <a:lnTo>
                    <a:pt x="14819" y="24662"/>
                  </a:lnTo>
                  <a:cubicBezTo>
                    <a:pt x="11047" y="21407"/>
                    <a:pt x="5351" y="21827"/>
                    <a:pt x="2096" y="25600"/>
                  </a:cubicBezTo>
                  <a:cubicBezTo>
                    <a:pt x="-1159" y="29372"/>
                    <a:pt x="-739" y="35068"/>
                    <a:pt x="3033" y="38323"/>
                  </a:cubicBezTo>
                  <a:cubicBezTo>
                    <a:pt x="3045" y="38333"/>
                    <a:pt x="3056" y="38342"/>
                    <a:pt x="3067" y="38352"/>
                  </a:cubicBezTo>
                  <a:lnTo>
                    <a:pt x="108167" y="128558"/>
                  </a:lnTo>
                  <a:lnTo>
                    <a:pt x="108167" y="184855"/>
                  </a:lnTo>
                  <a:cubicBezTo>
                    <a:pt x="108153" y="189838"/>
                    <a:pt x="112179" y="193888"/>
                    <a:pt x="117161" y="193903"/>
                  </a:cubicBezTo>
                  <a:cubicBezTo>
                    <a:pt x="122144" y="193918"/>
                    <a:pt x="126194" y="189891"/>
                    <a:pt x="126209" y="184909"/>
                  </a:cubicBezTo>
                  <a:cubicBezTo>
                    <a:pt x="126209" y="184891"/>
                    <a:pt x="126209" y="184873"/>
                    <a:pt x="126209" y="184855"/>
                  </a:cubicBezTo>
                  <a:lnTo>
                    <a:pt x="126209" y="8956"/>
                  </a:lnTo>
                  <a:cubicBezTo>
                    <a:pt x="126208" y="3974"/>
                    <a:pt x="122170" y="-65"/>
                    <a:pt x="117188" y="-65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F8E0EB6-273D-A296-4C6C-C60519B67F08}"/>
              </a:ext>
            </a:extLst>
          </p:cNvPr>
          <p:cNvGrpSpPr/>
          <p:nvPr/>
        </p:nvGrpSpPr>
        <p:grpSpPr>
          <a:xfrm>
            <a:off x="-192303" y="11553921"/>
            <a:ext cx="1177244" cy="3270343"/>
            <a:chOff x="-192303" y="3584187"/>
            <a:chExt cx="1177244" cy="3270343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B808A5B-19DA-335F-2E82-59609BD54D07}"/>
                </a:ext>
              </a:extLst>
            </p:cNvPr>
            <p:cNvSpPr/>
            <p:nvPr/>
          </p:nvSpPr>
          <p:spPr>
            <a:xfrm>
              <a:off x="621443" y="4966116"/>
              <a:ext cx="18284" cy="1884635"/>
            </a:xfrm>
            <a:custGeom>
              <a:avLst/>
              <a:gdLst>
                <a:gd name="csX0" fmla="*/ 9047 w 18284"/>
                <a:gd name="csY0" fmla="*/ 1884571 h 1884635"/>
                <a:gd name="csX1" fmla="*/ -95 w 18284"/>
                <a:gd name="csY1" fmla="*/ 1875429 h 1884635"/>
                <a:gd name="csX2" fmla="*/ -95 w 18284"/>
                <a:gd name="csY2" fmla="*/ 9131 h 1884635"/>
                <a:gd name="csX3" fmla="*/ 8993 w 18284"/>
                <a:gd name="csY3" fmla="*/ -65 h 1884635"/>
                <a:gd name="csX4" fmla="*/ 18189 w 18284"/>
                <a:gd name="csY4" fmla="*/ 9024 h 1884635"/>
                <a:gd name="csX5" fmla="*/ 18189 w 18284"/>
                <a:gd name="csY5" fmla="*/ 9131 h 1884635"/>
                <a:gd name="csX6" fmla="*/ 18189 w 18284"/>
                <a:gd name="csY6" fmla="*/ 1875429 h 1884635"/>
                <a:gd name="csX7" fmla="*/ 9047 w 18284"/>
                <a:gd name="csY7" fmla="*/ 1884571 h 18846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8284" h="1884635">
                  <a:moveTo>
                    <a:pt x="9047" y="1884571"/>
                  </a:moveTo>
                  <a:cubicBezTo>
                    <a:pt x="3998" y="1884571"/>
                    <a:pt x="-95" y="1880478"/>
                    <a:pt x="-95" y="1875429"/>
                  </a:cubicBezTo>
                  <a:lnTo>
                    <a:pt x="-95" y="9131"/>
                  </a:lnTo>
                  <a:cubicBezTo>
                    <a:pt x="-125" y="4083"/>
                    <a:pt x="3944" y="-35"/>
                    <a:pt x="8993" y="-65"/>
                  </a:cubicBezTo>
                  <a:cubicBezTo>
                    <a:pt x="14042" y="-94"/>
                    <a:pt x="18159" y="3974"/>
                    <a:pt x="18189" y="9024"/>
                  </a:cubicBezTo>
                  <a:cubicBezTo>
                    <a:pt x="18189" y="9060"/>
                    <a:pt x="18189" y="9096"/>
                    <a:pt x="18189" y="9131"/>
                  </a:cubicBezTo>
                  <a:lnTo>
                    <a:pt x="18189" y="1875429"/>
                  </a:lnTo>
                  <a:cubicBezTo>
                    <a:pt x="18189" y="1880478"/>
                    <a:pt x="14096" y="1884571"/>
                    <a:pt x="9047" y="1884571"/>
                  </a:cubicBezTo>
                  <a:close/>
                </a:path>
              </a:pathLst>
            </a:custGeom>
            <a:solidFill>
              <a:srgbClr val="CCCCCC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B596F17-A9E8-2CC1-0740-59E1405C4851}"/>
                </a:ext>
              </a:extLst>
            </p:cNvPr>
            <p:cNvSpPr/>
            <p:nvPr/>
          </p:nvSpPr>
          <p:spPr>
            <a:xfrm>
              <a:off x="-192303" y="6504715"/>
              <a:ext cx="683409" cy="349815"/>
            </a:xfrm>
            <a:custGeom>
              <a:avLst/>
              <a:gdLst>
                <a:gd name="csX0" fmla="*/ 683315 w 683409"/>
                <a:gd name="csY0" fmla="*/ 349751 h 349815"/>
                <a:gd name="csX1" fmla="*/ -95 w 683409"/>
                <a:gd name="csY1" fmla="*/ 349751 h 349815"/>
                <a:gd name="csX2" fmla="*/ -95 w 683409"/>
                <a:gd name="csY2" fmla="*/ 341805 h 349815"/>
                <a:gd name="csX3" fmla="*/ 341445 w 683409"/>
                <a:gd name="csY3" fmla="*/ -65 h 349815"/>
                <a:gd name="csX4" fmla="*/ 683315 w 683409"/>
                <a:gd name="csY4" fmla="*/ 341475 h 349815"/>
                <a:gd name="csX5" fmla="*/ 683315 w 683409"/>
                <a:gd name="csY5" fmla="*/ 341805 h 349815"/>
                <a:gd name="csX6" fmla="*/ 15893 w 683409"/>
                <a:gd name="csY6" fmla="*/ 333859 h 349815"/>
                <a:gd name="csX7" fmla="*/ 667327 w 683409"/>
                <a:gd name="csY7" fmla="*/ 333859 h 349815"/>
                <a:gd name="csX8" fmla="*/ 333664 w 683409"/>
                <a:gd name="csY8" fmla="*/ 16087 h 349815"/>
                <a:gd name="csX9" fmla="*/ 15893 w 683409"/>
                <a:gd name="csY9" fmla="*/ 333859 h 3498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683409" h="349815">
                  <a:moveTo>
                    <a:pt x="683315" y="349751"/>
                  </a:moveTo>
                  <a:lnTo>
                    <a:pt x="-95" y="349751"/>
                  </a:lnTo>
                  <a:lnTo>
                    <a:pt x="-95" y="341805"/>
                  </a:lnTo>
                  <a:cubicBezTo>
                    <a:pt x="-186" y="153087"/>
                    <a:pt x="152727" y="27"/>
                    <a:pt x="341445" y="-65"/>
                  </a:cubicBezTo>
                  <a:cubicBezTo>
                    <a:pt x="530163" y="-156"/>
                    <a:pt x="683224" y="152757"/>
                    <a:pt x="683315" y="341475"/>
                  </a:cubicBezTo>
                  <a:cubicBezTo>
                    <a:pt x="683315" y="341585"/>
                    <a:pt x="683315" y="341695"/>
                    <a:pt x="683315" y="341805"/>
                  </a:cubicBezTo>
                  <a:close/>
                  <a:moveTo>
                    <a:pt x="15893" y="333859"/>
                  </a:moveTo>
                  <a:lnTo>
                    <a:pt x="667327" y="333859"/>
                  </a:lnTo>
                  <a:cubicBezTo>
                    <a:pt x="662939" y="153970"/>
                    <a:pt x="513553" y="11699"/>
                    <a:pt x="333664" y="16087"/>
                  </a:cubicBezTo>
                  <a:cubicBezTo>
                    <a:pt x="159949" y="20325"/>
                    <a:pt x="20130" y="160144"/>
                    <a:pt x="15893" y="333859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16A8E65-63BC-0C64-13D6-17735CEB7FA5}"/>
                </a:ext>
              </a:extLst>
            </p:cNvPr>
            <p:cNvSpPr/>
            <p:nvPr/>
          </p:nvSpPr>
          <p:spPr>
            <a:xfrm>
              <a:off x="32117" y="6652643"/>
              <a:ext cx="126303" cy="193967"/>
            </a:xfrm>
            <a:custGeom>
              <a:avLst/>
              <a:gdLst>
                <a:gd name="csX0" fmla="*/ 117188 w 126303"/>
                <a:gd name="csY0" fmla="*/ -65 h 193967"/>
                <a:gd name="csX1" fmla="*/ 108167 w 126303"/>
                <a:gd name="csY1" fmla="*/ 8956 h 193967"/>
                <a:gd name="csX2" fmla="*/ 108167 w 126303"/>
                <a:gd name="csY2" fmla="*/ 104782 h 193967"/>
                <a:gd name="csX3" fmla="*/ 14819 w 126303"/>
                <a:gd name="csY3" fmla="*/ 24662 h 193967"/>
                <a:gd name="csX4" fmla="*/ 2096 w 126303"/>
                <a:gd name="csY4" fmla="*/ 25600 h 193967"/>
                <a:gd name="csX5" fmla="*/ 3033 w 126303"/>
                <a:gd name="csY5" fmla="*/ 38323 h 193967"/>
                <a:gd name="csX6" fmla="*/ 3067 w 126303"/>
                <a:gd name="csY6" fmla="*/ 38352 h 193967"/>
                <a:gd name="csX7" fmla="*/ 108167 w 126303"/>
                <a:gd name="csY7" fmla="*/ 128558 h 193967"/>
                <a:gd name="csX8" fmla="*/ 108167 w 126303"/>
                <a:gd name="csY8" fmla="*/ 184855 h 193967"/>
                <a:gd name="csX9" fmla="*/ 117161 w 126303"/>
                <a:gd name="csY9" fmla="*/ 193903 h 193967"/>
                <a:gd name="csX10" fmla="*/ 126209 w 126303"/>
                <a:gd name="csY10" fmla="*/ 184909 h 193967"/>
                <a:gd name="csX11" fmla="*/ 126209 w 126303"/>
                <a:gd name="csY11" fmla="*/ 184855 h 193967"/>
                <a:gd name="csX12" fmla="*/ 126209 w 126303"/>
                <a:gd name="csY12" fmla="*/ 8956 h 193967"/>
                <a:gd name="csX13" fmla="*/ 117188 w 126303"/>
                <a:gd name="csY13" fmla="*/ -65 h 1939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26303" h="193967">
                  <a:moveTo>
                    <a:pt x="117188" y="-65"/>
                  </a:moveTo>
                  <a:cubicBezTo>
                    <a:pt x="112206" y="-65"/>
                    <a:pt x="108167" y="3974"/>
                    <a:pt x="108167" y="8956"/>
                  </a:cubicBezTo>
                  <a:lnTo>
                    <a:pt x="108167" y="104782"/>
                  </a:lnTo>
                  <a:lnTo>
                    <a:pt x="14819" y="24662"/>
                  </a:lnTo>
                  <a:cubicBezTo>
                    <a:pt x="11047" y="21407"/>
                    <a:pt x="5350" y="21827"/>
                    <a:pt x="2096" y="25600"/>
                  </a:cubicBezTo>
                  <a:cubicBezTo>
                    <a:pt x="-1159" y="29372"/>
                    <a:pt x="-739" y="35068"/>
                    <a:pt x="3033" y="38323"/>
                  </a:cubicBezTo>
                  <a:cubicBezTo>
                    <a:pt x="3045" y="38333"/>
                    <a:pt x="3056" y="38342"/>
                    <a:pt x="3067" y="38352"/>
                  </a:cubicBezTo>
                  <a:lnTo>
                    <a:pt x="108167" y="128558"/>
                  </a:lnTo>
                  <a:lnTo>
                    <a:pt x="108167" y="184855"/>
                  </a:lnTo>
                  <a:cubicBezTo>
                    <a:pt x="108152" y="189838"/>
                    <a:pt x="112179" y="193888"/>
                    <a:pt x="117161" y="193903"/>
                  </a:cubicBezTo>
                  <a:cubicBezTo>
                    <a:pt x="122143" y="193918"/>
                    <a:pt x="126194" y="189891"/>
                    <a:pt x="126209" y="184909"/>
                  </a:cubicBezTo>
                  <a:cubicBezTo>
                    <a:pt x="126209" y="184891"/>
                    <a:pt x="126209" y="184873"/>
                    <a:pt x="126209" y="184855"/>
                  </a:cubicBezTo>
                  <a:lnTo>
                    <a:pt x="126209" y="8956"/>
                  </a:lnTo>
                  <a:cubicBezTo>
                    <a:pt x="126208" y="3974"/>
                    <a:pt x="122170" y="-65"/>
                    <a:pt x="117188" y="-65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22E4D16-14D0-64CE-9243-B974F477F763}"/>
                </a:ext>
              </a:extLst>
            </p:cNvPr>
            <p:cNvSpPr/>
            <p:nvPr/>
          </p:nvSpPr>
          <p:spPr>
            <a:xfrm>
              <a:off x="-168918" y="3584187"/>
              <a:ext cx="1153859" cy="2303110"/>
            </a:xfrm>
            <a:custGeom>
              <a:avLst/>
              <a:gdLst>
                <a:gd name="csX0" fmla="*/ 807394 w 1153859"/>
                <a:gd name="csY0" fmla="*/ 2303046 h 2303110"/>
                <a:gd name="csX1" fmla="*/ 797976 w 1153859"/>
                <a:gd name="csY1" fmla="*/ 2302964 h 2303110"/>
                <a:gd name="csX2" fmla="*/ -95 w 1153859"/>
                <a:gd name="csY2" fmla="*/ 1496116 h 2303110"/>
                <a:gd name="csX3" fmla="*/ 234805 w 1153859"/>
                <a:gd name="csY3" fmla="*/ 583259 h 2303110"/>
                <a:gd name="csX4" fmla="*/ 807394 w 1153859"/>
                <a:gd name="csY4" fmla="*/ -65 h 2303110"/>
                <a:gd name="csX5" fmla="*/ 1135900 w 1153859"/>
                <a:gd name="csY5" fmla="*/ 185882 h 2303110"/>
                <a:gd name="csX6" fmla="*/ 1151947 w 1153859"/>
                <a:gd name="csY6" fmla="*/ 204653 h 2303110"/>
                <a:gd name="csX7" fmla="*/ 1153765 w 1153859"/>
                <a:gd name="csY7" fmla="*/ 206857 h 2303110"/>
                <a:gd name="csX8" fmla="*/ 1153765 w 1153859"/>
                <a:gd name="csY8" fmla="*/ 2225070 h 2303110"/>
                <a:gd name="csX9" fmla="*/ 1149283 w 1153859"/>
                <a:gd name="csY9" fmla="*/ 2227239 h 2303110"/>
                <a:gd name="csX10" fmla="*/ 1133083 w 1153859"/>
                <a:gd name="csY10" fmla="*/ 2234611 h 2303110"/>
                <a:gd name="csX11" fmla="*/ 816616 w 1153859"/>
                <a:gd name="csY11" fmla="*/ 2302968 h 2303110"/>
                <a:gd name="csX12" fmla="*/ 807394 w 1153859"/>
                <a:gd name="csY12" fmla="*/ 2303046 h 2303110"/>
                <a:gd name="csX13" fmla="*/ 807394 w 1153859"/>
                <a:gd name="csY13" fmla="*/ 15828 h 2303110"/>
                <a:gd name="csX14" fmla="*/ 249262 w 1153859"/>
                <a:gd name="csY14" fmla="*/ 589859 h 2303110"/>
                <a:gd name="csX15" fmla="*/ 15797 w 1153859"/>
                <a:gd name="csY15" fmla="*/ 1496116 h 2303110"/>
                <a:gd name="csX16" fmla="*/ 798264 w 1153859"/>
                <a:gd name="csY16" fmla="*/ 2287075 h 2303110"/>
                <a:gd name="csX17" fmla="*/ 807603 w 1153859"/>
                <a:gd name="csY17" fmla="*/ 2287153 h 2303110"/>
                <a:gd name="csX18" fmla="*/ 816327 w 1153859"/>
                <a:gd name="csY18" fmla="*/ 2287079 h 2303110"/>
                <a:gd name="csX19" fmla="*/ 1126714 w 1153859"/>
                <a:gd name="csY19" fmla="*/ 2220053 h 2303110"/>
                <a:gd name="csX20" fmla="*/ 1137872 w 1153859"/>
                <a:gd name="csY20" fmla="*/ 2215063 h 2303110"/>
                <a:gd name="csX21" fmla="*/ 1137872 w 1153859"/>
                <a:gd name="csY21" fmla="*/ 212580 h 2303110"/>
                <a:gd name="csX22" fmla="*/ 1123967 w 1153859"/>
                <a:gd name="csY22" fmla="*/ 196374 h 2303110"/>
                <a:gd name="csX23" fmla="*/ 807394 w 1153859"/>
                <a:gd name="csY23" fmla="*/ 15828 h 2303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153859" h="2303110">
                  <a:moveTo>
                    <a:pt x="807394" y="2303046"/>
                  </a:moveTo>
                  <a:cubicBezTo>
                    <a:pt x="804227" y="2303046"/>
                    <a:pt x="801143" y="2303046"/>
                    <a:pt x="797976" y="2302964"/>
                  </a:cubicBezTo>
                  <a:cubicBezTo>
                    <a:pt x="355874" y="2297974"/>
                    <a:pt x="59" y="1938246"/>
                    <a:pt x="-95" y="1496116"/>
                  </a:cubicBezTo>
                  <a:cubicBezTo>
                    <a:pt x="-95" y="1261569"/>
                    <a:pt x="96499" y="886191"/>
                    <a:pt x="234805" y="583259"/>
                  </a:cubicBezTo>
                  <a:cubicBezTo>
                    <a:pt x="334268" y="365408"/>
                    <a:pt x="540916" y="-65"/>
                    <a:pt x="807394" y="-65"/>
                  </a:cubicBezTo>
                  <a:cubicBezTo>
                    <a:pt x="917155" y="-65"/>
                    <a:pt x="1027680" y="62496"/>
                    <a:pt x="1135900" y="185882"/>
                  </a:cubicBezTo>
                  <a:cubicBezTo>
                    <a:pt x="1141267" y="191966"/>
                    <a:pt x="1146645" y="198232"/>
                    <a:pt x="1151947" y="204653"/>
                  </a:cubicBezTo>
                  <a:lnTo>
                    <a:pt x="1153765" y="206857"/>
                  </a:lnTo>
                  <a:lnTo>
                    <a:pt x="1153765" y="2225070"/>
                  </a:lnTo>
                  <a:lnTo>
                    <a:pt x="1149283" y="2227239"/>
                  </a:lnTo>
                  <a:cubicBezTo>
                    <a:pt x="1143935" y="2229831"/>
                    <a:pt x="1138509" y="2232264"/>
                    <a:pt x="1133083" y="2234611"/>
                  </a:cubicBezTo>
                  <a:cubicBezTo>
                    <a:pt x="1033360" y="2278743"/>
                    <a:pt x="925663" y="2302005"/>
                    <a:pt x="816616" y="2302968"/>
                  </a:cubicBezTo>
                  <a:cubicBezTo>
                    <a:pt x="813649" y="2303046"/>
                    <a:pt x="810479" y="2303046"/>
                    <a:pt x="807394" y="2303046"/>
                  </a:cubicBezTo>
                  <a:close/>
                  <a:moveTo>
                    <a:pt x="807394" y="15828"/>
                  </a:moveTo>
                  <a:cubicBezTo>
                    <a:pt x="549803" y="15828"/>
                    <a:pt x="347141" y="375476"/>
                    <a:pt x="249262" y="589859"/>
                  </a:cubicBezTo>
                  <a:cubicBezTo>
                    <a:pt x="111801" y="890940"/>
                    <a:pt x="15797" y="1263606"/>
                    <a:pt x="15797" y="1496116"/>
                  </a:cubicBezTo>
                  <a:cubicBezTo>
                    <a:pt x="15797" y="1927392"/>
                    <a:pt x="366811" y="2282214"/>
                    <a:pt x="798264" y="2287075"/>
                  </a:cubicBezTo>
                  <a:cubicBezTo>
                    <a:pt x="801479" y="2287157"/>
                    <a:pt x="804478" y="2287180"/>
                    <a:pt x="807603" y="2287153"/>
                  </a:cubicBezTo>
                  <a:cubicBezTo>
                    <a:pt x="810487" y="2287153"/>
                    <a:pt x="813445" y="2287153"/>
                    <a:pt x="816327" y="2287079"/>
                  </a:cubicBezTo>
                  <a:cubicBezTo>
                    <a:pt x="923278" y="2286145"/>
                    <a:pt x="1028907" y="2263335"/>
                    <a:pt x="1126714" y="2220053"/>
                  </a:cubicBezTo>
                  <a:cubicBezTo>
                    <a:pt x="1130464" y="2218427"/>
                    <a:pt x="1134186" y="2216778"/>
                    <a:pt x="1137872" y="2215063"/>
                  </a:cubicBezTo>
                  <a:lnTo>
                    <a:pt x="1137872" y="212580"/>
                  </a:lnTo>
                  <a:cubicBezTo>
                    <a:pt x="1133272" y="207055"/>
                    <a:pt x="1128619" y="201654"/>
                    <a:pt x="1123967" y="196374"/>
                  </a:cubicBezTo>
                  <a:cubicBezTo>
                    <a:pt x="1018882" y="76568"/>
                    <a:pt x="912376" y="15828"/>
                    <a:pt x="807394" y="15828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B716BE7-FC49-A166-2591-4F39919FA663}"/>
                </a:ext>
              </a:extLst>
            </p:cNvPr>
            <p:cNvSpPr/>
            <p:nvPr/>
          </p:nvSpPr>
          <p:spPr>
            <a:xfrm>
              <a:off x="169607" y="4775481"/>
              <a:ext cx="478066" cy="548520"/>
            </a:xfrm>
            <a:custGeom>
              <a:avLst/>
              <a:gdLst>
                <a:gd name="csX0" fmla="*/ 468835 w 478066"/>
                <a:gd name="csY0" fmla="*/ 548456 h 548520"/>
                <a:gd name="csX1" fmla="*/ 461922 w 478066"/>
                <a:gd name="csY1" fmla="*/ 545304 h 548520"/>
                <a:gd name="csX2" fmla="*/ 2129 w 478066"/>
                <a:gd name="csY2" fmla="*/ 15056 h 548520"/>
                <a:gd name="csX3" fmla="*/ 3073 w 478066"/>
                <a:gd name="csY3" fmla="*/ 2159 h 548520"/>
                <a:gd name="csX4" fmla="*/ 15945 w 478066"/>
                <a:gd name="csY4" fmla="*/ 3075 h 548520"/>
                <a:gd name="csX5" fmla="*/ 475738 w 478066"/>
                <a:gd name="csY5" fmla="*/ 533323 h 548520"/>
                <a:gd name="csX6" fmla="*/ 474815 w 478066"/>
                <a:gd name="csY6" fmla="*/ 546222 h 548520"/>
                <a:gd name="csX7" fmla="*/ 468835 w 478066"/>
                <a:gd name="csY7" fmla="*/ 548456 h 548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78066" h="548520">
                  <a:moveTo>
                    <a:pt x="468835" y="548456"/>
                  </a:moveTo>
                  <a:cubicBezTo>
                    <a:pt x="466182" y="548460"/>
                    <a:pt x="463658" y="547310"/>
                    <a:pt x="461922" y="545304"/>
                  </a:cubicBezTo>
                  <a:lnTo>
                    <a:pt x="2129" y="15056"/>
                  </a:lnTo>
                  <a:cubicBezTo>
                    <a:pt x="-1172" y="11234"/>
                    <a:pt x="-749" y="5460"/>
                    <a:pt x="3073" y="2159"/>
                  </a:cubicBezTo>
                  <a:cubicBezTo>
                    <a:pt x="6883" y="-1132"/>
                    <a:pt x="12638" y="-723"/>
                    <a:pt x="15945" y="3075"/>
                  </a:cubicBezTo>
                  <a:lnTo>
                    <a:pt x="475738" y="533323"/>
                  </a:lnTo>
                  <a:cubicBezTo>
                    <a:pt x="479045" y="537140"/>
                    <a:pt x="478632" y="542915"/>
                    <a:pt x="474815" y="546222"/>
                  </a:cubicBezTo>
                  <a:cubicBezTo>
                    <a:pt x="473155" y="547661"/>
                    <a:pt x="471032" y="548454"/>
                    <a:pt x="468835" y="548456"/>
                  </a:cubicBezTo>
                  <a:close/>
                </a:path>
              </a:pathLst>
            </a:custGeom>
            <a:solidFill>
              <a:srgbClr val="CCCCCC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5A2B1DB-6287-8947-4950-C9A922516922}"/>
                </a:ext>
              </a:extLst>
            </p:cNvPr>
            <p:cNvSpPr/>
            <p:nvPr/>
          </p:nvSpPr>
          <p:spPr>
            <a:xfrm>
              <a:off x="629390" y="5350483"/>
              <a:ext cx="279527" cy="279533"/>
            </a:xfrm>
            <a:custGeom>
              <a:avLst/>
              <a:gdLst>
                <a:gd name="csX0" fmla="*/ 9046 w 279527"/>
                <a:gd name="csY0" fmla="*/ 279468 h 279533"/>
                <a:gd name="csX1" fmla="*/ -95 w 279527"/>
                <a:gd name="csY1" fmla="*/ 270325 h 279533"/>
                <a:gd name="csX2" fmla="*/ 2582 w 279527"/>
                <a:gd name="csY2" fmla="*/ 263862 h 279533"/>
                <a:gd name="csX3" fmla="*/ 263845 w 279527"/>
                <a:gd name="csY3" fmla="*/ 2595 h 279533"/>
                <a:gd name="csX4" fmla="*/ 276773 w 279527"/>
                <a:gd name="csY4" fmla="*/ 2631 h 279533"/>
                <a:gd name="csX5" fmla="*/ 276773 w 279527"/>
                <a:gd name="csY5" fmla="*/ 15522 h 279533"/>
                <a:gd name="csX6" fmla="*/ 15510 w 279527"/>
                <a:gd name="csY6" fmla="*/ 276790 h 279533"/>
                <a:gd name="csX7" fmla="*/ 9046 w 279527"/>
                <a:gd name="csY7" fmla="*/ 279468 h 2795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79527" h="279533">
                  <a:moveTo>
                    <a:pt x="9046" y="279468"/>
                  </a:moveTo>
                  <a:cubicBezTo>
                    <a:pt x="3997" y="279468"/>
                    <a:pt x="-96" y="275374"/>
                    <a:pt x="-95" y="270325"/>
                  </a:cubicBezTo>
                  <a:cubicBezTo>
                    <a:pt x="-95" y="267901"/>
                    <a:pt x="868" y="265576"/>
                    <a:pt x="2582" y="263862"/>
                  </a:cubicBezTo>
                  <a:lnTo>
                    <a:pt x="263845" y="2595"/>
                  </a:lnTo>
                  <a:cubicBezTo>
                    <a:pt x="267425" y="-965"/>
                    <a:pt x="273213" y="-949"/>
                    <a:pt x="276773" y="2631"/>
                  </a:cubicBezTo>
                  <a:cubicBezTo>
                    <a:pt x="280319" y="6196"/>
                    <a:pt x="280319" y="11957"/>
                    <a:pt x="276773" y="15522"/>
                  </a:cubicBezTo>
                  <a:lnTo>
                    <a:pt x="15510" y="276790"/>
                  </a:lnTo>
                  <a:cubicBezTo>
                    <a:pt x="13798" y="278508"/>
                    <a:pt x="11471" y="279472"/>
                    <a:pt x="9046" y="279468"/>
                  </a:cubicBezTo>
                  <a:close/>
                </a:path>
              </a:pathLst>
            </a:custGeom>
            <a:solidFill>
              <a:srgbClr val="CCCCCC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659F3E9A-BD7D-77FF-FE58-87F047F4D8A7}"/>
              </a:ext>
            </a:extLst>
          </p:cNvPr>
          <p:cNvSpPr/>
          <p:nvPr/>
        </p:nvSpPr>
        <p:spPr>
          <a:xfrm>
            <a:off x="-979916" y="6838134"/>
            <a:ext cx="8025610" cy="15892"/>
          </a:xfrm>
          <a:custGeom>
            <a:avLst/>
            <a:gdLst>
              <a:gd name="csX0" fmla="*/ 8017569 w 8025610"/>
              <a:gd name="csY0" fmla="*/ 15828 h 15892"/>
              <a:gd name="csX1" fmla="*/ 7851 w 8025610"/>
              <a:gd name="csY1" fmla="*/ 15828 h 15892"/>
              <a:gd name="csX2" fmla="*/ -95 w 8025610"/>
              <a:gd name="csY2" fmla="*/ 7881 h 15892"/>
              <a:gd name="csX3" fmla="*/ 7851 w 8025610"/>
              <a:gd name="csY3" fmla="*/ -65 h 15892"/>
              <a:gd name="csX4" fmla="*/ 8017569 w 8025610"/>
              <a:gd name="csY4" fmla="*/ -65 h 15892"/>
              <a:gd name="csX5" fmla="*/ 8025515 w 8025610"/>
              <a:gd name="csY5" fmla="*/ 7881 h 15892"/>
              <a:gd name="csX6" fmla="*/ 8017569 w 8025610"/>
              <a:gd name="csY6" fmla="*/ 15828 h 158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025610" h="15892">
                <a:moveTo>
                  <a:pt x="8017569" y="15828"/>
                </a:moveTo>
                <a:lnTo>
                  <a:pt x="7851" y="15828"/>
                </a:lnTo>
                <a:cubicBezTo>
                  <a:pt x="3463" y="15828"/>
                  <a:pt x="-95" y="12270"/>
                  <a:pt x="-95" y="7881"/>
                </a:cubicBezTo>
                <a:cubicBezTo>
                  <a:pt x="-95" y="3493"/>
                  <a:pt x="3463" y="-65"/>
                  <a:pt x="7851" y="-65"/>
                </a:cubicBezTo>
                <a:lnTo>
                  <a:pt x="8017569" y="-65"/>
                </a:lnTo>
                <a:cubicBezTo>
                  <a:pt x="8021957" y="-65"/>
                  <a:pt x="8025515" y="3493"/>
                  <a:pt x="8025515" y="7881"/>
                </a:cubicBezTo>
                <a:cubicBezTo>
                  <a:pt x="8025515" y="12270"/>
                  <a:pt x="8021957" y="15828"/>
                  <a:pt x="8017569" y="15828"/>
                </a:cubicBezTo>
                <a:close/>
              </a:path>
            </a:pathLst>
          </a:custGeom>
          <a:solidFill>
            <a:srgbClr val="3F3D56"/>
          </a:solidFill>
          <a:ln w="7941" cap="flat">
            <a:noFill/>
            <a:prstDash val="solid"/>
            <a:miter/>
          </a:ln>
        </p:spPr>
        <p:txBody>
          <a:bodyPr/>
          <a:lstStyle/>
          <a:p>
            <a:endParaRPr lang="el-GR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7CD1E11-EBF0-A458-92F3-5F147FF014BC}"/>
              </a:ext>
            </a:extLst>
          </p:cNvPr>
          <p:cNvGrpSpPr/>
          <p:nvPr/>
        </p:nvGrpSpPr>
        <p:grpSpPr>
          <a:xfrm>
            <a:off x="969048" y="6930208"/>
            <a:ext cx="3861828" cy="6110587"/>
            <a:chOff x="969048" y="731520"/>
            <a:chExt cx="3861828" cy="6110587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47ACB46-7770-2EE5-2E91-D96793F9B314}"/>
                </a:ext>
              </a:extLst>
            </p:cNvPr>
            <p:cNvSpPr/>
            <p:nvPr/>
          </p:nvSpPr>
          <p:spPr>
            <a:xfrm>
              <a:off x="1139891" y="2610783"/>
              <a:ext cx="3472467" cy="4100212"/>
            </a:xfrm>
            <a:custGeom>
              <a:avLst/>
              <a:gdLst>
                <a:gd name="csX0" fmla="*/ 67963 w 3472467"/>
                <a:gd name="csY0" fmla="*/ 4100148 h 4100212"/>
                <a:gd name="csX1" fmla="*/ 67447 w 3472467"/>
                <a:gd name="csY1" fmla="*/ 4100148 h 4100212"/>
                <a:gd name="csX2" fmla="*/ -95 w 3472467"/>
                <a:gd name="csY2" fmla="*/ 4032605 h 4100212"/>
                <a:gd name="csX3" fmla="*/ -95 w 3472467"/>
                <a:gd name="csY3" fmla="*/ 67478 h 4100212"/>
                <a:gd name="csX4" fmla="*/ 67447 w 3472467"/>
                <a:gd name="csY4" fmla="*/ -65 h 4100212"/>
                <a:gd name="csX5" fmla="*/ 3404830 w 3472467"/>
                <a:gd name="csY5" fmla="*/ -65 h 4100212"/>
                <a:gd name="csX6" fmla="*/ 3472372 w 3472467"/>
                <a:gd name="csY6" fmla="*/ 67478 h 4100212"/>
                <a:gd name="csX7" fmla="*/ 3472372 w 3472467"/>
                <a:gd name="csY7" fmla="*/ 3150583 h 4100212"/>
                <a:gd name="csX8" fmla="*/ 3405354 w 3472467"/>
                <a:gd name="csY8" fmla="*/ 3218121 h 41002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472467" h="4100212">
                  <a:moveTo>
                    <a:pt x="67963" y="4100148"/>
                  </a:moveTo>
                  <a:lnTo>
                    <a:pt x="67447" y="4100148"/>
                  </a:lnTo>
                  <a:cubicBezTo>
                    <a:pt x="30162" y="4100106"/>
                    <a:pt x="-53" y="4069891"/>
                    <a:pt x="-95" y="4032605"/>
                  </a:cubicBezTo>
                  <a:lnTo>
                    <a:pt x="-95" y="67478"/>
                  </a:lnTo>
                  <a:cubicBezTo>
                    <a:pt x="-53" y="30192"/>
                    <a:pt x="30162" y="-23"/>
                    <a:pt x="67447" y="-65"/>
                  </a:cubicBezTo>
                  <a:lnTo>
                    <a:pt x="3404830" y="-65"/>
                  </a:lnTo>
                  <a:cubicBezTo>
                    <a:pt x="3442115" y="-23"/>
                    <a:pt x="3472331" y="30192"/>
                    <a:pt x="3472372" y="67478"/>
                  </a:cubicBezTo>
                  <a:lnTo>
                    <a:pt x="3472372" y="3150583"/>
                  </a:lnTo>
                  <a:cubicBezTo>
                    <a:pt x="3472332" y="3187664"/>
                    <a:pt x="3442434" y="3217794"/>
                    <a:pt x="3405354" y="3218121"/>
                  </a:cubicBezTo>
                  <a:close/>
                </a:path>
              </a:pathLst>
            </a:custGeom>
            <a:solidFill>
              <a:srgbClr val="F2F2F2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A598DB0-67ED-EE9A-320C-CACE6E7702E3}"/>
                </a:ext>
              </a:extLst>
            </p:cNvPr>
            <p:cNvSpPr/>
            <p:nvPr/>
          </p:nvSpPr>
          <p:spPr>
            <a:xfrm>
              <a:off x="2125213" y="1081150"/>
              <a:ext cx="1549499" cy="969430"/>
            </a:xfrm>
            <a:custGeom>
              <a:avLst/>
              <a:gdLst>
                <a:gd name="csX0" fmla="*/ 1549404 w 1549499"/>
                <a:gd name="csY0" fmla="*/ 969365 h 969430"/>
                <a:gd name="csX1" fmla="*/ -95 w 1549499"/>
                <a:gd name="csY1" fmla="*/ 969365 h 969430"/>
                <a:gd name="csX2" fmla="*/ -95 w 1549499"/>
                <a:gd name="csY2" fmla="*/ 71451 h 969430"/>
                <a:gd name="csX3" fmla="*/ 71420 w 1549499"/>
                <a:gd name="csY3" fmla="*/ -65 h 969430"/>
                <a:gd name="csX4" fmla="*/ 1477889 w 1549499"/>
                <a:gd name="csY4" fmla="*/ -65 h 969430"/>
                <a:gd name="csX5" fmla="*/ 1549404 w 1549499"/>
                <a:gd name="csY5" fmla="*/ 71451 h 969430"/>
                <a:gd name="csX6" fmla="*/ 15797 w 1549499"/>
                <a:gd name="csY6" fmla="*/ 953473 h 969430"/>
                <a:gd name="csX7" fmla="*/ 1533512 w 1549499"/>
                <a:gd name="csY7" fmla="*/ 953473 h 969430"/>
                <a:gd name="csX8" fmla="*/ 1533512 w 1549499"/>
                <a:gd name="csY8" fmla="*/ 71451 h 969430"/>
                <a:gd name="csX9" fmla="*/ 1477889 w 1549499"/>
                <a:gd name="csY9" fmla="*/ 15828 h 969430"/>
                <a:gd name="csX10" fmla="*/ 71420 w 1549499"/>
                <a:gd name="csY10" fmla="*/ 15828 h 969430"/>
                <a:gd name="csX11" fmla="*/ 15797 w 1549499"/>
                <a:gd name="csY11" fmla="*/ 71451 h 969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549499" h="969430">
                  <a:moveTo>
                    <a:pt x="1549404" y="969365"/>
                  </a:moveTo>
                  <a:lnTo>
                    <a:pt x="-95" y="969365"/>
                  </a:lnTo>
                  <a:lnTo>
                    <a:pt x="-95" y="71451"/>
                  </a:lnTo>
                  <a:cubicBezTo>
                    <a:pt x="-50" y="31972"/>
                    <a:pt x="31942" y="-20"/>
                    <a:pt x="71420" y="-65"/>
                  </a:cubicBezTo>
                  <a:lnTo>
                    <a:pt x="1477889" y="-65"/>
                  </a:lnTo>
                  <a:cubicBezTo>
                    <a:pt x="1517367" y="-20"/>
                    <a:pt x="1549359" y="31972"/>
                    <a:pt x="1549404" y="71451"/>
                  </a:cubicBezTo>
                  <a:close/>
                  <a:moveTo>
                    <a:pt x="15797" y="953473"/>
                  </a:moveTo>
                  <a:lnTo>
                    <a:pt x="1533512" y="953473"/>
                  </a:lnTo>
                  <a:lnTo>
                    <a:pt x="1533512" y="71451"/>
                  </a:lnTo>
                  <a:cubicBezTo>
                    <a:pt x="1533478" y="40745"/>
                    <a:pt x="1508594" y="15862"/>
                    <a:pt x="1477889" y="15828"/>
                  </a:cubicBezTo>
                  <a:lnTo>
                    <a:pt x="71420" y="15828"/>
                  </a:lnTo>
                  <a:cubicBezTo>
                    <a:pt x="40715" y="15862"/>
                    <a:pt x="15832" y="40745"/>
                    <a:pt x="15797" y="71451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2899B31-19A6-C0CD-AE22-172E3BEFDCDF}"/>
                </a:ext>
              </a:extLst>
            </p:cNvPr>
            <p:cNvSpPr/>
            <p:nvPr/>
          </p:nvSpPr>
          <p:spPr>
            <a:xfrm>
              <a:off x="2502655" y="1422834"/>
              <a:ext cx="794615" cy="1017106"/>
            </a:xfrm>
            <a:custGeom>
              <a:avLst/>
              <a:gdLst>
                <a:gd name="csX0" fmla="*/ 63569 w 794615"/>
                <a:gd name="csY0" fmla="*/ 0 h 1017106"/>
                <a:gd name="csX1" fmla="*/ 731046 w 794615"/>
                <a:gd name="csY1" fmla="*/ 0 h 1017106"/>
                <a:gd name="csX2" fmla="*/ 794615 w 794615"/>
                <a:gd name="csY2" fmla="*/ 63569 h 1017106"/>
                <a:gd name="csX3" fmla="*/ 794615 w 794615"/>
                <a:gd name="csY3" fmla="*/ 1017107 h 1017106"/>
                <a:gd name="csX4" fmla="*/ 794615 w 794615"/>
                <a:gd name="csY4" fmla="*/ 1017107 h 1017106"/>
                <a:gd name="csX5" fmla="*/ 0 w 794615"/>
                <a:gd name="csY5" fmla="*/ 1017107 h 1017106"/>
                <a:gd name="csX6" fmla="*/ 0 w 794615"/>
                <a:gd name="csY6" fmla="*/ 1017107 h 1017106"/>
                <a:gd name="csX7" fmla="*/ 0 w 794615"/>
                <a:gd name="csY7" fmla="*/ 63569 h 1017106"/>
                <a:gd name="csX8" fmla="*/ 63569 w 794615"/>
                <a:gd name="csY8" fmla="*/ 0 h 1017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94615" h="1017106">
                  <a:moveTo>
                    <a:pt x="63569" y="0"/>
                  </a:moveTo>
                  <a:lnTo>
                    <a:pt x="731046" y="0"/>
                  </a:lnTo>
                  <a:cubicBezTo>
                    <a:pt x="766154" y="0"/>
                    <a:pt x="794615" y="28461"/>
                    <a:pt x="794615" y="63569"/>
                  </a:cubicBezTo>
                  <a:lnTo>
                    <a:pt x="794615" y="1017107"/>
                  </a:lnTo>
                  <a:lnTo>
                    <a:pt x="794615" y="1017107"/>
                  </a:lnTo>
                  <a:lnTo>
                    <a:pt x="0" y="1017107"/>
                  </a:lnTo>
                  <a:lnTo>
                    <a:pt x="0" y="1017107"/>
                  </a:lnTo>
                  <a:lnTo>
                    <a:pt x="0" y="63569"/>
                  </a:lnTo>
                  <a:cubicBezTo>
                    <a:pt x="0" y="28461"/>
                    <a:pt x="28461" y="0"/>
                    <a:pt x="63569" y="0"/>
                  </a:cubicBezTo>
                  <a:close/>
                </a:path>
              </a:pathLst>
            </a:custGeom>
            <a:solidFill>
              <a:srgbClr val="E6E6E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1AE9F3-BA7B-7CEA-40D3-19F6ACB48639}"/>
                </a:ext>
              </a:extLst>
            </p:cNvPr>
            <p:cNvSpPr/>
            <p:nvPr/>
          </p:nvSpPr>
          <p:spPr>
            <a:xfrm>
              <a:off x="2371544" y="731520"/>
              <a:ext cx="325792" cy="365522"/>
            </a:xfrm>
            <a:custGeom>
              <a:avLst/>
              <a:gdLst>
                <a:gd name="csX0" fmla="*/ 325697 w 325792"/>
                <a:gd name="csY0" fmla="*/ 365458 h 365522"/>
                <a:gd name="csX1" fmla="*/ -95 w 325792"/>
                <a:gd name="csY1" fmla="*/ 365458 h 365522"/>
                <a:gd name="csX2" fmla="*/ -95 w 325792"/>
                <a:gd name="csY2" fmla="*/ 39666 h 365522"/>
                <a:gd name="csX3" fmla="*/ 39636 w 325792"/>
                <a:gd name="csY3" fmla="*/ -65 h 365522"/>
                <a:gd name="csX4" fmla="*/ 285966 w 325792"/>
                <a:gd name="csY4" fmla="*/ -65 h 365522"/>
                <a:gd name="csX5" fmla="*/ 325697 w 325792"/>
                <a:gd name="csY5" fmla="*/ 39666 h 365522"/>
                <a:gd name="csX6" fmla="*/ 15797 w 325792"/>
                <a:gd name="csY6" fmla="*/ 349566 h 365522"/>
                <a:gd name="csX7" fmla="*/ 309805 w 325792"/>
                <a:gd name="csY7" fmla="*/ 349566 h 365522"/>
                <a:gd name="csX8" fmla="*/ 309805 w 325792"/>
                <a:gd name="csY8" fmla="*/ 39666 h 365522"/>
                <a:gd name="csX9" fmla="*/ 285966 w 325792"/>
                <a:gd name="csY9" fmla="*/ 15828 h 365522"/>
                <a:gd name="csX10" fmla="*/ 39636 w 325792"/>
                <a:gd name="csY10" fmla="*/ 15828 h 365522"/>
                <a:gd name="csX11" fmla="*/ 15797 w 325792"/>
                <a:gd name="csY11" fmla="*/ 39666 h 3655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325792" h="365522">
                  <a:moveTo>
                    <a:pt x="325697" y="365458"/>
                  </a:moveTo>
                  <a:lnTo>
                    <a:pt x="-95" y="365458"/>
                  </a:lnTo>
                  <a:lnTo>
                    <a:pt x="-95" y="39666"/>
                  </a:lnTo>
                  <a:cubicBezTo>
                    <a:pt x="-70" y="17734"/>
                    <a:pt x="17703" y="-40"/>
                    <a:pt x="39636" y="-65"/>
                  </a:cubicBezTo>
                  <a:lnTo>
                    <a:pt x="285966" y="-65"/>
                  </a:lnTo>
                  <a:cubicBezTo>
                    <a:pt x="307899" y="-40"/>
                    <a:pt x="325672" y="17734"/>
                    <a:pt x="325697" y="39666"/>
                  </a:cubicBezTo>
                  <a:close/>
                  <a:moveTo>
                    <a:pt x="15797" y="349566"/>
                  </a:moveTo>
                  <a:lnTo>
                    <a:pt x="309805" y="349566"/>
                  </a:lnTo>
                  <a:lnTo>
                    <a:pt x="309805" y="39666"/>
                  </a:lnTo>
                  <a:cubicBezTo>
                    <a:pt x="309790" y="26506"/>
                    <a:pt x="299126" y="15842"/>
                    <a:pt x="285966" y="15828"/>
                  </a:cubicBezTo>
                  <a:lnTo>
                    <a:pt x="39636" y="15828"/>
                  </a:lnTo>
                  <a:cubicBezTo>
                    <a:pt x="26476" y="15842"/>
                    <a:pt x="15812" y="26506"/>
                    <a:pt x="15797" y="39666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619A0AF-D186-71C0-6B87-38AA77F09540}"/>
                </a:ext>
              </a:extLst>
            </p:cNvPr>
            <p:cNvSpPr/>
            <p:nvPr/>
          </p:nvSpPr>
          <p:spPr>
            <a:xfrm>
              <a:off x="969048" y="2034688"/>
              <a:ext cx="3861828" cy="4807419"/>
            </a:xfrm>
            <a:custGeom>
              <a:avLst/>
              <a:gdLst>
                <a:gd name="csX0" fmla="*/ 387358 w 3861828"/>
                <a:gd name="csY0" fmla="*/ 79397 h 4807419"/>
                <a:gd name="csX1" fmla="*/ 393239 w 3861828"/>
                <a:gd name="csY1" fmla="*/ 90998 h 4807419"/>
                <a:gd name="csX2" fmla="*/ 397212 w 3861828"/>
                <a:gd name="csY2" fmla="*/ 107208 h 4807419"/>
                <a:gd name="csX3" fmla="*/ 397212 w 3861828"/>
                <a:gd name="csY3" fmla="*/ 421081 h 4807419"/>
                <a:gd name="csX4" fmla="*/ 675328 w 3861828"/>
                <a:gd name="csY4" fmla="*/ 421081 h 4807419"/>
                <a:gd name="csX5" fmla="*/ 675328 w 3861828"/>
                <a:gd name="csY5" fmla="*/ 107208 h 4807419"/>
                <a:gd name="csX6" fmla="*/ 679301 w 3861828"/>
                <a:gd name="csY6" fmla="*/ 90998 h 4807419"/>
                <a:gd name="csX7" fmla="*/ 685183 w 3861828"/>
                <a:gd name="csY7" fmla="*/ 79397 h 4807419"/>
                <a:gd name="csX8" fmla="*/ 659435 w 3861828"/>
                <a:gd name="csY8" fmla="*/ 107208 h 4807419"/>
                <a:gd name="csX9" fmla="*/ 659435 w 3861828"/>
                <a:gd name="csY9" fmla="*/ 405189 h 4807419"/>
                <a:gd name="csX10" fmla="*/ 413105 w 3861828"/>
                <a:gd name="csY10" fmla="*/ 405189 h 4807419"/>
                <a:gd name="csX11" fmla="*/ 413105 w 3861828"/>
                <a:gd name="csY11" fmla="*/ 107208 h 4807419"/>
                <a:gd name="csX12" fmla="*/ 411673 w 3861828"/>
                <a:gd name="csY12" fmla="*/ 95289 h 4807419"/>
                <a:gd name="csX13" fmla="*/ 660867 w 3861828"/>
                <a:gd name="csY13" fmla="*/ 95289 h 4807419"/>
                <a:gd name="csX14" fmla="*/ 659436 w 3861828"/>
                <a:gd name="csY14" fmla="*/ 107208 h 4807419"/>
                <a:gd name="csX15" fmla="*/ 736988 w 3861828"/>
                <a:gd name="csY15" fmla="*/ 79397 h 4807419"/>
                <a:gd name="csX16" fmla="*/ 742870 w 3861828"/>
                <a:gd name="csY16" fmla="*/ 90998 h 4807419"/>
                <a:gd name="csX17" fmla="*/ 746843 w 3861828"/>
                <a:gd name="csY17" fmla="*/ 107208 h 4807419"/>
                <a:gd name="csX18" fmla="*/ 746843 w 3861828"/>
                <a:gd name="csY18" fmla="*/ 421081 h 4807419"/>
                <a:gd name="csX19" fmla="*/ 1024958 w 3861828"/>
                <a:gd name="csY19" fmla="*/ 421081 h 4807419"/>
                <a:gd name="csX20" fmla="*/ 1024958 w 3861828"/>
                <a:gd name="csY20" fmla="*/ 107208 h 4807419"/>
                <a:gd name="csX21" fmla="*/ 1028931 w 3861828"/>
                <a:gd name="csY21" fmla="*/ 90998 h 4807419"/>
                <a:gd name="csX22" fmla="*/ 1034814 w 3861828"/>
                <a:gd name="csY22" fmla="*/ 79397 h 4807419"/>
                <a:gd name="csX23" fmla="*/ 1009066 w 3861828"/>
                <a:gd name="csY23" fmla="*/ 107208 h 4807419"/>
                <a:gd name="csX24" fmla="*/ 1009066 w 3861828"/>
                <a:gd name="csY24" fmla="*/ 405189 h 4807419"/>
                <a:gd name="csX25" fmla="*/ 762735 w 3861828"/>
                <a:gd name="csY25" fmla="*/ 405189 h 4807419"/>
                <a:gd name="csX26" fmla="*/ 762735 w 3861828"/>
                <a:gd name="csY26" fmla="*/ 107208 h 4807419"/>
                <a:gd name="csX27" fmla="*/ 761304 w 3861828"/>
                <a:gd name="csY27" fmla="*/ 95289 h 4807419"/>
                <a:gd name="csX28" fmla="*/ 1010498 w 3861828"/>
                <a:gd name="csY28" fmla="*/ 95289 h 4807419"/>
                <a:gd name="csX29" fmla="*/ 1009066 w 3861828"/>
                <a:gd name="csY29" fmla="*/ 107208 h 4807419"/>
                <a:gd name="csX30" fmla="*/ 1086619 w 3861828"/>
                <a:gd name="csY30" fmla="*/ 79397 h 4807419"/>
                <a:gd name="csX31" fmla="*/ 1092500 w 3861828"/>
                <a:gd name="csY31" fmla="*/ 90998 h 4807419"/>
                <a:gd name="csX32" fmla="*/ 1096474 w 3861828"/>
                <a:gd name="csY32" fmla="*/ 107208 h 4807419"/>
                <a:gd name="csX33" fmla="*/ 1096474 w 3861828"/>
                <a:gd name="csY33" fmla="*/ 421081 h 4807419"/>
                <a:gd name="csX34" fmla="*/ 1374589 w 3861828"/>
                <a:gd name="csY34" fmla="*/ 421081 h 4807419"/>
                <a:gd name="csX35" fmla="*/ 1374589 w 3861828"/>
                <a:gd name="csY35" fmla="*/ 107208 h 4807419"/>
                <a:gd name="csX36" fmla="*/ 1378562 w 3861828"/>
                <a:gd name="csY36" fmla="*/ 90998 h 4807419"/>
                <a:gd name="csX37" fmla="*/ 1384444 w 3861828"/>
                <a:gd name="csY37" fmla="*/ 79397 h 4807419"/>
                <a:gd name="csX38" fmla="*/ 1358696 w 3861828"/>
                <a:gd name="csY38" fmla="*/ 107208 h 4807419"/>
                <a:gd name="csX39" fmla="*/ 1358696 w 3861828"/>
                <a:gd name="csY39" fmla="*/ 405189 h 4807419"/>
                <a:gd name="csX40" fmla="*/ 1112366 w 3861828"/>
                <a:gd name="csY40" fmla="*/ 405189 h 4807419"/>
                <a:gd name="csX41" fmla="*/ 1112366 w 3861828"/>
                <a:gd name="csY41" fmla="*/ 107208 h 4807419"/>
                <a:gd name="csX42" fmla="*/ 1110934 w 3861828"/>
                <a:gd name="csY42" fmla="*/ 95289 h 4807419"/>
                <a:gd name="csX43" fmla="*/ 1360128 w 3861828"/>
                <a:gd name="csY43" fmla="*/ 95289 h 4807419"/>
                <a:gd name="csX44" fmla="*/ 1358697 w 3861828"/>
                <a:gd name="csY44" fmla="*/ 107208 h 4807419"/>
                <a:gd name="csX45" fmla="*/ 1436249 w 3861828"/>
                <a:gd name="csY45" fmla="*/ 79397 h 4807419"/>
                <a:gd name="csX46" fmla="*/ 1442131 w 3861828"/>
                <a:gd name="csY46" fmla="*/ 90998 h 4807419"/>
                <a:gd name="csX47" fmla="*/ 1446104 w 3861828"/>
                <a:gd name="csY47" fmla="*/ 107208 h 4807419"/>
                <a:gd name="csX48" fmla="*/ 1446104 w 3861828"/>
                <a:gd name="csY48" fmla="*/ 421081 h 4807419"/>
                <a:gd name="csX49" fmla="*/ 1724220 w 3861828"/>
                <a:gd name="csY49" fmla="*/ 421081 h 4807419"/>
                <a:gd name="csX50" fmla="*/ 1724220 w 3861828"/>
                <a:gd name="csY50" fmla="*/ 107208 h 4807419"/>
                <a:gd name="csX51" fmla="*/ 1728193 w 3861828"/>
                <a:gd name="csY51" fmla="*/ 90998 h 4807419"/>
                <a:gd name="csX52" fmla="*/ 1734075 w 3861828"/>
                <a:gd name="csY52" fmla="*/ 79397 h 4807419"/>
                <a:gd name="csX53" fmla="*/ 1708327 w 3861828"/>
                <a:gd name="csY53" fmla="*/ 107208 h 4807419"/>
                <a:gd name="csX54" fmla="*/ 1708327 w 3861828"/>
                <a:gd name="csY54" fmla="*/ 405189 h 4807419"/>
                <a:gd name="csX55" fmla="*/ 1461997 w 3861828"/>
                <a:gd name="csY55" fmla="*/ 405189 h 4807419"/>
                <a:gd name="csX56" fmla="*/ 1461997 w 3861828"/>
                <a:gd name="csY56" fmla="*/ 107208 h 4807419"/>
                <a:gd name="csX57" fmla="*/ 1460565 w 3861828"/>
                <a:gd name="csY57" fmla="*/ 95289 h 4807419"/>
                <a:gd name="csX58" fmla="*/ 1709759 w 3861828"/>
                <a:gd name="csY58" fmla="*/ 95289 h 4807419"/>
                <a:gd name="csX59" fmla="*/ 1708327 w 3861828"/>
                <a:gd name="csY59" fmla="*/ 107208 h 4807419"/>
                <a:gd name="csX60" fmla="*/ 1785880 w 3861828"/>
                <a:gd name="csY60" fmla="*/ 79397 h 4807419"/>
                <a:gd name="csX61" fmla="*/ 1791762 w 3861828"/>
                <a:gd name="csY61" fmla="*/ 90998 h 4807419"/>
                <a:gd name="csX62" fmla="*/ 1795735 w 3861828"/>
                <a:gd name="csY62" fmla="*/ 107208 h 4807419"/>
                <a:gd name="csX63" fmla="*/ 1795735 w 3861828"/>
                <a:gd name="csY63" fmla="*/ 421081 h 4807419"/>
                <a:gd name="csX64" fmla="*/ 2073850 w 3861828"/>
                <a:gd name="csY64" fmla="*/ 421081 h 4807419"/>
                <a:gd name="csX65" fmla="*/ 2073850 w 3861828"/>
                <a:gd name="csY65" fmla="*/ 107208 h 4807419"/>
                <a:gd name="csX66" fmla="*/ 2077823 w 3861828"/>
                <a:gd name="csY66" fmla="*/ 90998 h 4807419"/>
                <a:gd name="csX67" fmla="*/ 2083705 w 3861828"/>
                <a:gd name="csY67" fmla="*/ 79397 h 4807419"/>
                <a:gd name="csX68" fmla="*/ 2057958 w 3861828"/>
                <a:gd name="csY68" fmla="*/ 107208 h 4807419"/>
                <a:gd name="csX69" fmla="*/ 2057958 w 3861828"/>
                <a:gd name="csY69" fmla="*/ 405189 h 4807419"/>
                <a:gd name="csX70" fmla="*/ 1811627 w 3861828"/>
                <a:gd name="csY70" fmla="*/ 405189 h 4807419"/>
                <a:gd name="csX71" fmla="*/ 1811627 w 3861828"/>
                <a:gd name="csY71" fmla="*/ 107208 h 4807419"/>
                <a:gd name="csX72" fmla="*/ 1810195 w 3861828"/>
                <a:gd name="csY72" fmla="*/ 95289 h 4807419"/>
                <a:gd name="csX73" fmla="*/ 2059389 w 3861828"/>
                <a:gd name="csY73" fmla="*/ 95289 h 4807419"/>
                <a:gd name="csX74" fmla="*/ 2057958 w 3861828"/>
                <a:gd name="csY74" fmla="*/ 107208 h 4807419"/>
                <a:gd name="csX75" fmla="*/ 2135510 w 3861828"/>
                <a:gd name="csY75" fmla="*/ 79397 h 4807419"/>
                <a:gd name="csX76" fmla="*/ 2141392 w 3861828"/>
                <a:gd name="csY76" fmla="*/ 90998 h 4807419"/>
                <a:gd name="csX77" fmla="*/ 2145365 w 3861828"/>
                <a:gd name="csY77" fmla="*/ 107208 h 4807419"/>
                <a:gd name="csX78" fmla="*/ 2145365 w 3861828"/>
                <a:gd name="csY78" fmla="*/ 421081 h 4807419"/>
                <a:gd name="csX79" fmla="*/ 2423481 w 3861828"/>
                <a:gd name="csY79" fmla="*/ 421081 h 4807419"/>
                <a:gd name="csX80" fmla="*/ 2423481 w 3861828"/>
                <a:gd name="csY80" fmla="*/ 107208 h 4807419"/>
                <a:gd name="csX81" fmla="*/ 2427454 w 3861828"/>
                <a:gd name="csY81" fmla="*/ 90998 h 4807419"/>
                <a:gd name="csX82" fmla="*/ 2433336 w 3861828"/>
                <a:gd name="csY82" fmla="*/ 79397 h 4807419"/>
                <a:gd name="csX83" fmla="*/ 2407588 w 3861828"/>
                <a:gd name="csY83" fmla="*/ 107208 h 4807419"/>
                <a:gd name="csX84" fmla="*/ 2407588 w 3861828"/>
                <a:gd name="csY84" fmla="*/ 405189 h 4807419"/>
                <a:gd name="csX85" fmla="*/ 2161258 w 3861828"/>
                <a:gd name="csY85" fmla="*/ 405189 h 4807419"/>
                <a:gd name="csX86" fmla="*/ 2161258 w 3861828"/>
                <a:gd name="csY86" fmla="*/ 107208 h 4807419"/>
                <a:gd name="csX87" fmla="*/ 2159826 w 3861828"/>
                <a:gd name="csY87" fmla="*/ 95289 h 4807419"/>
                <a:gd name="csX88" fmla="*/ 2409020 w 3861828"/>
                <a:gd name="csY88" fmla="*/ 95289 h 4807419"/>
                <a:gd name="csX89" fmla="*/ 2407588 w 3861828"/>
                <a:gd name="csY89" fmla="*/ 107208 h 4807419"/>
                <a:gd name="csX90" fmla="*/ 2485141 w 3861828"/>
                <a:gd name="csY90" fmla="*/ 79397 h 4807419"/>
                <a:gd name="csX91" fmla="*/ 2491023 w 3861828"/>
                <a:gd name="csY91" fmla="*/ 90998 h 4807419"/>
                <a:gd name="csX92" fmla="*/ 2494996 w 3861828"/>
                <a:gd name="csY92" fmla="*/ 107208 h 4807419"/>
                <a:gd name="csX93" fmla="*/ 2494996 w 3861828"/>
                <a:gd name="csY93" fmla="*/ 421081 h 4807419"/>
                <a:gd name="csX94" fmla="*/ 2773111 w 3861828"/>
                <a:gd name="csY94" fmla="*/ 421081 h 4807419"/>
                <a:gd name="csX95" fmla="*/ 2773111 w 3861828"/>
                <a:gd name="csY95" fmla="*/ 107208 h 4807419"/>
                <a:gd name="csX96" fmla="*/ 2777084 w 3861828"/>
                <a:gd name="csY96" fmla="*/ 90998 h 4807419"/>
                <a:gd name="csX97" fmla="*/ 2782966 w 3861828"/>
                <a:gd name="csY97" fmla="*/ 79397 h 4807419"/>
                <a:gd name="csX98" fmla="*/ 2757219 w 3861828"/>
                <a:gd name="csY98" fmla="*/ 107208 h 4807419"/>
                <a:gd name="csX99" fmla="*/ 2757219 w 3861828"/>
                <a:gd name="csY99" fmla="*/ 405189 h 4807419"/>
                <a:gd name="csX100" fmla="*/ 2510888 w 3861828"/>
                <a:gd name="csY100" fmla="*/ 405189 h 4807419"/>
                <a:gd name="csX101" fmla="*/ 2510888 w 3861828"/>
                <a:gd name="csY101" fmla="*/ 107208 h 4807419"/>
                <a:gd name="csX102" fmla="*/ 2509457 w 3861828"/>
                <a:gd name="csY102" fmla="*/ 95289 h 4807419"/>
                <a:gd name="csX103" fmla="*/ 2758651 w 3861828"/>
                <a:gd name="csY103" fmla="*/ 95289 h 4807419"/>
                <a:gd name="csX104" fmla="*/ 2757219 w 3861828"/>
                <a:gd name="csY104" fmla="*/ 107208 h 4807419"/>
                <a:gd name="csX105" fmla="*/ 2834771 w 3861828"/>
                <a:gd name="csY105" fmla="*/ 79397 h 4807419"/>
                <a:gd name="csX106" fmla="*/ 2840653 w 3861828"/>
                <a:gd name="csY106" fmla="*/ 90998 h 4807419"/>
                <a:gd name="csX107" fmla="*/ 2844627 w 3861828"/>
                <a:gd name="csY107" fmla="*/ 107208 h 4807419"/>
                <a:gd name="csX108" fmla="*/ 2844627 w 3861828"/>
                <a:gd name="csY108" fmla="*/ 421081 h 4807419"/>
                <a:gd name="csX109" fmla="*/ 3122742 w 3861828"/>
                <a:gd name="csY109" fmla="*/ 421081 h 4807419"/>
                <a:gd name="csX110" fmla="*/ 3122742 w 3861828"/>
                <a:gd name="csY110" fmla="*/ 107208 h 4807419"/>
                <a:gd name="csX111" fmla="*/ 3126715 w 3861828"/>
                <a:gd name="csY111" fmla="*/ 90998 h 4807419"/>
                <a:gd name="csX112" fmla="*/ 3132597 w 3861828"/>
                <a:gd name="csY112" fmla="*/ 79397 h 4807419"/>
                <a:gd name="csX113" fmla="*/ 3106849 w 3861828"/>
                <a:gd name="csY113" fmla="*/ 107208 h 4807419"/>
                <a:gd name="csX114" fmla="*/ 3106849 w 3861828"/>
                <a:gd name="csY114" fmla="*/ 405189 h 4807419"/>
                <a:gd name="csX115" fmla="*/ 2860519 w 3861828"/>
                <a:gd name="csY115" fmla="*/ 405189 h 4807419"/>
                <a:gd name="csX116" fmla="*/ 2860519 w 3861828"/>
                <a:gd name="csY116" fmla="*/ 107208 h 4807419"/>
                <a:gd name="csX117" fmla="*/ 2859087 w 3861828"/>
                <a:gd name="csY117" fmla="*/ 95289 h 4807419"/>
                <a:gd name="csX118" fmla="*/ 3108281 w 3861828"/>
                <a:gd name="csY118" fmla="*/ 95289 h 4807419"/>
                <a:gd name="csX119" fmla="*/ 3106849 w 3861828"/>
                <a:gd name="csY119" fmla="*/ 107208 h 4807419"/>
                <a:gd name="csX120" fmla="*/ 3184402 w 3861828"/>
                <a:gd name="csY120" fmla="*/ 79397 h 4807419"/>
                <a:gd name="csX121" fmla="*/ 3190284 w 3861828"/>
                <a:gd name="csY121" fmla="*/ 90998 h 4807419"/>
                <a:gd name="csX122" fmla="*/ 3194257 w 3861828"/>
                <a:gd name="csY122" fmla="*/ 107208 h 4807419"/>
                <a:gd name="csX123" fmla="*/ 3194257 w 3861828"/>
                <a:gd name="csY123" fmla="*/ 421081 h 4807419"/>
                <a:gd name="csX124" fmla="*/ 3472372 w 3861828"/>
                <a:gd name="csY124" fmla="*/ 421081 h 4807419"/>
                <a:gd name="csX125" fmla="*/ 3472372 w 3861828"/>
                <a:gd name="csY125" fmla="*/ 107208 h 4807419"/>
                <a:gd name="csX126" fmla="*/ 3476345 w 3861828"/>
                <a:gd name="csY126" fmla="*/ 90998 h 4807419"/>
                <a:gd name="csX127" fmla="*/ 3482227 w 3861828"/>
                <a:gd name="csY127" fmla="*/ 79397 h 4807419"/>
                <a:gd name="csX128" fmla="*/ 3456480 w 3861828"/>
                <a:gd name="csY128" fmla="*/ 107208 h 4807419"/>
                <a:gd name="csX129" fmla="*/ 3456480 w 3861828"/>
                <a:gd name="csY129" fmla="*/ 405189 h 4807419"/>
                <a:gd name="csX130" fmla="*/ 3210149 w 3861828"/>
                <a:gd name="csY130" fmla="*/ 405189 h 4807419"/>
                <a:gd name="csX131" fmla="*/ 3210149 w 3861828"/>
                <a:gd name="csY131" fmla="*/ 107208 h 4807419"/>
                <a:gd name="csX132" fmla="*/ 3208718 w 3861828"/>
                <a:gd name="csY132" fmla="*/ 95289 h 4807419"/>
                <a:gd name="csX133" fmla="*/ 3457912 w 3861828"/>
                <a:gd name="csY133" fmla="*/ 95289 h 4807419"/>
                <a:gd name="csX134" fmla="*/ 3456480 w 3861828"/>
                <a:gd name="csY134" fmla="*/ 107208 h 4807419"/>
                <a:gd name="csX135" fmla="*/ 3184402 w 3861828"/>
                <a:gd name="csY135" fmla="*/ 79397 h 4807419"/>
                <a:gd name="csX136" fmla="*/ 3190284 w 3861828"/>
                <a:gd name="csY136" fmla="*/ 90998 h 4807419"/>
                <a:gd name="csX137" fmla="*/ 3194257 w 3861828"/>
                <a:gd name="csY137" fmla="*/ 107208 h 4807419"/>
                <a:gd name="csX138" fmla="*/ 3194257 w 3861828"/>
                <a:gd name="csY138" fmla="*/ 421081 h 4807419"/>
                <a:gd name="csX139" fmla="*/ 3472372 w 3861828"/>
                <a:gd name="csY139" fmla="*/ 421081 h 4807419"/>
                <a:gd name="csX140" fmla="*/ 3472372 w 3861828"/>
                <a:gd name="csY140" fmla="*/ 107208 h 4807419"/>
                <a:gd name="csX141" fmla="*/ 3476345 w 3861828"/>
                <a:gd name="csY141" fmla="*/ 90998 h 4807419"/>
                <a:gd name="csX142" fmla="*/ 3482227 w 3861828"/>
                <a:gd name="csY142" fmla="*/ 79397 h 4807419"/>
                <a:gd name="csX143" fmla="*/ 3456480 w 3861828"/>
                <a:gd name="csY143" fmla="*/ 107208 h 4807419"/>
                <a:gd name="csX144" fmla="*/ 3456480 w 3861828"/>
                <a:gd name="csY144" fmla="*/ 405189 h 4807419"/>
                <a:gd name="csX145" fmla="*/ 3210149 w 3861828"/>
                <a:gd name="csY145" fmla="*/ 405189 h 4807419"/>
                <a:gd name="csX146" fmla="*/ 3210149 w 3861828"/>
                <a:gd name="csY146" fmla="*/ 107208 h 4807419"/>
                <a:gd name="csX147" fmla="*/ 3208718 w 3861828"/>
                <a:gd name="csY147" fmla="*/ 95289 h 4807419"/>
                <a:gd name="csX148" fmla="*/ 3457912 w 3861828"/>
                <a:gd name="csY148" fmla="*/ 95289 h 4807419"/>
                <a:gd name="csX149" fmla="*/ 3456480 w 3861828"/>
                <a:gd name="csY149" fmla="*/ 107208 h 4807419"/>
                <a:gd name="csX150" fmla="*/ 2834771 w 3861828"/>
                <a:gd name="csY150" fmla="*/ 79397 h 4807419"/>
                <a:gd name="csX151" fmla="*/ 2840653 w 3861828"/>
                <a:gd name="csY151" fmla="*/ 90998 h 4807419"/>
                <a:gd name="csX152" fmla="*/ 2844627 w 3861828"/>
                <a:gd name="csY152" fmla="*/ 107208 h 4807419"/>
                <a:gd name="csX153" fmla="*/ 2844627 w 3861828"/>
                <a:gd name="csY153" fmla="*/ 421081 h 4807419"/>
                <a:gd name="csX154" fmla="*/ 3122742 w 3861828"/>
                <a:gd name="csY154" fmla="*/ 421081 h 4807419"/>
                <a:gd name="csX155" fmla="*/ 3122742 w 3861828"/>
                <a:gd name="csY155" fmla="*/ 107208 h 4807419"/>
                <a:gd name="csX156" fmla="*/ 3126715 w 3861828"/>
                <a:gd name="csY156" fmla="*/ 90998 h 4807419"/>
                <a:gd name="csX157" fmla="*/ 3132597 w 3861828"/>
                <a:gd name="csY157" fmla="*/ 79397 h 4807419"/>
                <a:gd name="csX158" fmla="*/ 3106849 w 3861828"/>
                <a:gd name="csY158" fmla="*/ 107208 h 4807419"/>
                <a:gd name="csX159" fmla="*/ 3106849 w 3861828"/>
                <a:gd name="csY159" fmla="*/ 405189 h 4807419"/>
                <a:gd name="csX160" fmla="*/ 2860519 w 3861828"/>
                <a:gd name="csY160" fmla="*/ 405189 h 4807419"/>
                <a:gd name="csX161" fmla="*/ 2860519 w 3861828"/>
                <a:gd name="csY161" fmla="*/ 107208 h 4807419"/>
                <a:gd name="csX162" fmla="*/ 2859087 w 3861828"/>
                <a:gd name="csY162" fmla="*/ 95289 h 4807419"/>
                <a:gd name="csX163" fmla="*/ 3108281 w 3861828"/>
                <a:gd name="csY163" fmla="*/ 95289 h 4807419"/>
                <a:gd name="csX164" fmla="*/ 3106849 w 3861828"/>
                <a:gd name="csY164" fmla="*/ 107208 h 4807419"/>
                <a:gd name="csX165" fmla="*/ 2485141 w 3861828"/>
                <a:gd name="csY165" fmla="*/ 79397 h 4807419"/>
                <a:gd name="csX166" fmla="*/ 2491023 w 3861828"/>
                <a:gd name="csY166" fmla="*/ 90998 h 4807419"/>
                <a:gd name="csX167" fmla="*/ 2494996 w 3861828"/>
                <a:gd name="csY167" fmla="*/ 107208 h 4807419"/>
                <a:gd name="csX168" fmla="*/ 2494996 w 3861828"/>
                <a:gd name="csY168" fmla="*/ 421081 h 4807419"/>
                <a:gd name="csX169" fmla="*/ 2773111 w 3861828"/>
                <a:gd name="csY169" fmla="*/ 421081 h 4807419"/>
                <a:gd name="csX170" fmla="*/ 2773111 w 3861828"/>
                <a:gd name="csY170" fmla="*/ 107208 h 4807419"/>
                <a:gd name="csX171" fmla="*/ 2777084 w 3861828"/>
                <a:gd name="csY171" fmla="*/ 90998 h 4807419"/>
                <a:gd name="csX172" fmla="*/ 2782966 w 3861828"/>
                <a:gd name="csY172" fmla="*/ 79397 h 4807419"/>
                <a:gd name="csX173" fmla="*/ 2757219 w 3861828"/>
                <a:gd name="csY173" fmla="*/ 107208 h 4807419"/>
                <a:gd name="csX174" fmla="*/ 2757219 w 3861828"/>
                <a:gd name="csY174" fmla="*/ 405189 h 4807419"/>
                <a:gd name="csX175" fmla="*/ 2510888 w 3861828"/>
                <a:gd name="csY175" fmla="*/ 405189 h 4807419"/>
                <a:gd name="csX176" fmla="*/ 2510888 w 3861828"/>
                <a:gd name="csY176" fmla="*/ 107208 h 4807419"/>
                <a:gd name="csX177" fmla="*/ 2509457 w 3861828"/>
                <a:gd name="csY177" fmla="*/ 95289 h 4807419"/>
                <a:gd name="csX178" fmla="*/ 2758651 w 3861828"/>
                <a:gd name="csY178" fmla="*/ 95289 h 4807419"/>
                <a:gd name="csX179" fmla="*/ 2757219 w 3861828"/>
                <a:gd name="csY179" fmla="*/ 107208 h 4807419"/>
                <a:gd name="csX180" fmla="*/ 2135510 w 3861828"/>
                <a:gd name="csY180" fmla="*/ 79397 h 4807419"/>
                <a:gd name="csX181" fmla="*/ 2141392 w 3861828"/>
                <a:gd name="csY181" fmla="*/ 90998 h 4807419"/>
                <a:gd name="csX182" fmla="*/ 2145365 w 3861828"/>
                <a:gd name="csY182" fmla="*/ 107208 h 4807419"/>
                <a:gd name="csX183" fmla="*/ 2145365 w 3861828"/>
                <a:gd name="csY183" fmla="*/ 421081 h 4807419"/>
                <a:gd name="csX184" fmla="*/ 2423481 w 3861828"/>
                <a:gd name="csY184" fmla="*/ 421081 h 4807419"/>
                <a:gd name="csX185" fmla="*/ 2423481 w 3861828"/>
                <a:gd name="csY185" fmla="*/ 107208 h 4807419"/>
                <a:gd name="csX186" fmla="*/ 2427454 w 3861828"/>
                <a:gd name="csY186" fmla="*/ 90998 h 4807419"/>
                <a:gd name="csX187" fmla="*/ 2433336 w 3861828"/>
                <a:gd name="csY187" fmla="*/ 79397 h 4807419"/>
                <a:gd name="csX188" fmla="*/ 2407588 w 3861828"/>
                <a:gd name="csY188" fmla="*/ 107208 h 4807419"/>
                <a:gd name="csX189" fmla="*/ 2407588 w 3861828"/>
                <a:gd name="csY189" fmla="*/ 405189 h 4807419"/>
                <a:gd name="csX190" fmla="*/ 2161258 w 3861828"/>
                <a:gd name="csY190" fmla="*/ 405189 h 4807419"/>
                <a:gd name="csX191" fmla="*/ 2161258 w 3861828"/>
                <a:gd name="csY191" fmla="*/ 107208 h 4807419"/>
                <a:gd name="csX192" fmla="*/ 2159826 w 3861828"/>
                <a:gd name="csY192" fmla="*/ 95289 h 4807419"/>
                <a:gd name="csX193" fmla="*/ 2409020 w 3861828"/>
                <a:gd name="csY193" fmla="*/ 95289 h 4807419"/>
                <a:gd name="csX194" fmla="*/ 2407588 w 3861828"/>
                <a:gd name="csY194" fmla="*/ 107208 h 4807419"/>
                <a:gd name="csX195" fmla="*/ 1785880 w 3861828"/>
                <a:gd name="csY195" fmla="*/ 79397 h 4807419"/>
                <a:gd name="csX196" fmla="*/ 1791762 w 3861828"/>
                <a:gd name="csY196" fmla="*/ 90998 h 4807419"/>
                <a:gd name="csX197" fmla="*/ 1795735 w 3861828"/>
                <a:gd name="csY197" fmla="*/ 107208 h 4807419"/>
                <a:gd name="csX198" fmla="*/ 1795735 w 3861828"/>
                <a:gd name="csY198" fmla="*/ 421081 h 4807419"/>
                <a:gd name="csX199" fmla="*/ 2073850 w 3861828"/>
                <a:gd name="csY199" fmla="*/ 421081 h 4807419"/>
                <a:gd name="csX200" fmla="*/ 2073850 w 3861828"/>
                <a:gd name="csY200" fmla="*/ 107208 h 4807419"/>
                <a:gd name="csX201" fmla="*/ 2077823 w 3861828"/>
                <a:gd name="csY201" fmla="*/ 90998 h 4807419"/>
                <a:gd name="csX202" fmla="*/ 2083705 w 3861828"/>
                <a:gd name="csY202" fmla="*/ 79397 h 4807419"/>
                <a:gd name="csX203" fmla="*/ 2057958 w 3861828"/>
                <a:gd name="csY203" fmla="*/ 107208 h 4807419"/>
                <a:gd name="csX204" fmla="*/ 2057958 w 3861828"/>
                <a:gd name="csY204" fmla="*/ 405189 h 4807419"/>
                <a:gd name="csX205" fmla="*/ 1811627 w 3861828"/>
                <a:gd name="csY205" fmla="*/ 405189 h 4807419"/>
                <a:gd name="csX206" fmla="*/ 1811627 w 3861828"/>
                <a:gd name="csY206" fmla="*/ 107208 h 4807419"/>
                <a:gd name="csX207" fmla="*/ 1810195 w 3861828"/>
                <a:gd name="csY207" fmla="*/ 95289 h 4807419"/>
                <a:gd name="csX208" fmla="*/ 2059389 w 3861828"/>
                <a:gd name="csY208" fmla="*/ 95289 h 4807419"/>
                <a:gd name="csX209" fmla="*/ 2057958 w 3861828"/>
                <a:gd name="csY209" fmla="*/ 107208 h 4807419"/>
                <a:gd name="csX210" fmla="*/ 1436249 w 3861828"/>
                <a:gd name="csY210" fmla="*/ 79397 h 4807419"/>
                <a:gd name="csX211" fmla="*/ 1442131 w 3861828"/>
                <a:gd name="csY211" fmla="*/ 90998 h 4807419"/>
                <a:gd name="csX212" fmla="*/ 1446104 w 3861828"/>
                <a:gd name="csY212" fmla="*/ 107208 h 4807419"/>
                <a:gd name="csX213" fmla="*/ 1446104 w 3861828"/>
                <a:gd name="csY213" fmla="*/ 421081 h 4807419"/>
                <a:gd name="csX214" fmla="*/ 1724220 w 3861828"/>
                <a:gd name="csY214" fmla="*/ 421081 h 4807419"/>
                <a:gd name="csX215" fmla="*/ 1724220 w 3861828"/>
                <a:gd name="csY215" fmla="*/ 107208 h 4807419"/>
                <a:gd name="csX216" fmla="*/ 1728193 w 3861828"/>
                <a:gd name="csY216" fmla="*/ 90998 h 4807419"/>
                <a:gd name="csX217" fmla="*/ 1734075 w 3861828"/>
                <a:gd name="csY217" fmla="*/ 79397 h 4807419"/>
                <a:gd name="csX218" fmla="*/ 1708327 w 3861828"/>
                <a:gd name="csY218" fmla="*/ 107208 h 4807419"/>
                <a:gd name="csX219" fmla="*/ 1708327 w 3861828"/>
                <a:gd name="csY219" fmla="*/ 405189 h 4807419"/>
                <a:gd name="csX220" fmla="*/ 1461997 w 3861828"/>
                <a:gd name="csY220" fmla="*/ 405189 h 4807419"/>
                <a:gd name="csX221" fmla="*/ 1461997 w 3861828"/>
                <a:gd name="csY221" fmla="*/ 107208 h 4807419"/>
                <a:gd name="csX222" fmla="*/ 1460565 w 3861828"/>
                <a:gd name="csY222" fmla="*/ 95289 h 4807419"/>
                <a:gd name="csX223" fmla="*/ 1709759 w 3861828"/>
                <a:gd name="csY223" fmla="*/ 95289 h 4807419"/>
                <a:gd name="csX224" fmla="*/ 1708327 w 3861828"/>
                <a:gd name="csY224" fmla="*/ 107208 h 4807419"/>
                <a:gd name="csX225" fmla="*/ 1086619 w 3861828"/>
                <a:gd name="csY225" fmla="*/ 79397 h 4807419"/>
                <a:gd name="csX226" fmla="*/ 1092500 w 3861828"/>
                <a:gd name="csY226" fmla="*/ 90998 h 4807419"/>
                <a:gd name="csX227" fmla="*/ 1096474 w 3861828"/>
                <a:gd name="csY227" fmla="*/ 107208 h 4807419"/>
                <a:gd name="csX228" fmla="*/ 1096474 w 3861828"/>
                <a:gd name="csY228" fmla="*/ 421081 h 4807419"/>
                <a:gd name="csX229" fmla="*/ 1374589 w 3861828"/>
                <a:gd name="csY229" fmla="*/ 421081 h 4807419"/>
                <a:gd name="csX230" fmla="*/ 1374589 w 3861828"/>
                <a:gd name="csY230" fmla="*/ 107208 h 4807419"/>
                <a:gd name="csX231" fmla="*/ 1378562 w 3861828"/>
                <a:gd name="csY231" fmla="*/ 90998 h 4807419"/>
                <a:gd name="csX232" fmla="*/ 1384444 w 3861828"/>
                <a:gd name="csY232" fmla="*/ 79397 h 4807419"/>
                <a:gd name="csX233" fmla="*/ 1358696 w 3861828"/>
                <a:gd name="csY233" fmla="*/ 107208 h 4807419"/>
                <a:gd name="csX234" fmla="*/ 1358696 w 3861828"/>
                <a:gd name="csY234" fmla="*/ 405189 h 4807419"/>
                <a:gd name="csX235" fmla="*/ 1112366 w 3861828"/>
                <a:gd name="csY235" fmla="*/ 405189 h 4807419"/>
                <a:gd name="csX236" fmla="*/ 1112366 w 3861828"/>
                <a:gd name="csY236" fmla="*/ 107208 h 4807419"/>
                <a:gd name="csX237" fmla="*/ 1110934 w 3861828"/>
                <a:gd name="csY237" fmla="*/ 95289 h 4807419"/>
                <a:gd name="csX238" fmla="*/ 1360128 w 3861828"/>
                <a:gd name="csY238" fmla="*/ 95289 h 4807419"/>
                <a:gd name="csX239" fmla="*/ 1358697 w 3861828"/>
                <a:gd name="csY239" fmla="*/ 107208 h 4807419"/>
                <a:gd name="csX240" fmla="*/ 736988 w 3861828"/>
                <a:gd name="csY240" fmla="*/ 79397 h 4807419"/>
                <a:gd name="csX241" fmla="*/ 742870 w 3861828"/>
                <a:gd name="csY241" fmla="*/ 90998 h 4807419"/>
                <a:gd name="csX242" fmla="*/ 746843 w 3861828"/>
                <a:gd name="csY242" fmla="*/ 107208 h 4807419"/>
                <a:gd name="csX243" fmla="*/ 746843 w 3861828"/>
                <a:gd name="csY243" fmla="*/ 421081 h 4807419"/>
                <a:gd name="csX244" fmla="*/ 1024958 w 3861828"/>
                <a:gd name="csY244" fmla="*/ 421081 h 4807419"/>
                <a:gd name="csX245" fmla="*/ 1024958 w 3861828"/>
                <a:gd name="csY245" fmla="*/ 107208 h 4807419"/>
                <a:gd name="csX246" fmla="*/ 1028931 w 3861828"/>
                <a:gd name="csY246" fmla="*/ 90998 h 4807419"/>
                <a:gd name="csX247" fmla="*/ 1034814 w 3861828"/>
                <a:gd name="csY247" fmla="*/ 79397 h 4807419"/>
                <a:gd name="csX248" fmla="*/ 1009066 w 3861828"/>
                <a:gd name="csY248" fmla="*/ 107208 h 4807419"/>
                <a:gd name="csX249" fmla="*/ 1009066 w 3861828"/>
                <a:gd name="csY249" fmla="*/ 405189 h 4807419"/>
                <a:gd name="csX250" fmla="*/ 762735 w 3861828"/>
                <a:gd name="csY250" fmla="*/ 405189 h 4807419"/>
                <a:gd name="csX251" fmla="*/ 762735 w 3861828"/>
                <a:gd name="csY251" fmla="*/ 107208 h 4807419"/>
                <a:gd name="csX252" fmla="*/ 761304 w 3861828"/>
                <a:gd name="csY252" fmla="*/ 95289 h 4807419"/>
                <a:gd name="csX253" fmla="*/ 1010498 w 3861828"/>
                <a:gd name="csY253" fmla="*/ 95289 h 4807419"/>
                <a:gd name="csX254" fmla="*/ 1009066 w 3861828"/>
                <a:gd name="csY254" fmla="*/ 107208 h 4807419"/>
                <a:gd name="csX255" fmla="*/ 387358 w 3861828"/>
                <a:gd name="csY255" fmla="*/ 79397 h 4807419"/>
                <a:gd name="csX256" fmla="*/ 393239 w 3861828"/>
                <a:gd name="csY256" fmla="*/ 90998 h 4807419"/>
                <a:gd name="csX257" fmla="*/ 397212 w 3861828"/>
                <a:gd name="csY257" fmla="*/ 107208 h 4807419"/>
                <a:gd name="csX258" fmla="*/ 397212 w 3861828"/>
                <a:gd name="csY258" fmla="*/ 421081 h 4807419"/>
                <a:gd name="csX259" fmla="*/ 675328 w 3861828"/>
                <a:gd name="csY259" fmla="*/ 421081 h 4807419"/>
                <a:gd name="csX260" fmla="*/ 675328 w 3861828"/>
                <a:gd name="csY260" fmla="*/ 107208 h 4807419"/>
                <a:gd name="csX261" fmla="*/ 679301 w 3861828"/>
                <a:gd name="csY261" fmla="*/ 90998 h 4807419"/>
                <a:gd name="csX262" fmla="*/ 685183 w 3861828"/>
                <a:gd name="csY262" fmla="*/ 79397 h 4807419"/>
                <a:gd name="csX263" fmla="*/ 659435 w 3861828"/>
                <a:gd name="csY263" fmla="*/ 107208 h 4807419"/>
                <a:gd name="csX264" fmla="*/ 659435 w 3861828"/>
                <a:gd name="csY264" fmla="*/ 405189 h 4807419"/>
                <a:gd name="csX265" fmla="*/ 413105 w 3861828"/>
                <a:gd name="csY265" fmla="*/ 405189 h 4807419"/>
                <a:gd name="csX266" fmla="*/ 413105 w 3861828"/>
                <a:gd name="csY266" fmla="*/ 107208 h 4807419"/>
                <a:gd name="csX267" fmla="*/ 411673 w 3861828"/>
                <a:gd name="csY267" fmla="*/ 95289 h 4807419"/>
                <a:gd name="csX268" fmla="*/ 660867 w 3861828"/>
                <a:gd name="csY268" fmla="*/ 95289 h 4807419"/>
                <a:gd name="csX269" fmla="*/ 659436 w 3861828"/>
                <a:gd name="csY269" fmla="*/ 107208 h 4807419"/>
                <a:gd name="csX270" fmla="*/ 3184402 w 3861828"/>
                <a:gd name="csY270" fmla="*/ 79397 h 4807419"/>
                <a:gd name="csX271" fmla="*/ 3190284 w 3861828"/>
                <a:gd name="csY271" fmla="*/ 90998 h 4807419"/>
                <a:gd name="csX272" fmla="*/ 3194257 w 3861828"/>
                <a:gd name="csY272" fmla="*/ 107208 h 4807419"/>
                <a:gd name="csX273" fmla="*/ 3194257 w 3861828"/>
                <a:gd name="csY273" fmla="*/ 421081 h 4807419"/>
                <a:gd name="csX274" fmla="*/ 3472372 w 3861828"/>
                <a:gd name="csY274" fmla="*/ 421081 h 4807419"/>
                <a:gd name="csX275" fmla="*/ 3472372 w 3861828"/>
                <a:gd name="csY275" fmla="*/ 107208 h 4807419"/>
                <a:gd name="csX276" fmla="*/ 3476345 w 3861828"/>
                <a:gd name="csY276" fmla="*/ 90998 h 4807419"/>
                <a:gd name="csX277" fmla="*/ 3482227 w 3861828"/>
                <a:gd name="csY277" fmla="*/ 79397 h 4807419"/>
                <a:gd name="csX278" fmla="*/ 3456480 w 3861828"/>
                <a:gd name="csY278" fmla="*/ 107208 h 4807419"/>
                <a:gd name="csX279" fmla="*/ 3456480 w 3861828"/>
                <a:gd name="csY279" fmla="*/ 405189 h 4807419"/>
                <a:gd name="csX280" fmla="*/ 3210149 w 3861828"/>
                <a:gd name="csY280" fmla="*/ 405189 h 4807419"/>
                <a:gd name="csX281" fmla="*/ 3210149 w 3861828"/>
                <a:gd name="csY281" fmla="*/ 107208 h 4807419"/>
                <a:gd name="csX282" fmla="*/ 3208718 w 3861828"/>
                <a:gd name="csY282" fmla="*/ 95289 h 4807419"/>
                <a:gd name="csX283" fmla="*/ 3457912 w 3861828"/>
                <a:gd name="csY283" fmla="*/ 95289 h 4807419"/>
                <a:gd name="csX284" fmla="*/ 3456480 w 3861828"/>
                <a:gd name="csY284" fmla="*/ 107208 h 4807419"/>
                <a:gd name="csX285" fmla="*/ 2834771 w 3861828"/>
                <a:gd name="csY285" fmla="*/ 79397 h 4807419"/>
                <a:gd name="csX286" fmla="*/ 2840653 w 3861828"/>
                <a:gd name="csY286" fmla="*/ 90998 h 4807419"/>
                <a:gd name="csX287" fmla="*/ 2844627 w 3861828"/>
                <a:gd name="csY287" fmla="*/ 107208 h 4807419"/>
                <a:gd name="csX288" fmla="*/ 2844627 w 3861828"/>
                <a:gd name="csY288" fmla="*/ 421081 h 4807419"/>
                <a:gd name="csX289" fmla="*/ 3122742 w 3861828"/>
                <a:gd name="csY289" fmla="*/ 421081 h 4807419"/>
                <a:gd name="csX290" fmla="*/ 3122742 w 3861828"/>
                <a:gd name="csY290" fmla="*/ 107208 h 4807419"/>
                <a:gd name="csX291" fmla="*/ 3126715 w 3861828"/>
                <a:gd name="csY291" fmla="*/ 90998 h 4807419"/>
                <a:gd name="csX292" fmla="*/ 3132597 w 3861828"/>
                <a:gd name="csY292" fmla="*/ 79397 h 4807419"/>
                <a:gd name="csX293" fmla="*/ 3106849 w 3861828"/>
                <a:gd name="csY293" fmla="*/ 107208 h 4807419"/>
                <a:gd name="csX294" fmla="*/ 3106849 w 3861828"/>
                <a:gd name="csY294" fmla="*/ 405189 h 4807419"/>
                <a:gd name="csX295" fmla="*/ 2860519 w 3861828"/>
                <a:gd name="csY295" fmla="*/ 405189 h 4807419"/>
                <a:gd name="csX296" fmla="*/ 2860519 w 3861828"/>
                <a:gd name="csY296" fmla="*/ 107208 h 4807419"/>
                <a:gd name="csX297" fmla="*/ 2859087 w 3861828"/>
                <a:gd name="csY297" fmla="*/ 95289 h 4807419"/>
                <a:gd name="csX298" fmla="*/ 3108281 w 3861828"/>
                <a:gd name="csY298" fmla="*/ 95289 h 4807419"/>
                <a:gd name="csX299" fmla="*/ 3106849 w 3861828"/>
                <a:gd name="csY299" fmla="*/ 107208 h 4807419"/>
                <a:gd name="csX300" fmla="*/ 2485141 w 3861828"/>
                <a:gd name="csY300" fmla="*/ 79397 h 4807419"/>
                <a:gd name="csX301" fmla="*/ 2491023 w 3861828"/>
                <a:gd name="csY301" fmla="*/ 90998 h 4807419"/>
                <a:gd name="csX302" fmla="*/ 2494996 w 3861828"/>
                <a:gd name="csY302" fmla="*/ 107208 h 4807419"/>
                <a:gd name="csX303" fmla="*/ 2494996 w 3861828"/>
                <a:gd name="csY303" fmla="*/ 421081 h 4807419"/>
                <a:gd name="csX304" fmla="*/ 2773111 w 3861828"/>
                <a:gd name="csY304" fmla="*/ 421081 h 4807419"/>
                <a:gd name="csX305" fmla="*/ 2773111 w 3861828"/>
                <a:gd name="csY305" fmla="*/ 107208 h 4807419"/>
                <a:gd name="csX306" fmla="*/ 2777084 w 3861828"/>
                <a:gd name="csY306" fmla="*/ 90998 h 4807419"/>
                <a:gd name="csX307" fmla="*/ 2782966 w 3861828"/>
                <a:gd name="csY307" fmla="*/ 79397 h 4807419"/>
                <a:gd name="csX308" fmla="*/ 2757219 w 3861828"/>
                <a:gd name="csY308" fmla="*/ 107208 h 4807419"/>
                <a:gd name="csX309" fmla="*/ 2757219 w 3861828"/>
                <a:gd name="csY309" fmla="*/ 405189 h 4807419"/>
                <a:gd name="csX310" fmla="*/ 2510888 w 3861828"/>
                <a:gd name="csY310" fmla="*/ 405189 h 4807419"/>
                <a:gd name="csX311" fmla="*/ 2510888 w 3861828"/>
                <a:gd name="csY311" fmla="*/ 107208 h 4807419"/>
                <a:gd name="csX312" fmla="*/ 2509457 w 3861828"/>
                <a:gd name="csY312" fmla="*/ 95289 h 4807419"/>
                <a:gd name="csX313" fmla="*/ 2758651 w 3861828"/>
                <a:gd name="csY313" fmla="*/ 95289 h 4807419"/>
                <a:gd name="csX314" fmla="*/ 2757219 w 3861828"/>
                <a:gd name="csY314" fmla="*/ 107208 h 4807419"/>
                <a:gd name="csX315" fmla="*/ 2135510 w 3861828"/>
                <a:gd name="csY315" fmla="*/ 79397 h 4807419"/>
                <a:gd name="csX316" fmla="*/ 2141392 w 3861828"/>
                <a:gd name="csY316" fmla="*/ 90998 h 4807419"/>
                <a:gd name="csX317" fmla="*/ 2145365 w 3861828"/>
                <a:gd name="csY317" fmla="*/ 107208 h 4807419"/>
                <a:gd name="csX318" fmla="*/ 2145365 w 3861828"/>
                <a:gd name="csY318" fmla="*/ 421081 h 4807419"/>
                <a:gd name="csX319" fmla="*/ 2423481 w 3861828"/>
                <a:gd name="csY319" fmla="*/ 421081 h 4807419"/>
                <a:gd name="csX320" fmla="*/ 2423481 w 3861828"/>
                <a:gd name="csY320" fmla="*/ 107208 h 4807419"/>
                <a:gd name="csX321" fmla="*/ 2427454 w 3861828"/>
                <a:gd name="csY321" fmla="*/ 90998 h 4807419"/>
                <a:gd name="csX322" fmla="*/ 2433336 w 3861828"/>
                <a:gd name="csY322" fmla="*/ 79397 h 4807419"/>
                <a:gd name="csX323" fmla="*/ 2407588 w 3861828"/>
                <a:gd name="csY323" fmla="*/ 107208 h 4807419"/>
                <a:gd name="csX324" fmla="*/ 2407588 w 3861828"/>
                <a:gd name="csY324" fmla="*/ 405189 h 4807419"/>
                <a:gd name="csX325" fmla="*/ 2161258 w 3861828"/>
                <a:gd name="csY325" fmla="*/ 405189 h 4807419"/>
                <a:gd name="csX326" fmla="*/ 2161258 w 3861828"/>
                <a:gd name="csY326" fmla="*/ 107208 h 4807419"/>
                <a:gd name="csX327" fmla="*/ 2159826 w 3861828"/>
                <a:gd name="csY327" fmla="*/ 95289 h 4807419"/>
                <a:gd name="csX328" fmla="*/ 2409020 w 3861828"/>
                <a:gd name="csY328" fmla="*/ 95289 h 4807419"/>
                <a:gd name="csX329" fmla="*/ 2407588 w 3861828"/>
                <a:gd name="csY329" fmla="*/ 107208 h 4807419"/>
                <a:gd name="csX330" fmla="*/ 1785880 w 3861828"/>
                <a:gd name="csY330" fmla="*/ 79397 h 4807419"/>
                <a:gd name="csX331" fmla="*/ 1791762 w 3861828"/>
                <a:gd name="csY331" fmla="*/ 90998 h 4807419"/>
                <a:gd name="csX332" fmla="*/ 1795735 w 3861828"/>
                <a:gd name="csY332" fmla="*/ 107208 h 4807419"/>
                <a:gd name="csX333" fmla="*/ 1795735 w 3861828"/>
                <a:gd name="csY333" fmla="*/ 421081 h 4807419"/>
                <a:gd name="csX334" fmla="*/ 2073850 w 3861828"/>
                <a:gd name="csY334" fmla="*/ 421081 h 4807419"/>
                <a:gd name="csX335" fmla="*/ 2073850 w 3861828"/>
                <a:gd name="csY335" fmla="*/ 107208 h 4807419"/>
                <a:gd name="csX336" fmla="*/ 2077823 w 3861828"/>
                <a:gd name="csY336" fmla="*/ 90998 h 4807419"/>
                <a:gd name="csX337" fmla="*/ 2083705 w 3861828"/>
                <a:gd name="csY337" fmla="*/ 79397 h 4807419"/>
                <a:gd name="csX338" fmla="*/ 2057958 w 3861828"/>
                <a:gd name="csY338" fmla="*/ 107208 h 4807419"/>
                <a:gd name="csX339" fmla="*/ 2057958 w 3861828"/>
                <a:gd name="csY339" fmla="*/ 405189 h 4807419"/>
                <a:gd name="csX340" fmla="*/ 1811627 w 3861828"/>
                <a:gd name="csY340" fmla="*/ 405189 h 4807419"/>
                <a:gd name="csX341" fmla="*/ 1811627 w 3861828"/>
                <a:gd name="csY341" fmla="*/ 107208 h 4807419"/>
                <a:gd name="csX342" fmla="*/ 1810195 w 3861828"/>
                <a:gd name="csY342" fmla="*/ 95289 h 4807419"/>
                <a:gd name="csX343" fmla="*/ 2059389 w 3861828"/>
                <a:gd name="csY343" fmla="*/ 95289 h 4807419"/>
                <a:gd name="csX344" fmla="*/ 2057958 w 3861828"/>
                <a:gd name="csY344" fmla="*/ 107208 h 4807419"/>
                <a:gd name="csX345" fmla="*/ 1436249 w 3861828"/>
                <a:gd name="csY345" fmla="*/ 79397 h 4807419"/>
                <a:gd name="csX346" fmla="*/ 1442131 w 3861828"/>
                <a:gd name="csY346" fmla="*/ 90998 h 4807419"/>
                <a:gd name="csX347" fmla="*/ 1446104 w 3861828"/>
                <a:gd name="csY347" fmla="*/ 107208 h 4807419"/>
                <a:gd name="csX348" fmla="*/ 1446104 w 3861828"/>
                <a:gd name="csY348" fmla="*/ 421081 h 4807419"/>
                <a:gd name="csX349" fmla="*/ 1724220 w 3861828"/>
                <a:gd name="csY349" fmla="*/ 421081 h 4807419"/>
                <a:gd name="csX350" fmla="*/ 1724220 w 3861828"/>
                <a:gd name="csY350" fmla="*/ 107208 h 4807419"/>
                <a:gd name="csX351" fmla="*/ 1728193 w 3861828"/>
                <a:gd name="csY351" fmla="*/ 90998 h 4807419"/>
                <a:gd name="csX352" fmla="*/ 1734075 w 3861828"/>
                <a:gd name="csY352" fmla="*/ 79397 h 4807419"/>
                <a:gd name="csX353" fmla="*/ 1708327 w 3861828"/>
                <a:gd name="csY353" fmla="*/ 107208 h 4807419"/>
                <a:gd name="csX354" fmla="*/ 1708327 w 3861828"/>
                <a:gd name="csY354" fmla="*/ 405189 h 4807419"/>
                <a:gd name="csX355" fmla="*/ 1461997 w 3861828"/>
                <a:gd name="csY355" fmla="*/ 405189 h 4807419"/>
                <a:gd name="csX356" fmla="*/ 1461997 w 3861828"/>
                <a:gd name="csY356" fmla="*/ 107208 h 4807419"/>
                <a:gd name="csX357" fmla="*/ 1460565 w 3861828"/>
                <a:gd name="csY357" fmla="*/ 95289 h 4807419"/>
                <a:gd name="csX358" fmla="*/ 1709759 w 3861828"/>
                <a:gd name="csY358" fmla="*/ 95289 h 4807419"/>
                <a:gd name="csX359" fmla="*/ 1708327 w 3861828"/>
                <a:gd name="csY359" fmla="*/ 107208 h 4807419"/>
                <a:gd name="csX360" fmla="*/ 1086619 w 3861828"/>
                <a:gd name="csY360" fmla="*/ 79397 h 4807419"/>
                <a:gd name="csX361" fmla="*/ 1092500 w 3861828"/>
                <a:gd name="csY361" fmla="*/ 90998 h 4807419"/>
                <a:gd name="csX362" fmla="*/ 1096474 w 3861828"/>
                <a:gd name="csY362" fmla="*/ 107208 h 4807419"/>
                <a:gd name="csX363" fmla="*/ 1096474 w 3861828"/>
                <a:gd name="csY363" fmla="*/ 421081 h 4807419"/>
                <a:gd name="csX364" fmla="*/ 1374589 w 3861828"/>
                <a:gd name="csY364" fmla="*/ 421081 h 4807419"/>
                <a:gd name="csX365" fmla="*/ 1374589 w 3861828"/>
                <a:gd name="csY365" fmla="*/ 107208 h 4807419"/>
                <a:gd name="csX366" fmla="*/ 1378562 w 3861828"/>
                <a:gd name="csY366" fmla="*/ 90998 h 4807419"/>
                <a:gd name="csX367" fmla="*/ 1384444 w 3861828"/>
                <a:gd name="csY367" fmla="*/ 79397 h 4807419"/>
                <a:gd name="csX368" fmla="*/ 1358696 w 3861828"/>
                <a:gd name="csY368" fmla="*/ 107208 h 4807419"/>
                <a:gd name="csX369" fmla="*/ 1358696 w 3861828"/>
                <a:gd name="csY369" fmla="*/ 405189 h 4807419"/>
                <a:gd name="csX370" fmla="*/ 1112366 w 3861828"/>
                <a:gd name="csY370" fmla="*/ 405189 h 4807419"/>
                <a:gd name="csX371" fmla="*/ 1112366 w 3861828"/>
                <a:gd name="csY371" fmla="*/ 107208 h 4807419"/>
                <a:gd name="csX372" fmla="*/ 1110934 w 3861828"/>
                <a:gd name="csY372" fmla="*/ 95289 h 4807419"/>
                <a:gd name="csX373" fmla="*/ 1360128 w 3861828"/>
                <a:gd name="csY373" fmla="*/ 95289 h 4807419"/>
                <a:gd name="csX374" fmla="*/ 1358697 w 3861828"/>
                <a:gd name="csY374" fmla="*/ 107208 h 4807419"/>
                <a:gd name="csX375" fmla="*/ 736988 w 3861828"/>
                <a:gd name="csY375" fmla="*/ 79397 h 4807419"/>
                <a:gd name="csX376" fmla="*/ 742870 w 3861828"/>
                <a:gd name="csY376" fmla="*/ 90998 h 4807419"/>
                <a:gd name="csX377" fmla="*/ 746843 w 3861828"/>
                <a:gd name="csY377" fmla="*/ 107208 h 4807419"/>
                <a:gd name="csX378" fmla="*/ 746843 w 3861828"/>
                <a:gd name="csY378" fmla="*/ 421081 h 4807419"/>
                <a:gd name="csX379" fmla="*/ 1024958 w 3861828"/>
                <a:gd name="csY379" fmla="*/ 421081 h 4807419"/>
                <a:gd name="csX380" fmla="*/ 1024958 w 3861828"/>
                <a:gd name="csY380" fmla="*/ 107208 h 4807419"/>
                <a:gd name="csX381" fmla="*/ 1028931 w 3861828"/>
                <a:gd name="csY381" fmla="*/ 90998 h 4807419"/>
                <a:gd name="csX382" fmla="*/ 1034814 w 3861828"/>
                <a:gd name="csY382" fmla="*/ 79397 h 4807419"/>
                <a:gd name="csX383" fmla="*/ 1009066 w 3861828"/>
                <a:gd name="csY383" fmla="*/ 107208 h 4807419"/>
                <a:gd name="csX384" fmla="*/ 1009066 w 3861828"/>
                <a:gd name="csY384" fmla="*/ 405189 h 4807419"/>
                <a:gd name="csX385" fmla="*/ 762735 w 3861828"/>
                <a:gd name="csY385" fmla="*/ 405189 h 4807419"/>
                <a:gd name="csX386" fmla="*/ 762735 w 3861828"/>
                <a:gd name="csY386" fmla="*/ 107208 h 4807419"/>
                <a:gd name="csX387" fmla="*/ 761304 w 3861828"/>
                <a:gd name="csY387" fmla="*/ 95289 h 4807419"/>
                <a:gd name="csX388" fmla="*/ 1010498 w 3861828"/>
                <a:gd name="csY388" fmla="*/ 95289 h 4807419"/>
                <a:gd name="csX389" fmla="*/ 1009066 w 3861828"/>
                <a:gd name="csY389" fmla="*/ 107208 h 4807419"/>
                <a:gd name="csX390" fmla="*/ 387358 w 3861828"/>
                <a:gd name="csY390" fmla="*/ 79397 h 4807419"/>
                <a:gd name="csX391" fmla="*/ 393239 w 3861828"/>
                <a:gd name="csY391" fmla="*/ 90998 h 4807419"/>
                <a:gd name="csX392" fmla="*/ 397212 w 3861828"/>
                <a:gd name="csY392" fmla="*/ 107208 h 4807419"/>
                <a:gd name="csX393" fmla="*/ 397212 w 3861828"/>
                <a:gd name="csY393" fmla="*/ 421081 h 4807419"/>
                <a:gd name="csX394" fmla="*/ 675328 w 3861828"/>
                <a:gd name="csY394" fmla="*/ 421081 h 4807419"/>
                <a:gd name="csX395" fmla="*/ 675328 w 3861828"/>
                <a:gd name="csY395" fmla="*/ 107208 h 4807419"/>
                <a:gd name="csX396" fmla="*/ 679301 w 3861828"/>
                <a:gd name="csY396" fmla="*/ 90998 h 4807419"/>
                <a:gd name="csX397" fmla="*/ 685183 w 3861828"/>
                <a:gd name="csY397" fmla="*/ 79397 h 4807419"/>
                <a:gd name="csX398" fmla="*/ 659435 w 3861828"/>
                <a:gd name="csY398" fmla="*/ 107208 h 4807419"/>
                <a:gd name="csX399" fmla="*/ 659435 w 3861828"/>
                <a:gd name="csY399" fmla="*/ 405189 h 4807419"/>
                <a:gd name="csX400" fmla="*/ 413105 w 3861828"/>
                <a:gd name="csY400" fmla="*/ 405189 h 4807419"/>
                <a:gd name="csX401" fmla="*/ 413105 w 3861828"/>
                <a:gd name="csY401" fmla="*/ 107208 h 4807419"/>
                <a:gd name="csX402" fmla="*/ 411673 w 3861828"/>
                <a:gd name="csY402" fmla="*/ 95289 h 4807419"/>
                <a:gd name="csX403" fmla="*/ 660867 w 3861828"/>
                <a:gd name="csY403" fmla="*/ 95289 h 4807419"/>
                <a:gd name="csX404" fmla="*/ 659436 w 3861828"/>
                <a:gd name="csY404" fmla="*/ 107208 h 4807419"/>
                <a:gd name="csX405" fmla="*/ 3184402 w 3861828"/>
                <a:gd name="csY405" fmla="*/ 79397 h 4807419"/>
                <a:gd name="csX406" fmla="*/ 3190284 w 3861828"/>
                <a:gd name="csY406" fmla="*/ 90998 h 4807419"/>
                <a:gd name="csX407" fmla="*/ 3194257 w 3861828"/>
                <a:gd name="csY407" fmla="*/ 107208 h 4807419"/>
                <a:gd name="csX408" fmla="*/ 3194257 w 3861828"/>
                <a:gd name="csY408" fmla="*/ 421081 h 4807419"/>
                <a:gd name="csX409" fmla="*/ 3472372 w 3861828"/>
                <a:gd name="csY409" fmla="*/ 421081 h 4807419"/>
                <a:gd name="csX410" fmla="*/ 3472372 w 3861828"/>
                <a:gd name="csY410" fmla="*/ 107208 h 4807419"/>
                <a:gd name="csX411" fmla="*/ 3476345 w 3861828"/>
                <a:gd name="csY411" fmla="*/ 90998 h 4807419"/>
                <a:gd name="csX412" fmla="*/ 3482227 w 3861828"/>
                <a:gd name="csY412" fmla="*/ 79397 h 4807419"/>
                <a:gd name="csX413" fmla="*/ 3456480 w 3861828"/>
                <a:gd name="csY413" fmla="*/ 107208 h 4807419"/>
                <a:gd name="csX414" fmla="*/ 3456480 w 3861828"/>
                <a:gd name="csY414" fmla="*/ 405189 h 4807419"/>
                <a:gd name="csX415" fmla="*/ 3210149 w 3861828"/>
                <a:gd name="csY415" fmla="*/ 405189 h 4807419"/>
                <a:gd name="csX416" fmla="*/ 3210149 w 3861828"/>
                <a:gd name="csY416" fmla="*/ 107208 h 4807419"/>
                <a:gd name="csX417" fmla="*/ 3208718 w 3861828"/>
                <a:gd name="csY417" fmla="*/ 95289 h 4807419"/>
                <a:gd name="csX418" fmla="*/ 3457912 w 3861828"/>
                <a:gd name="csY418" fmla="*/ 95289 h 4807419"/>
                <a:gd name="csX419" fmla="*/ 3456480 w 3861828"/>
                <a:gd name="csY419" fmla="*/ 107208 h 4807419"/>
                <a:gd name="csX420" fmla="*/ 2834771 w 3861828"/>
                <a:gd name="csY420" fmla="*/ 79397 h 4807419"/>
                <a:gd name="csX421" fmla="*/ 2840653 w 3861828"/>
                <a:gd name="csY421" fmla="*/ 90998 h 4807419"/>
                <a:gd name="csX422" fmla="*/ 2844627 w 3861828"/>
                <a:gd name="csY422" fmla="*/ 107208 h 4807419"/>
                <a:gd name="csX423" fmla="*/ 2844627 w 3861828"/>
                <a:gd name="csY423" fmla="*/ 421081 h 4807419"/>
                <a:gd name="csX424" fmla="*/ 3122742 w 3861828"/>
                <a:gd name="csY424" fmla="*/ 421081 h 4807419"/>
                <a:gd name="csX425" fmla="*/ 3122742 w 3861828"/>
                <a:gd name="csY425" fmla="*/ 107208 h 4807419"/>
                <a:gd name="csX426" fmla="*/ 3126715 w 3861828"/>
                <a:gd name="csY426" fmla="*/ 90998 h 4807419"/>
                <a:gd name="csX427" fmla="*/ 3132597 w 3861828"/>
                <a:gd name="csY427" fmla="*/ 79397 h 4807419"/>
                <a:gd name="csX428" fmla="*/ 3106849 w 3861828"/>
                <a:gd name="csY428" fmla="*/ 107208 h 4807419"/>
                <a:gd name="csX429" fmla="*/ 3106849 w 3861828"/>
                <a:gd name="csY429" fmla="*/ 405189 h 4807419"/>
                <a:gd name="csX430" fmla="*/ 2860519 w 3861828"/>
                <a:gd name="csY430" fmla="*/ 405189 h 4807419"/>
                <a:gd name="csX431" fmla="*/ 2860519 w 3861828"/>
                <a:gd name="csY431" fmla="*/ 107208 h 4807419"/>
                <a:gd name="csX432" fmla="*/ 2859087 w 3861828"/>
                <a:gd name="csY432" fmla="*/ 95289 h 4807419"/>
                <a:gd name="csX433" fmla="*/ 3108281 w 3861828"/>
                <a:gd name="csY433" fmla="*/ 95289 h 4807419"/>
                <a:gd name="csX434" fmla="*/ 3106849 w 3861828"/>
                <a:gd name="csY434" fmla="*/ 107208 h 4807419"/>
                <a:gd name="csX435" fmla="*/ 2485141 w 3861828"/>
                <a:gd name="csY435" fmla="*/ 79397 h 4807419"/>
                <a:gd name="csX436" fmla="*/ 2491023 w 3861828"/>
                <a:gd name="csY436" fmla="*/ 90998 h 4807419"/>
                <a:gd name="csX437" fmla="*/ 2494996 w 3861828"/>
                <a:gd name="csY437" fmla="*/ 107208 h 4807419"/>
                <a:gd name="csX438" fmla="*/ 2494996 w 3861828"/>
                <a:gd name="csY438" fmla="*/ 421081 h 4807419"/>
                <a:gd name="csX439" fmla="*/ 2773111 w 3861828"/>
                <a:gd name="csY439" fmla="*/ 421081 h 4807419"/>
                <a:gd name="csX440" fmla="*/ 2773111 w 3861828"/>
                <a:gd name="csY440" fmla="*/ 107208 h 4807419"/>
                <a:gd name="csX441" fmla="*/ 2777084 w 3861828"/>
                <a:gd name="csY441" fmla="*/ 90998 h 4807419"/>
                <a:gd name="csX442" fmla="*/ 2782966 w 3861828"/>
                <a:gd name="csY442" fmla="*/ 79397 h 4807419"/>
                <a:gd name="csX443" fmla="*/ 2757219 w 3861828"/>
                <a:gd name="csY443" fmla="*/ 107208 h 4807419"/>
                <a:gd name="csX444" fmla="*/ 2757219 w 3861828"/>
                <a:gd name="csY444" fmla="*/ 405189 h 4807419"/>
                <a:gd name="csX445" fmla="*/ 2510888 w 3861828"/>
                <a:gd name="csY445" fmla="*/ 405189 h 4807419"/>
                <a:gd name="csX446" fmla="*/ 2510888 w 3861828"/>
                <a:gd name="csY446" fmla="*/ 107208 h 4807419"/>
                <a:gd name="csX447" fmla="*/ 2509457 w 3861828"/>
                <a:gd name="csY447" fmla="*/ 95289 h 4807419"/>
                <a:gd name="csX448" fmla="*/ 2758651 w 3861828"/>
                <a:gd name="csY448" fmla="*/ 95289 h 4807419"/>
                <a:gd name="csX449" fmla="*/ 2757219 w 3861828"/>
                <a:gd name="csY449" fmla="*/ 107208 h 4807419"/>
                <a:gd name="csX450" fmla="*/ 2135510 w 3861828"/>
                <a:gd name="csY450" fmla="*/ 79397 h 4807419"/>
                <a:gd name="csX451" fmla="*/ 2141392 w 3861828"/>
                <a:gd name="csY451" fmla="*/ 90998 h 4807419"/>
                <a:gd name="csX452" fmla="*/ 2145365 w 3861828"/>
                <a:gd name="csY452" fmla="*/ 107208 h 4807419"/>
                <a:gd name="csX453" fmla="*/ 2145365 w 3861828"/>
                <a:gd name="csY453" fmla="*/ 421081 h 4807419"/>
                <a:gd name="csX454" fmla="*/ 2423481 w 3861828"/>
                <a:gd name="csY454" fmla="*/ 421081 h 4807419"/>
                <a:gd name="csX455" fmla="*/ 2423481 w 3861828"/>
                <a:gd name="csY455" fmla="*/ 107208 h 4807419"/>
                <a:gd name="csX456" fmla="*/ 2427454 w 3861828"/>
                <a:gd name="csY456" fmla="*/ 90998 h 4807419"/>
                <a:gd name="csX457" fmla="*/ 2433336 w 3861828"/>
                <a:gd name="csY457" fmla="*/ 79397 h 4807419"/>
                <a:gd name="csX458" fmla="*/ 2407588 w 3861828"/>
                <a:gd name="csY458" fmla="*/ 107208 h 4807419"/>
                <a:gd name="csX459" fmla="*/ 2407588 w 3861828"/>
                <a:gd name="csY459" fmla="*/ 405189 h 4807419"/>
                <a:gd name="csX460" fmla="*/ 2161258 w 3861828"/>
                <a:gd name="csY460" fmla="*/ 405189 h 4807419"/>
                <a:gd name="csX461" fmla="*/ 2161258 w 3861828"/>
                <a:gd name="csY461" fmla="*/ 107208 h 4807419"/>
                <a:gd name="csX462" fmla="*/ 2159826 w 3861828"/>
                <a:gd name="csY462" fmla="*/ 95289 h 4807419"/>
                <a:gd name="csX463" fmla="*/ 2409020 w 3861828"/>
                <a:gd name="csY463" fmla="*/ 95289 h 4807419"/>
                <a:gd name="csX464" fmla="*/ 2407588 w 3861828"/>
                <a:gd name="csY464" fmla="*/ 107208 h 4807419"/>
                <a:gd name="csX465" fmla="*/ 1785880 w 3861828"/>
                <a:gd name="csY465" fmla="*/ 79397 h 4807419"/>
                <a:gd name="csX466" fmla="*/ 1791762 w 3861828"/>
                <a:gd name="csY466" fmla="*/ 90998 h 4807419"/>
                <a:gd name="csX467" fmla="*/ 1795735 w 3861828"/>
                <a:gd name="csY467" fmla="*/ 107208 h 4807419"/>
                <a:gd name="csX468" fmla="*/ 1795735 w 3861828"/>
                <a:gd name="csY468" fmla="*/ 421081 h 4807419"/>
                <a:gd name="csX469" fmla="*/ 2073850 w 3861828"/>
                <a:gd name="csY469" fmla="*/ 421081 h 4807419"/>
                <a:gd name="csX470" fmla="*/ 2073850 w 3861828"/>
                <a:gd name="csY470" fmla="*/ 107208 h 4807419"/>
                <a:gd name="csX471" fmla="*/ 2077823 w 3861828"/>
                <a:gd name="csY471" fmla="*/ 90998 h 4807419"/>
                <a:gd name="csX472" fmla="*/ 2083705 w 3861828"/>
                <a:gd name="csY472" fmla="*/ 79397 h 4807419"/>
                <a:gd name="csX473" fmla="*/ 2057958 w 3861828"/>
                <a:gd name="csY473" fmla="*/ 107208 h 4807419"/>
                <a:gd name="csX474" fmla="*/ 2057958 w 3861828"/>
                <a:gd name="csY474" fmla="*/ 405189 h 4807419"/>
                <a:gd name="csX475" fmla="*/ 1811627 w 3861828"/>
                <a:gd name="csY475" fmla="*/ 405189 h 4807419"/>
                <a:gd name="csX476" fmla="*/ 1811627 w 3861828"/>
                <a:gd name="csY476" fmla="*/ 107208 h 4807419"/>
                <a:gd name="csX477" fmla="*/ 1810195 w 3861828"/>
                <a:gd name="csY477" fmla="*/ 95289 h 4807419"/>
                <a:gd name="csX478" fmla="*/ 2059389 w 3861828"/>
                <a:gd name="csY478" fmla="*/ 95289 h 4807419"/>
                <a:gd name="csX479" fmla="*/ 2057958 w 3861828"/>
                <a:gd name="csY479" fmla="*/ 107208 h 4807419"/>
                <a:gd name="csX480" fmla="*/ 1436249 w 3861828"/>
                <a:gd name="csY480" fmla="*/ 79397 h 4807419"/>
                <a:gd name="csX481" fmla="*/ 1442131 w 3861828"/>
                <a:gd name="csY481" fmla="*/ 90998 h 4807419"/>
                <a:gd name="csX482" fmla="*/ 1446104 w 3861828"/>
                <a:gd name="csY482" fmla="*/ 107208 h 4807419"/>
                <a:gd name="csX483" fmla="*/ 1446104 w 3861828"/>
                <a:gd name="csY483" fmla="*/ 421081 h 4807419"/>
                <a:gd name="csX484" fmla="*/ 1724220 w 3861828"/>
                <a:gd name="csY484" fmla="*/ 421081 h 4807419"/>
                <a:gd name="csX485" fmla="*/ 1724220 w 3861828"/>
                <a:gd name="csY485" fmla="*/ 107208 h 4807419"/>
                <a:gd name="csX486" fmla="*/ 1728193 w 3861828"/>
                <a:gd name="csY486" fmla="*/ 90998 h 4807419"/>
                <a:gd name="csX487" fmla="*/ 1734075 w 3861828"/>
                <a:gd name="csY487" fmla="*/ 79397 h 4807419"/>
                <a:gd name="csX488" fmla="*/ 1708327 w 3861828"/>
                <a:gd name="csY488" fmla="*/ 107208 h 4807419"/>
                <a:gd name="csX489" fmla="*/ 1708327 w 3861828"/>
                <a:gd name="csY489" fmla="*/ 405189 h 4807419"/>
                <a:gd name="csX490" fmla="*/ 1461997 w 3861828"/>
                <a:gd name="csY490" fmla="*/ 405189 h 4807419"/>
                <a:gd name="csX491" fmla="*/ 1461997 w 3861828"/>
                <a:gd name="csY491" fmla="*/ 107208 h 4807419"/>
                <a:gd name="csX492" fmla="*/ 1460565 w 3861828"/>
                <a:gd name="csY492" fmla="*/ 95289 h 4807419"/>
                <a:gd name="csX493" fmla="*/ 1709759 w 3861828"/>
                <a:gd name="csY493" fmla="*/ 95289 h 4807419"/>
                <a:gd name="csX494" fmla="*/ 1708327 w 3861828"/>
                <a:gd name="csY494" fmla="*/ 107208 h 4807419"/>
                <a:gd name="csX495" fmla="*/ 1086619 w 3861828"/>
                <a:gd name="csY495" fmla="*/ 79397 h 4807419"/>
                <a:gd name="csX496" fmla="*/ 1092500 w 3861828"/>
                <a:gd name="csY496" fmla="*/ 90998 h 4807419"/>
                <a:gd name="csX497" fmla="*/ 1096474 w 3861828"/>
                <a:gd name="csY497" fmla="*/ 107208 h 4807419"/>
                <a:gd name="csX498" fmla="*/ 1096474 w 3861828"/>
                <a:gd name="csY498" fmla="*/ 421081 h 4807419"/>
                <a:gd name="csX499" fmla="*/ 1374589 w 3861828"/>
                <a:gd name="csY499" fmla="*/ 421081 h 4807419"/>
                <a:gd name="csX500" fmla="*/ 1374589 w 3861828"/>
                <a:gd name="csY500" fmla="*/ 107208 h 4807419"/>
                <a:gd name="csX501" fmla="*/ 1378562 w 3861828"/>
                <a:gd name="csY501" fmla="*/ 90998 h 4807419"/>
                <a:gd name="csX502" fmla="*/ 1384444 w 3861828"/>
                <a:gd name="csY502" fmla="*/ 79397 h 4807419"/>
                <a:gd name="csX503" fmla="*/ 1358696 w 3861828"/>
                <a:gd name="csY503" fmla="*/ 107208 h 4807419"/>
                <a:gd name="csX504" fmla="*/ 1358696 w 3861828"/>
                <a:gd name="csY504" fmla="*/ 405189 h 4807419"/>
                <a:gd name="csX505" fmla="*/ 1112366 w 3861828"/>
                <a:gd name="csY505" fmla="*/ 405189 h 4807419"/>
                <a:gd name="csX506" fmla="*/ 1112366 w 3861828"/>
                <a:gd name="csY506" fmla="*/ 107208 h 4807419"/>
                <a:gd name="csX507" fmla="*/ 1110934 w 3861828"/>
                <a:gd name="csY507" fmla="*/ 95289 h 4807419"/>
                <a:gd name="csX508" fmla="*/ 1360128 w 3861828"/>
                <a:gd name="csY508" fmla="*/ 95289 h 4807419"/>
                <a:gd name="csX509" fmla="*/ 1358697 w 3861828"/>
                <a:gd name="csY509" fmla="*/ 107208 h 4807419"/>
                <a:gd name="csX510" fmla="*/ 736988 w 3861828"/>
                <a:gd name="csY510" fmla="*/ 79397 h 4807419"/>
                <a:gd name="csX511" fmla="*/ 742870 w 3861828"/>
                <a:gd name="csY511" fmla="*/ 90998 h 4807419"/>
                <a:gd name="csX512" fmla="*/ 746843 w 3861828"/>
                <a:gd name="csY512" fmla="*/ 107208 h 4807419"/>
                <a:gd name="csX513" fmla="*/ 746843 w 3861828"/>
                <a:gd name="csY513" fmla="*/ 421081 h 4807419"/>
                <a:gd name="csX514" fmla="*/ 1024958 w 3861828"/>
                <a:gd name="csY514" fmla="*/ 421081 h 4807419"/>
                <a:gd name="csX515" fmla="*/ 1024958 w 3861828"/>
                <a:gd name="csY515" fmla="*/ 107208 h 4807419"/>
                <a:gd name="csX516" fmla="*/ 1028931 w 3861828"/>
                <a:gd name="csY516" fmla="*/ 90998 h 4807419"/>
                <a:gd name="csX517" fmla="*/ 1034814 w 3861828"/>
                <a:gd name="csY517" fmla="*/ 79397 h 4807419"/>
                <a:gd name="csX518" fmla="*/ 1009066 w 3861828"/>
                <a:gd name="csY518" fmla="*/ 107208 h 4807419"/>
                <a:gd name="csX519" fmla="*/ 1009066 w 3861828"/>
                <a:gd name="csY519" fmla="*/ 405189 h 4807419"/>
                <a:gd name="csX520" fmla="*/ 762735 w 3861828"/>
                <a:gd name="csY520" fmla="*/ 405189 h 4807419"/>
                <a:gd name="csX521" fmla="*/ 762735 w 3861828"/>
                <a:gd name="csY521" fmla="*/ 107208 h 4807419"/>
                <a:gd name="csX522" fmla="*/ 761304 w 3861828"/>
                <a:gd name="csY522" fmla="*/ 95289 h 4807419"/>
                <a:gd name="csX523" fmla="*/ 1010498 w 3861828"/>
                <a:gd name="csY523" fmla="*/ 95289 h 4807419"/>
                <a:gd name="csX524" fmla="*/ 1009066 w 3861828"/>
                <a:gd name="csY524" fmla="*/ 107208 h 4807419"/>
                <a:gd name="csX525" fmla="*/ 387358 w 3861828"/>
                <a:gd name="csY525" fmla="*/ 79397 h 4807419"/>
                <a:gd name="csX526" fmla="*/ 393239 w 3861828"/>
                <a:gd name="csY526" fmla="*/ 90998 h 4807419"/>
                <a:gd name="csX527" fmla="*/ 397212 w 3861828"/>
                <a:gd name="csY527" fmla="*/ 107208 h 4807419"/>
                <a:gd name="csX528" fmla="*/ 397212 w 3861828"/>
                <a:gd name="csY528" fmla="*/ 421081 h 4807419"/>
                <a:gd name="csX529" fmla="*/ 675328 w 3861828"/>
                <a:gd name="csY529" fmla="*/ 421081 h 4807419"/>
                <a:gd name="csX530" fmla="*/ 675328 w 3861828"/>
                <a:gd name="csY530" fmla="*/ 107208 h 4807419"/>
                <a:gd name="csX531" fmla="*/ 679301 w 3861828"/>
                <a:gd name="csY531" fmla="*/ 90998 h 4807419"/>
                <a:gd name="csX532" fmla="*/ 685183 w 3861828"/>
                <a:gd name="csY532" fmla="*/ 79397 h 4807419"/>
                <a:gd name="csX533" fmla="*/ 659435 w 3861828"/>
                <a:gd name="csY533" fmla="*/ 107208 h 4807419"/>
                <a:gd name="csX534" fmla="*/ 659435 w 3861828"/>
                <a:gd name="csY534" fmla="*/ 405189 h 4807419"/>
                <a:gd name="csX535" fmla="*/ 413105 w 3861828"/>
                <a:gd name="csY535" fmla="*/ 405189 h 4807419"/>
                <a:gd name="csX536" fmla="*/ 413105 w 3861828"/>
                <a:gd name="csY536" fmla="*/ 107208 h 4807419"/>
                <a:gd name="csX537" fmla="*/ 411673 w 3861828"/>
                <a:gd name="csY537" fmla="*/ 95289 h 4807419"/>
                <a:gd name="csX538" fmla="*/ 660867 w 3861828"/>
                <a:gd name="csY538" fmla="*/ 95289 h 4807419"/>
                <a:gd name="csX539" fmla="*/ 659436 w 3861828"/>
                <a:gd name="csY539" fmla="*/ 107208 h 4807419"/>
                <a:gd name="csX540" fmla="*/ 3184402 w 3861828"/>
                <a:gd name="csY540" fmla="*/ 79397 h 4807419"/>
                <a:gd name="csX541" fmla="*/ 3190284 w 3861828"/>
                <a:gd name="csY541" fmla="*/ 90998 h 4807419"/>
                <a:gd name="csX542" fmla="*/ 3194257 w 3861828"/>
                <a:gd name="csY542" fmla="*/ 107208 h 4807419"/>
                <a:gd name="csX543" fmla="*/ 3194257 w 3861828"/>
                <a:gd name="csY543" fmla="*/ 421081 h 4807419"/>
                <a:gd name="csX544" fmla="*/ 3472372 w 3861828"/>
                <a:gd name="csY544" fmla="*/ 421081 h 4807419"/>
                <a:gd name="csX545" fmla="*/ 3472372 w 3861828"/>
                <a:gd name="csY545" fmla="*/ 107208 h 4807419"/>
                <a:gd name="csX546" fmla="*/ 3476345 w 3861828"/>
                <a:gd name="csY546" fmla="*/ 90998 h 4807419"/>
                <a:gd name="csX547" fmla="*/ 3482227 w 3861828"/>
                <a:gd name="csY547" fmla="*/ 79397 h 4807419"/>
                <a:gd name="csX548" fmla="*/ 3456480 w 3861828"/>
                <a:gd name="csY548" fmla="*/ 107208 h 4807419"/>
                <a:gd name="csX549" fmla="*/ 3456480 w 3861828"/>
                <a:gd name="csY549" fmla="*/ 405189 h 4807419"/>
                <a:gd name="csX550" fmla="*/ 3210149 w 3861828"/>
                <a:gd name="csY550" fmla="*/ 405189 h 4807419"/>
                <a:gd name="csX551" fmla="*/ 3210149 w 3861828"/>
                <a:gd name="csY551" fmla="*/ 107208 h 4807419"/>
                <a:gd name="csX552" fmla="*/ 3208718 w 3861828"/>
                <a:gd name="csY552" fmla="*/ 95289 h 4807419"/>
                <a:gd name="csX553" fmla="*/ 3457912 w 3861828"/>
                <a:gd name="csY553" fmla="*/ 95289 h 4807419"/>
                <a:gd name="csX554" fmla="*/ 3456480 w 3861828"/>
                <a:gd name="csY554" fmla="*/ 107208 h 4807419"/>
                <a:gd name="csX555" fmla="*/ 2834771 w 3861828"/>
                <a:gd name="csY555" fmla="*/ 79397 h 4807419"/>
                <a:gd name="csX556" fmla="*/ 2840653 w 3861828"/>
                <a:gd name="csY556" fmla="*/ 90998 h 4807419"/>
                <a:gd name="csX557" fmla="*/ 2844627 w 3861828"/>
                <a:gd name="csY557" fmla="*/ 107208 h 4807419"/>
                <a:gd name="csX558" fmla="*/ 2844627 w 3861828"/>
                <a:gd name="csY558" fmla="*/ 421081 h 4807419"/>
                <a:gd name="csX559" fmla="*/ 3122742 w 3861828"/>
                <a:gd name="csY559" fmla="*/ 421081 h 4807419"/>
                <a:gd name="csX560" fmla="*/ 3122742 w 3861828"/>
                <a:gd name="csY560" fmla="*/ 107208 h 4807419"/>
                <a:gd name="csX561" fmla="*/ 3126715 w 3861828"/>
                <a:gd name="csY561" fmla="*/ 90998 h 4807419"/>
                <a:gd name="csX562" fmla="*/ 3132597 w 3861828"/>
                <a:gd name="csY562" fmla="*/ 79397 h 4807419"/>
                <a:gd name="csX563" fmla="*/ 3106849 w 3861828"/>
                <a:gd name="csY563" fmla="*/ 107208 h 4807419"/>
                <a:gd name="csX564" fmla="*/ 3106849 w 3861828"/>
                <a:gd name="csY564" fmla="*/ 405189 h 4807419"/>
                <a:gd name="csX565" fmla="*/ 2860519 w 3861828"/>
                <a:gd name="csY565" fmla="*/ 405189 h 4807419"/>
                <a:gd name="csX566" fmla="*/ 2860519 w 3861828"/>
                <a:gd name="csY566" fmla="*/ 107208 h 4807419"/>
                <a:gd name="csX567" fmla="*/ 2859087 w 3861828"/>
                <a:gd name="csY567" fmla="*/ 95289 h 4807419"/>
                <a:gd name="csX568" fmla="*/ 3108281 w 3861828"/>
                <a:gd name="csY568" fmla="*/ 95289 h 4807419"/>
                <a:gd name="csX569" fmla="*/ 3106849 w 3861828"/>
                <a:gd name="csY569" fmla="*/ 107208 h 4807419"/>
                <a:gd name="csX570" fmla="*/ 2485141 w 3861828"/>
                <a:gd name="csY570" fmla="*/ 79397 h 4807419"/>
                <a:gd name="csX571" fmla="*/ 2491023 w 3861828"/>
                <a:gd name="csY571" fmla="*/ 90998 h 4807419"/>
                <a:gd name="csX572" fmla="*/ 2494996 w 3861828"/>
                <a:gd name="csY572" fmla="*/ 107208 h 4807419"/>
                <a:gd name="csX573" fmla="*/ 2494996 w 3861828"/>
                <a:gd name="csY573" fmla="*/ 421081 h 4807419"/>
                <a:gd name="csX574" fmla="*/ 2773111 w 3861828"/>
                <a:gd name="csY574" fmla="*/ 421081 h 4807419"/>
                <a:gd name="csX575" fmla="*/ 2773111 w 3861828"/>
                <a:gd name="csY575" fmla="*/ 107208 h 4807419"/>
                <a:gd name="csX576" fmla="*/ 2777084 w 3861828"/>
                <a:gd name="csY576" fmla="*/ 90998 h 4807419"/>
                <a:gd name="csX577" fmla="*/ 2782966 w 3861828"/>
                <a:gd name="csY577" fmla="*/ 79397 h 4807419"/>
                <a:gd name="csX578" fmla="*/ 2757219 w 3861828"/>
                <a:gd name="csY578" fmla="*/ 107208 h 4807419"/>
                <a:gd name="csX579" fmla="*/ 2757219 w 3861828"/>
                <a:gd name="csY579" fmla="*/ 405189 h 4807419"/>
                <a:gd name="csX580" fmla="*/ 2510888 w 3861828"/>
                <a:gd name="csY580" fmla="*/ 405189 h 4807419"/>
                <a:gd name="csX581" fmla="*/ 2510888 w 3861828"/>
                <a:gd name="csY581" fmla="*/ 107208 h 4807419"/>
                <a:gd name="csX582" fmla="*/ 2509457 w 3861828"/>
                <a:gd name="csY582" fmla="*/ 95289 h 4807419"/>
                <a:gd name="csX583" fmla="*/ 2758651 w 3861828"/>
                <a:gd name="csY583" fmla="*/ 95289 h 4807419"/>
                <a:gd name="csX584" fmla="*/ 2757219 w 3861828"/>
                <a:gd name="csY584" fmla="*/ 107208 h 4807419"/>
                <a:gd name="csX585" fmla="*/ 2135510 w 3861828"/>
                <a:gd name="csY585" fmla="*/ 79397 h 4807419"/>
                <a:gd name="csX586" fmla="*/ 2141392 w 3861828"/>
                <a:gd name="csY586" fmla="*/ 90998 h 4807419"/>
                <a:gd name="csX587" fmla="*/ 2145365 w 3861828"/>
                <a:gd name="csY587" fmla="*/ 107208 h 4807419"/>
                <a:gd name="csX588" fmla="*/ 2145365 w 3861828"/>
                <a:gd name="csY588" fmla="*/ 421081 h 4807419"/>
                <a:gd name="csX589" fmla="*/ 2423481 w 3861828"/>
                <a:gd name="csY589" fmla="*/ 421081 h 4807419"/>
                <a:gd name="csX590" fmla="*/ 2423481 w 3861828"/>
                <a:gd name="csY590" fmla="*/ 107208 h 4807419"/>
                <a:gd name="csX591" fmla="*/ 2427454 w 3861828"/>
                <a:gd name="csY591" fmla="*/ 90998 h 4807419"/>
                <a:gd name="csX592" fmla="*/ 2433336 w 3861828"/>
                <a:gd name="csY592" fmla="*/ 79397 h 4807419"/>
                <a:gd name="csX593" fmla="*/ 2407588 w 3861828"/>
                <a:gd name="csY593" fmla="*/ 107208 h 4807419"/>
                <a:gd name="csX594" fmla="*/ 2407588 w 3861828"/>
                <a:gd name="csY594" fmla="*/ 405189 h 4807419"/>
                <a:gd name="csX595" fmla="*/ 2161258 w 3861828"/>
                <a:gd name="csY595" fmla="*/ 405189 h 4807419"/>
                <a:gd name="csX596" fmla="*/ 2161258 w 3861828"/>
                <a:gd name="csY596" fmla="*/ 107208 h 4807419"/>
                <a:gd name="csX597" fmla="*/ 2159826 w 3861828"/>
                <a:gd name="csY597" fmla="*/ 95289 h 4807419"/>
                <a:gd name="csX598" fmla="*/ 2409020 w 3861828"/>
                <a:gd name="csY598" fmla="*/ 95289 h 4807419"/>
                <a:gd name="csX599" fmla="*/ 2407588 w 3861828"/>
                <a:gd name="csY599" fmla="*/ 107208 h 4807419"/>
                <a:gd name="csX600" fmla="*/ 1785880 w 3861828"/>
                <a:gd name="csY600" fmla="*/ 79397 h 4807419"/>
                <a:gd name="csX601" fmla="*/ 1791762 w 3861828"/>
                <a:gd name="csY601" fmla="*/ 90998 h 4807419"/>
                <a:gd name="csX602" fmla="*/ 1795735 w 3861828"/>
                <a:gd name="csY602" fmla="*/ 107208 h 4807419"/>
                <a:gd name="csX603" fmla="*/ 1795735 w 3861828"/>
                <a:gd name="csY603" fmla="*/ 421081 h 4807419"/>
                <a:gd name="csX604" fmla="*/ 2073850 w 3861828"/>
                <a:gd name="csY604" fmla="*/ 421081 h 4807419"/>
                <a:gd name="csX605" fmla="*/ 2073850 w 3861828"/>
                <a:gd name="csY605" fmla="*/ 107208 h 4807419"/>
                <a:gd name="csX606" fmla="*/ 2077823 w 3861828"/>
                <a:gd name="csY606" fmla="*/ 90998 h 4807419"/>
                <a:gd name="csX607" fmla="*/ 2083705 w 3861828"/>
                <a:gd name="csY607" fmla="*/ 79397 h 4807419"/>
                <a:gd name="csX608" fmla="*/ 2057958 w 3861828"/>
                <a:gd name="csY608" fmla="*/ 107208 h 4807419"/>
                <a:gd name="csX609" fmla="*/ 2057958 w 3861828"/>
                <a:gd name="csY609" fmla="*/ 405189 h 4807419"/>
                <a:gd name="csX610" fmla="*/ 1811627 w 3861828"/>
                <a:gd name="csY610" fmla="*/ 405189 h 4807419"/>
                <a:gd name="csX611" fmla="*/ 1811627 w 3861828"/>
                <a:gd name="csY611" fmla="*/ 107208 h 4807419"/>
                <a:gd name="csX612" fmla="*/ 1810195 w 3861828"/>
                <a:gd name="csY612" fmla="*/ 95289 h 4807419"/>
                <a:gd name="csX613" fmla="*/ 2059389 w 3861828"/>
                <a:gd name="csY613" fmla="*/ 95289 h 4807419"/>
                <a:gd name="csX614" fmla="*/ 2057958 w 3861828"/>
                <a:gd name="csY614" fmla="*/ 107208 h 4807419"/>
                <a:gd name="csX615" fmla="*/ 1436249 w 3861828"/>
                <a:gd name="csY615" fmla="*/ 79397 h 4807419"/>
                <a:gd name="csX616" fmla="*/ 1442131 w 3861828"/>
                <a:gd name="csY616" fmla="*/ 90998 h 4807419"/>
                <a:gd name="csX617" fmla="*/ 1446104 w 3861828"/>
                <a:gd name="csY617" fmla="*/ 107208 h 4807419"/>
                <a:gd name="csX618" fmla="*/ 1446104 w 3861828"/>
                <a:gd name="csY618" fmla="*/ 421081 h 4807419"/>
                <a:gd name="csX619" fmla="*/ 1724220 w 3861828"/>
                <a:gd name="csY619" fmla="*/ 421081 h 4807419"/>
                <a:gd name="csX620" fmla="*/ 1724220 w 3861828"/>
                <a:gd name="csY620" fmla="*/ 107208 h 4807419"/>
                <a:gd name="csX621" fmla="*/ 1728193 w 3861828"/>
                <a:gd name="csY621" fmla="*/ 90998 h 4807419"/>
                <a:gd name="csX622" fmla="*/ 1734075 w 3861828"/>
                <a:gd name="csY622" fmla="*/ 79397 h 4807419"/>
                <a:gd name="csX623" fmla="*/ 1708327 w 3861828"/>
                <a:gd name="csY623" fmla="*/ 107208 h 4807419"/>
                <a:gd name="csX624" fmla="*/ 1708327 w 3861828"/>
                <a:gd name="csY624" fmla="*/ 405189 h 4807419"/>
                <a:gd name="csX625" fmla="*/ 1461997 w 3861828"/>
                <a:gd name="csY625" fmla="*/ 405189 h 4807419"/>
                <a:gd name="csX626" fmla="*/ 1461997 w 3861828"/>
                <a:gd name="csY626" fmla="*/ 107208 h 4807419"/>
                <a:gd name="csX627" fmla="*/ 1460565 w 3861828"/>
                <a:gd name="csY627" fmla="*/ 95289 h 4807419"/>
                <a:gd name="csX628" fmla="*/ 1709759 w 3861828"/>
                <a:gd name="csY628" fmla="*/ 95289 h 4807419"/>
                <a:gd name="csX629" fmla="*/ 1708327 w 3861828"/>
                <a:gd name="csY629" fmla="*/ 107208 h 4807419"/>
                <a:gd name="csX630" fmla="*/ 1086619 w 3861828"/>
                <a:gd name="csY630" fmla="*/ 79397 h 4807419"/>
                <a:gd name="csX631" fmla="*/ 1092500 w 3861828"/>
                <a:gd name="csY631" fmla="*/ 90998 h 4807419"/>
                <a:gd name="csX632" fmla="*/ 1096474 w 3861828"/>
                <a:gd name="csY632" fmla="*/ 107208 h 4807419"/>
                <a:gd name="csX633" fmla="*/ 1096474 w 3861828"/>
                <a:gd name="csY633" fmla="*/ 421081 h 4807419"/>
                <a:gd name="csX634" fmla="*/ 1374589 w 3861828"/>
                <a:gd name="csY634" fmla="*/ 421081 h 4807419"/>
                <a:gd name="csX635" fmla="*/ 1374589 w 3861828"/>
                <a:gd name="csY635" fmla="*/ 107208 h 4807419"/>
                <a:gd name="csX636" fmla="*/ 1378562 w 3861828"/>
                <a:gd name="csY636" fmla="*/ 90998 h 4807419"/>
                <a:gd name="csX637" fmla="*/ 1384444 w 3861828"/>
                <a:gd name="csY637" fmla="*/ 79397 h 4807419"/>
                <a:gd name="csX638" fmla="*/ 1358696 w 3861828"/>
                <a:gd name="csY638" fmla="*/ 107208 h 4807419"/>
                <a:gd name="csX639" fmla="*/ 1358696 w 3861828"/>
                <a:gd name="csY639" fmla="*/ 405189 h 4807419"/>
                <a:gd name="csX640" fmla="*/ 1112366 w 3861828"/>
                <a:gd name="csY640" fmla="*/ 405189 h 4807419"/>
                <a:gd name="csX641" fmla="*/ 1112366 w 3861828"/>
                <a:gd name="csY641" fmla="*/ 107208 h 4807419"/>
                <a:gd name="csX642" fmla="*/ 1110934 w 3861828"/>
                <a:gd name="csY642" fmla="*/ 95289 h 4807419"/>
                <a:gd name="csX643" fmla="*/ 1360128 w 3861828"/>
                <a:gd name="csY643" fmla="*/ 95289 h 4807419"/>
                <a:gd name="csX644" fmla="*/ 1358697 w 3861828"/>
                <a:gd name="csY644" fmla="*/ 107208 h 4807419"/>
                <a:gd name="csX645" fmla="*/ 736988 w 3861828"/>
                <a:gd name="csY645" fmla="*/ 79397 h 4807419"/>
                <a:gd name="csX646" fmla="*/ 742870 w 3861828"/>
                <a:gd name="csY646" fmla="*/ 90998 h 4807419"/>
                <a:gd name="csX647" fmla="*/ 746843 w 3861828"/>
                <a:gd name="csY647" fmla="*/ 107208 h 4807419"/>
                <a:gd name="csX648" fmla="*/ 746843 w 3861828"/>
                <a:gd name="csY648" fmla="*/ 421081 h 4807419"/>
                <a:gd name="csX649" fmla="*/ 1024958 w 3861828"/>
                <a:gd name="csY649" fmla="*/ 421081 h 4807419"/>
                <a:gd name="csX650" fmla="*/ 1024958 w 3861828"/>
                <a:gd name="csY650" fmla="*/ 107208 h 4807419"/>
                <a:gd name="csX651" fmla="*/ 1028931 w 3861828"/>
                <a:gd name="csY651" fmla="*/ 90998 h 4807419"/>
                <a:gd name="csX652" fmla="*/ 1034814 w 3861828"/>
                <a:gd name="csY652" fmla="*/ 79397 h 4807419"/>
                <a:gd name="csX653" fmla="*/ 1009066 w 3861828"/>
                <a:gd name="csY653" fmla="*/ 107208 h 4807419"/>
                <a:gd name="csX654" fmla="*/ 1009066 w 3861828"/>
                <a:gd name="csY654" fmla="*/ 405189 h 4807419"/>
                <a:gd name="csX655" fmla="*/ 762735 w 3861828"/>
                <a:gd name="csY655" fmla="*/ 405189 h 4807419"/>
                <a:gd name="csX656" fmla="*/ 762735 w 3861828"/>
                <a:gd name="csY656" fmla="*/ 107208 h 4807419"/>
                <a:gd name="csX657" fmla="*/ 761304 w 3861828"/>
                <a:gd name="csY657" fmla="*/ 95289 h 4807419"/>
                <a:gd name="csX658" fmla="*/ 1010498 w 3861828"/>
                <a:gd name="csY658" fmla="*/ 95289 h 4807419"/>
                <a:gd name="csX659" fmla="*/ 1009066 w 3861828"/>
                <a:gd name="csY659" fmla="*/ 107208 h 4807419"/>
                <a:gd name="csX660" fmla="*/ 387358 w 3861828"/>
                <a:gd name="csY660" fmla="*/ 79397 h 4807419"/>
                <a:gd name="csX661" fmla="*/ 393239 w 3861828"/>
                <a:gd name="csY661" fmla="*/ 90998 h 4807419"/>
                <a:gd name="csX662" fmla="*/ 397212 w 3861828"/>
                <a:gd name="csY662" fmla="*/ 107208 h 4807419"/>
                <a:gd name="csX663" fmla="*/ 397212 w 3861828"/>
                <a:gd name="csY663" fmla="*/ 421081 h 4807419"/>
                <a:gd name="csX664" fmla="*/ 675328 w 3861828"/>
                <a:gd name="csY664" fmla="*/ 421081 h 4807419"/>
                <a:gd name="csX665" fmla="*/ 675328 w 3861828"/>
                <a:gd name="csY665" fmla="*/ 107208 h 4807419"/>
                <a:gd name="csX666" fmla="*/ 679301 w 3861828"/>
                <a:gd name="csY666" fmla="*/ 90998 h 4807419"/>
                <a:gd name="csX667" fmla="*/ 685183 w 3861828"/>
                <a:gd name="csY667" fmla="*/ 79397 h 4807419"/>
                <a:gd name="csX668" fmla="*/ 659435 w 3861828"/>
                <a:gd name="csY668" fmla="*/ 107208 h 4807419"/>
                <a:gd name="csX669" fmla="*/ 659435 w 3861828"/>
                <a:gd name="csY669" fmla="*/ 405189 h 4807419"/>
                <a:gd name="csX670" fmla="*/ 413105 w 3861828"/>
                <a:gd name="csY670" fmla="*/ 405189 h 4807419"/>
                <a:gd name="csX671" fmla="*/ 413105 w 3861828"/>
                <a:gd name="csY671" fmla="*/ 107208 h 4807419"/>
                <a:gd name="csX672" fmla="*/ 411673 w 3861828"/>
                <a:gd name="csY672" fmla="*/ 95289 h 4807419"/>
                <a:gd name="csX673" fmla="*/ 660867 w 3861828"/>
                <a:gd name="csY673" fmla="*/ 95289 h 4807419"/>
                <a:gd name="csX674" fmla="*/ 659436 w 3861828"/>
                <a:gd name="csY674" fmla="*/ 107208 h 4807419"/>
                <a:gd name="csX675" fmla="*/ 3184402 w 3861828"/>
                <a:gd name="csY675" fmla="*/ 79397 h 4807419"/>
                <a:gd name="csX676" fmla="*/ 3190284 w 3861828"/>
                <a:gd name="csY676" fmla="*/ 90998 h 4807419"/>
                <a:gd name="csX677" fmla="*/ 3194257 w 3861828"/>
                <a:gd name="csY677" fmla="*/ 107208 h 4807419"/>
                <a:gd name="csX678" fmla="*/ 3194257 w 3861828"/>
                <a:gd name="csY678" fmla="*/ 421081 h 4807419"/>
                <a:gd name="csX679" fmla="*/ 3472372 w 3861828"/>
                <a:gd name="csY679" fmla="*/ 421081 h 4807419"/>
                <a:gd name="csX680" fmla="*/ 3472372 w 3861828"/>
                <a:gd name="csY680" fmla="*/ 107208 h 4807419"/>
                <a:gd name="csX681" fmla="*/ 3476345 w 3861828"/>
                <a:gd name="csY681" fmla="*/ 90998 h 4807419"/>
                <a:gd name="csX682" fmla="*/ 3482227 w 3861828"/>
                <a:gd name="csY682" fmla="*/ 79397 h 4807419"/>
                <a:gd name="csX683" fmla="*/ 3456480 w 3861828"/>
                <a:gd name="csY683" fmla="*/ 107208 h 4807419"/>
                <a:gd name="csX684" fmla="*/ 3456480 w 3861828"/>
                <a:gd name="csY684" fmla="*/ 405189 h 4807419"/>
                <a:gd name="csX685" fmla="*/ 3210149 w 3861828"/>
                <a:gd name="csY685" fmla="*/ 405189 h 4807419"/>
                <a:gd name="csX686" fmla="*/ 3210149 w 3861828"/>
                <a:gd name="csY686" fmla="*/ 107208 h 4807419"/>
                <a:gd name="csX687" fmla="*/ 3208718 w 3861828"/>
                <a:gd name="csY687" fmla="*/ 95289 h 4807419"/>
                <a:gd name="csX688" fmla="*/ 3457912 w 3861828"/>
                <a:gd name="csY688" fmla="*/ 95289 h 4807419"/>
                <a:gd name="csX689" fmla="*/ 3456480 w 3861828"/>
                <a:gd name="csY689" fmla="*/ 107208 h 4807419"/>
                <a:gd name="csX690" fmla="*/ 2840653 w 3861828"/>
                <a:gd name="csY690" fmla="*/ 90998 h 4807419"/>
                <a:gd name="csX691" fmla="*/ 2844627 w 3861828"/>
                <a:gd name="csY691" fmla="*/ 107208 h 4807419"/>
                <a:gd name="csX692" fmla="*/ 2844627 w 3861828"/>
                <a:gd name="csY692" fmla="*/ 421081 h 4807419"/>
                <a:gd name="csX693" fmla="*/ 3122742 w 3861828"/>
                <a:gd name="csY693" fmla="*/ 421081 h 4807419"/>
                <a:gd name="csX694" fmla="*/ 3122742 w 3861828"/>
                <a:gd name="csY694" fmla="*/ 107208 h 4807419"/>
                <a:gd name="csX695" fmla="*/ 3126715 w 3861828"/>
                <a:gd name="csY695" fmla="*/ 90998 h 4807419"/>
                <a:gd name="csX696" fmla="*/ 3132597 w 3861828"/>
                <a:gd name="csY696" fmla="*/ 79397 h 4807419"/>
                <a:gd name="csX697" fmla="*/ 2834771 w 3861828"/>
                <a:gd name="csY697" fmla="*/ 79397 h 4807419"/>
                <a:gd name="csX698" fmla="*/ 3108281 w 3861828"/>
                <a:gd name="csY698" fmla="*/ 95289 h 4807419"/>
                <a:gd name="csX699" fmla="*/ 3106849 w 3861828"/>
                <a:gd name="csY699" fmla="*/ 107208 h 4807419"/>
                <a:gd name="csX700" fmla="*/ 3106849 w 3861828"/>
                <a:gd name="csY700" fmla="*/ 405189 h 4807419"/>
                <a:gd name="csX701" fmla="*/ 2860519 w 3861828"/>
                <a:gd name="csY701" fmla="*/ 405189 h 4807419"/>
                <a:gd name="csX702" fmla="*/ 2860519 w 3861828"/>
                <a:gd name="csY702" fmla="*/ 107208 h 4807419"/>
                <a:gd name="csX703" fmla="*/ 2859087 w 3861828"/>
                <a:gd name="csY703" fmla="*/ 95289 h 4807419"/>
                <a:gd name="csX704" fmla="*/ 2491023 w 3861828"/>
                <a:gd name="csY704" fmla="*/ 90998 h 4807419"/>
                <a:gd name="csX705" fmla="*/ 2494996 w 3861828"/>
                <a:gd name="csY705" fmla="*/ 107208 h 4807419"/>
                <a:gd name="csX706" fmla="*/ 2494996 w 3861828"/>
                <a:gd name="csY706" fmla="*/ 421081 h 4807419"/>
                <a:gd name="csX707" fmla="*/ 2773111 w 3861828"/>
                <a:gd name="csY707" fmla="*/ 421081 h 4807419"/>
                <a:gd name="csX708" fmla="*/ 2773111 w 3861828"/>
                <a:gd name="csY708" fmla="*/ 107208 h 4807419"/>
                <a:gd name="csX709" fmla="*/ 2777084 w 3861828"/>
                <a:gd name="csY709" fmla="*/ 90998 h 4807419"/>
                <a:gd name="csX710" fmla="*/ 2782966 w 3861828"/>
                <a:gd name="csY710" fmla="*/ 79397 h 4807419"/>
                <a:gd name="csX711" fmla="*/ 2485141 w 3861828"/>
                <a:gd name="csY711" fmla="*/ 79397 h 4807419"/>
                <a:gd name="csX712" fmla="*/ 2758651 w 3861828"/>
                <a:gd name="csY712" fmla="*/ 95289 h 4807419"/>
                <a:gd name="csX713" fmla="*/ 2757219 w 3861828"/>
                <a:gd name="csY713" fmla="*/ 107208 h 4807419"/>
                <a:gd name="csX714" fmla="*/ 2757219 w 3861828"/>
                <a:gd name="csY714" fmla="*/ 405189 h 4807419"/>
                <a:gd name="csX715" fmla="*/ 2510888 w 3861828"/>
                <a:gd name="csY715" fmla="*/ 405189 h 4807419"/>
                <a:gd name="csX716" fmla="*/ 2510888 w 3861828"/>
                <a:gd name="csY716" fmla="*/ 107208 h 4807419"/>
                <a:gd name="csX717" fmla="*/ 2509457 w 3861828"/>
                <a:gd name="csY717" fmla="*/ 95289 h 4807419"/>
                <a:gd name="csX718" fmla="*/ 2141392 w 3861828"/>
                <a:gd name="csY718" fmla="*/ 90998 h 4807419"/>
                <a:gd name="csX719" fmla="*/ 2145365 w 3861828"/>
                <a:gd name="csY719" fmla="*/ 107208 h 4807419"/>
                <a:gd name="csX720" fmla="*/ 2145365 w 3861828"/>
                <a:gd name="csY720" fmla="*/ 421081 h 4807419"/>
                <a:gd name="csX721" fmla="*/ 2423481 w 3861828"/>
                <a:gd name="csY721" fmla="*/ 421081 h 4807419"/>
                <a:gd name="csX722" fmla="*/ 2423481 w 3861828"/>
                <a:gd name="csY722" fmla="*/ 107208 h 4807419"/>
                <a:gd name="csX723" fmla="*/ 2427454 w 3861828"/>
                <a:gd name="csY723" fmla="*/ 90998 h 4807419"/>
                <a:gd name="csX724" fmla="*/ 2433336 w 3861828"/>
                <a:gd name="csY724" fmla="*/ 79397 h 4807419"/>
                <a:gd name="csX725" fmla="*/ 2135510 w 3861828"/>
                <a:gd name="csY725" fmla="*/ 79397 h 4807419"/>
                <a:gd name="csX726" fmla="*/ 2409020 w 3861828"/>
                <a:gd name="csY726" fmla="*/ 95289 h 4807419"/>
                <a:gd name="csX727" fmla="*/ 2407588 w 3861828"/>
                <a:gd name="csY727" fmla="*/ 107208 h 4807419"/>
                <a:gd name="csX728" fmla="*/ 2407588 w 3861828"/>
                <a:gd name="csY728" fmla="*/ 405189 h 4807419"/>
                <a:gd name="csX729" fmla="*/ 2161258 w 3861828"/>
                <a:gd name="csY729" fmla="*/ 405189 h 4807419"/>
                <a:gd name="csX730" fmla="*/ 2161258 w 3861828"/>
                <a:gd name="csY730" fmla="*/ 107208 h 4807419"/>
                <a:gd name="csX731" fmla="*/ 2159826 w 3861828"/>
                <a:gd name="csY731" fmla="*/ 95289 h 4807419"/>
                <a:gd name="csX732" fmla="*/ 1791762 w 3861828"/>
                <a:gd name="csY732" fmla="*/ 90998 h 4807419"/>
                <a:gd name="csX733" fmla="*/ 1795735 w 3861828"/>
                <a:gd name="csY733" fmla="*/ 107208 h 4807419"/>
                <a:gd name="csX734" fmla="*/ 1795735 w 3861828"/>
                <a:gd name="csY734" fmla="*/ 421081 h 4807419"/>
                <a:gd name="csX735" fmla="*/ 2073850 w 3861828"/>
                <a:gd name="csY735" fmla="*/ 421081 h 4807419"/>
                <a:gd name="csX736" fmla="*/ 2073850 w 3861828"/>
                <a:gd name="csY736" fmla="*/ 107208 h 4807419"/>
                <a:gd name="csX737" fmla="*/ 2077823 w 3861828"/>
                <a:gd name="csY737" fmla="*/ 90998 h 4807419"/>
                <a:gd name="csX738" fmla="*/ 2083705 w 3861828"/>
                <a:gd name="csY738" fmla="*/ 79397 h 4807419"/>
                <a:gd name="csX739" fmla="*/ 1785880 w 3861828"/>
                <a:gd name="csY739" fmla="*/ 79397 h 4807419"/>
                <a:gd name="csX740" fmla="*/ 2059389 w 3861828"/>
                <a:gd name="csY740" fmla="*/ 95289 h 4807419"/>
                <a:gd name="csX741" fmla="*/ 2057958 w 3861828"/>
                <a:gd name="csY741" fmla="*/ 107208 h 4807419"/>
                <a:gd name="csX742" fmla="*/ 2057958 w 3861828"/>
                <a:gd name="csY742" fmla="*/ 405189 h 4807419"/>
                <a:gd name="csX743" fmla="*/ 1811627 w 3861828"/>
                <a:gd name="csY743" fmla="*/ 405189 h 4807419"/>
                <a:gd name="csX744" fmla="*/ 1811627 w 3861828"/>
                <a:gd name="csY744" fmla="*/ 107208 h 4807419"/>
                <a:gd name="csX745" fmla="*/ 1810195 w 3861828"/>
                <a:gd name="csY745" fmla="*/ 95289 h 4807419"/>
                <a:gd name="csX746" fmla="*/ 1442131 w 3861828"/>
                <a:gd name="csY746" fmla="*/ 90998 h 4807419"/>
                <a:gd name="csX747" fmla="*/ 1446104 w 3861828"/>
                <a:gd name="csY747" fmla="*/ 107208 h 4807419"/>
                <a:gd name="csX748" fmla="*/ 1446104 w 3861828"/>
                <a:gd name="csY748" fmla="*/ 421081 h 4807419"/>
                <a:gd name="csX749" fmla="*/ 1724220 w 3861828"/>
                <a:gd name="csY749" fmla="*/ 421081 h 4807419"/>
                <a:gd name="csX750" fmla="*/ 1724220 w 3861828"/>
                <a:gd name="csY750" fmla="*/ 107208 h 4807419"/>
                <a:gd name="csX751" fmla="*/ 1728193 w 3861828"/>
                <a:gd name="csY751" fmla="*/ 90998 h 4807419"/>
                <a:gd name="csX752" fmla="*/ 1734075 w 3861828"/>
                <a:gd name="csY752" fmla="*/ 79397 h 4807419"/>
                <a:gd name="csX753" fmla="*/ 1436249 w 3861828"/>
                <a:gd name="csY753" fmla="*/ 79397 h 4807419"/>
                <a:gd name="csX754" fmla="*/ 1709759 w 3861828"/>
                <a:gd name="csY754" fmla="*/ 95289 h 4807419"/>
                <a:gd name="csX755" fmla="*/ 1708327 w 3861828"/>
                <a:gd name="csY755" fmla="*/ 107208 h 4807419"/>
                <a:gd name="csX756" fmla="*/ 1708327 w 3861828"/>
                <a:gd name="csY756" fmla="*/ 405189 h 4807419"/>
                <a:gd name="csX757" fmla="*/ 1461997 w 3861828"/>
                <a:gd name="csY757" fmla="*/ 405189 h 4807419"/>
                <a:gd name="csX758" fmla="*/ 1461997 w 3861828"/>
                <a:gd name="csY758" fmla="*/ 107208 h 4807419"/>
                <a:gd name="csX759" fmla="*/ 1460565 w 3861828"/>
                <a:gd name="csY759" fmla="*/ 95289 h 4807419"/>
                <a:gd name="csX760" fmla="*/ 1092500 w 3861828"/>
                <a:gd name="csY760" fmla="*/ 90998 h 4807419"/>
                <a:gd name="csX761" fmla="*/ 1096474 w 3861828"/>
                <a:gd name="csY761" fmla="*/ 107208 h 4807419"/>
                <a:gd name="csX762" fmla="*/ 1096474 w 3861828"/>
                <a:gd name="csY762" fmla="*/ 421081 h 4807419"/>
                <a:gd name="csX763" fmla="*/ 1374589 w 3861828"/>
                <a:gd name="csY763" fmla="*/ 421081 h 4807419"/>
                <a:gd name="csX764" fmla="*/ 1374589 w 3861828"/>
                <a:gd name="csY764" fmla="*/ 107208 h 4807419"/>
                <a:gd name="csX765" fmla="*/ 1378562 w 3861828"/>
                <a:gd name="csY765" fmla="*/ 90998 h 4807419"/>
                <a:gd name="csX766" fmla="*/ 1384444 w 3861828"/>
                <a:gd name="csY766" fmla="*/ 79397 h 4807419"/>
                <a:gd name="csX767" fmla="*/ 1086619 w 3861828"/>
                <a:gd name="csY767" fmla="*/ 79397 h 4807419"/>
                <a:gd name="csX768" fmla="*/ 1360128 w 3861828"/>
                <a:gd name="csY768" fmla="*/ 95289 h 4807419"/>
                <a:gd name="csX769" fmla="*/ 1358697 w 3861828"/>
                <a:gd name="csY769" fmla="*/ 107208 h 4807419"/>
                <a:gd name="csX770" fmla="*/ 1358696 w 3861828"/>
                <a:gd name="csY770" fmla="*/ 405189 h 4807419"/>
                <a:gd name="csX771" fmla="*/ 1112366 w 3861828"/>
                <a:gd name="csY771" fmla="*/ 405189 h 4807419"/>
                <a:gd name="csX772" fmla="*/ 1112366 w 3861828"/>
                <a:gd name="csY772" fmla="*/ 107208 h 4807419"/>
                <a:gd name="csX773" fmla="*/ 1110934 w 3861828"/>
                <a:gd name="csY773" fmla="*/ 95289 h 4807419"/>
                <a:gd name="csX774" fmla="*/ 742870 w 3861828"/>
                <a:gd name="csY774" fmla="*/ 90998 h 4807419"/>
                <a:gd name="csX775" fmla="*/ 746843 w 3861828"/>
                <a:gd name="csY775" fmla="*/ 107208 h 4807419"/>
                <a:gd name="csX776" fmla="*/ 746843 w 3861828"/>
                <a:gd name="csY776" fmla="*/ 421081 h 4807419"/>
                <a:gd name="csX777" fmla="*/ 1024958 w 3861828"/>
                <a:gd name="csY777" fmla="*/ 421081 h 4807419"/>
                <a:gd name="csX778" fmla="*/ 1024958 w 3861828"/>
                <a:gd name="csY778" fmla="*/ 107208 h 4807419"/>
                <a:gd name="csX779" fmla="*/ 1028931 w 3861828"/>
                <a:gd name="csY779" fmla="*/ 90998 h 4807419"/>
                <a:gd name="csX780" fmla="*/ 1034814 w 3861828"/>
                <a:gd name="csY780" fmla="*/ 79397 h 4807419"/>
                <a:gd name="csX781" fmla="*/ 736988 w 3861828"/>
                <a:gd name="csY781" fmla="*/ 79397 h 4807419"/>
                <a:gd name="csX782" fmla="*/ 1010498 w 3861828"/>
                <a:gd name="csY782" fmla="*/ 95289 h 4807419"/>
                <a:gd name="csX783" fmla="*/ 1009066 w 3861828"/>
                <a:gd name="csY783" fmla="*/ 107208 h 4807419"/>
                <a:gd name="csX784" fmla="*/ 1009066 w 3861828"/>
                <a:gd name="csY784" fmla="*/ 405189 h 4807419"/>
                <a:gd name="csX785" fmla="*/ 762735 w 3861828"/>
                <a:gd name="csY785" fmla="*/ 405189 h 4807419"/>
                <a:gd name="csX786" fmla="*/ 762735 w 3861828"/>
                <a:gd name="csY786" fmla="*/ 107208 h 4807419"/>
                <a:gd name="csX787" fmla="*/ 761304 w 3861828"/>
                <a:gd name="csY787" fmla="*/ 95289 h 4807419"/>
                <a:gd name="csX788" fmla="*/ 393239 w 3861828"/>
                <a:gd name="csY788" fmla="*/ 90998 h 4807419"/>
                <a:gd name="csX789" fmla="*/ 397212 w 3861828"/>
                <a:gd name="csY789" fmla="*/ 107208 h 4807419"/>
                <a:gd name="csX790" fmla="*/ 397212 w 3861828"/>
                <a:gd name="csY790" fmla="*/ 421081 h 4807419"/>
                <a:gd name="csX791" fmla="*/ 675328 w 3861828"/>
                <a:gd name="csY791" fmla="*/ 421081 h 4807419"/>
                <a:gd name="csX792" fmla="*/ 675328 w 3861828"/>
                <a:gd name="csY792" fmla="*/ 107208 h 4807419"/>
                <a:gd name="csX793" fmla="*/ 679301 w 3861828"/>
                <a:gd name="csY793" fmla="*/ 90998 h 4807419"/>
                <a:gd name="csX794" fmla="*/ 685183 w 3861828"/>
                <a:gd name="csY794" fmla="*/ 79397 h 4807419"/>
                <a:gd name="csX795" fmla="*/ 387358 w 3861828"/>
                <a:gd name="csY795" fmla="*/ 79397 h 4807419"/>
                <a:gd name="csX796" fmla="*/ 660867 w 3861828"/>
                <a:gd name="csY796" fmla="*/ 95289 h 4807419"/>
                <a:gd name="csX797" fmla="*/ 659436 w 3861828"/>
                <a:gd name="csY797" fmla="*/ 107208 h 4807419"/>
                <a:gd name="csX798" fmla="*/ 659435 w 3861828"/>
                <a:gd name="csY798" fmla="*/ 405189 h 4807419"/>
                <a:gd name="csX799" fmla="*/ 413105 w 3861828"/>
                <a:gd name="csY799" fmla="*/ 405189 h 4807419"/>
                <a:gd name="csX800" fmla="*/ 413105 w 3861828"/>
                <a:gd name="csY800" fmla="*/ 107208 h 4807419"/>
                <a:gd name="csX801" fmla="*/ 411673 w 3861828"/>
                <a:gd name="csY801" fmla="*/ 95289 h 4807419"/>
                <a:gd name="csX802" fmla="*/ 3190284 w 3861828"/>
                <a:gd name="csY802" fmla="*/ 90998 h 4807419"/>
                <a:gd name="csX803" fmla="*/ 3194257 w 3861828"/>
                <a:gd name="csY803" fmla="*/ 107208 h 4807419"/>
                <a:gd name="csX804" fmla="*/ 3194257 w 3861828"/>
                <a:gd name="csY804" fmla="*/ 421081 h 4807419"/>
                <a:gd name="csX805" fmla="*/ 3472372 w 3861828"/>
                <a:gd name="csY805" fmla="*/ 421081 h 4807419"/>
                <a:gd name="csX806" fmla="*/ 3472372 w 3861828"/>
                <a:gd name="csY806" fmla="*/ 107208 h 4807419"/>
                <a:gd name="csX807" fmla="*/ 3476345 w 3861828"/>
                <a:gd name="csY807" fmla="*/ 90998 h 4807419"/>
                <a:gd name="csX808" fmla="*/ 3482227 w 3861828"/>
                <a:gd name="csY808" fmla="*/ 79397 h 4807419"/>
                <a:gd name="csX809" fmla="*/ 3184402 w 3861828"/>
                <a:gd name="csY809" fmla="*/ 79397 h 4807419"/>
                <a:gd name="csX810" fmla="*/ 3457912 w 3861828"/>
                <a:gd name="csY810" fmla="*/ 95289 h 4807419"/>
                <a:gd name="csX811" fmla="*/ 3456480 w 3861828"/>
                <a:gd name="csY811" fmla="*/ 107208 h 4807419"/>
                <a:gd name="csX812" fmla="*/ 3456480 w 3861828"/>
                <a:gd name="csY812" fmla="*/ 405189 h 4807419"/>
                <a:gd name="csX813" fmla="*/ 3210149 w 3861828"/>
                <a:gd name="csY813" fmla="*/ 405189 h 4807419"/>
                <a:gd name="csX814" fmla="*/ 3210149 w 3861828"/>
                <a:gd name="csY814" fmla="*/ 107208 h 4807419"/>
                <a:gd name="csX815" fmla="*/ 3208718 w 3861828"/>
                <a:gd name="csY815" fmla="*/ 95289 h 4807419"/>
                <a:gd name="csX816" fmla="*/ 2840653 w 3861828"/>
                <a:gd name="csY816" fmla="*/ 90998 h 4807419"/>
                <a:gd name="csX817" fmla="*/ 2844627 w 3861828"/>
                <a:gd name="csY817" fmla="*/ 107208 h 4807419"/>
                <a:gd name="csX818" fmla="*/ 2844627 w 3861828"/>
                <a:gd name="csY818" fmla="*/ 421081 h 4807419"/>
                <a:gd name="csX819" fmla="*/ 3122742 w 3861828"/>
                <a:gd name="csY819" fmla="*/ 421081 h 4807419"/>
                <a:gd name="csX820" fmla="*/ 3122742 w 3861828"/>
                <a:gd name="csY820" fmla="*/ 107208 h 4807419"/>
                <a:gd name="csX821" fmla="*/ 3126715 w 3861828"/>
                <a:gd name="csY821" fmla="*/ 90998 h 4807419"/>
                <a:gd name="csX822" fmla="*/ 3132597 w 3861828"/>
                <a:gd name="csY822" fmla="*/ 79397 h 4807419"/>
                <a:gd name="csX823" fmla="*/ 2834771 w 3861828"/>
                <a:gd name="csY823" fmla="*/ 79397 h 4807419"/>
                <a:gd name="csX824" fmla="*/ 3108281 w 3861828"/>
                <a:gd name="csY824" fmla="*/ 95289 h 4807419"/>
                <a:gd name="csX825" fmla="*/ 3106849 w 3861828"/>
                <a:gd name="csY825" fmla="*/ 107208 h 4807419"/>
                <a:gd name="csX826" fmla="*/ 3106849 w 3861828"/>
                <a:gd name="csY826" fmla="*/ 405189 h 4807419"/>
                <a:gd name="csX827" fmla="*/ 2860519 w 3861828"/>
                <a:gd name="csY827" fmla="*/ 405189 h 4807419"/>
                <a:gd name="csX828" fmla="*/ 2860519 w 3861828"/>
                <a:gd name="csY828" fmla="*/ 107208 h 4807419"/>
                <a:gd name="csX829" fmla="*/ 2859087 w 3861828"/>
                <a:gd name="csY829" fmla="*/ 95289 h 4807419"/>
                <a:gd name="csX830" fmla="*/ 2491023 w 3861828"/>
                <a:gd name="csY830" fmla="*/ 90998 h 4807419"/>
                <a:gd name="csX831" fmla="*/ 2494996 w 3861828"/>
                <a:gd name="csY831" fmla="*/ 107208 h 4807419"/>
                <a:gd name="csX832" fmla="*/ 2494996 w 3861828"/>
                <a:gd name="csY832" fmla="*/ 421081 h 4807419"/>
                <a:gd name="csX833" fmla="*/ 2773111 w 3861828"/>
                <a:gd name="csY833" fmla="*/ 421081 h 4807419"/>
                <a:gd name="csX834" fmla="*/ 2773111 w 3861828"/>
                <a:gd name="csY834" fmla="*/ 107208 h 4807419"/>
                <a:gd name="csX835" fmla="*/ 2777084 w 3861828"/>
                <a:gd name="csY835" fmla="*/ 90998 h 4807419"/>
                <a:gd name="csX836" fmla="*/ 2782966 w 3861828"/>
                <a:gd name="csY836" fmla="*/ 79397 h 4807419"/>
                <a:gd name="csX837" fmla="*/ 2485141 w 3861828"/>
                <a:gd name="csY837" fmla="*/ 79397 h 4807419"/>
                <a:gd name="csX838" fmla="*/ 2758651 w 3861828"/>
                <a:gd name="csY838" fmla="*/ 95289 h 4807419"/>
                <a:gd name="csX839" fmla="*/ 2757219 w 3861828"/>
                <a:gd name="csY839" fmla="*/ 107208 h 4807419"/>
                <a:gd name="csX840" fmla="*/ 2757219 w 3861828"/>
                <a:gd name="csY840" fmla="*/ 405189 h 4807419"/>
                <a:gd name="csX841" fmla="*/ 2510888 w 3861828"/>
                <a:gd name="csY841" fmla="*/ 405189 h 4807419"/>
                <a:gd name="csX842" fmla="*/ 2510888 w 3861828"/>
                <a:gd name="csY842" fmla="*/ 107208 h 4807419"/>
                <a:gd name="csX843" fmla="*/ 2509457 w 3861828"/>
                <a:gd name="csY843" fmla="*/ 95289 h 4807419"/>
                <a:gd name="csX844" fmla="*/ 2141392 w 3861828"/>
                <a:gd name="csY844" fmla="*/ 90998 h 4807419"/>
                <a:gd name="csX845" fmla="*/ 2145365 w 3861828"/>
                <a:gd name="csY845" fmla="*/ 107208 h 4807419"/>
                <a:gd name="csX846" fmla="*/ 2145365 w 3861828"/>
                <a:gd name="csY846" fmla="*/ 421081 h 4807419"/>
                <a:gd name="csX847" fmla="*/ 2423481 w 3861828"/>
                <a:gd name="csY847" fmla="*/ 421081 h 4807419"/>
                <a:gd name="csX848" fmla="*/ 2423481 w 3861828"/>
                <a:gd name="csY848" fmla="*/ 107208 h 4807419"/>
                <a:gd name="csX849" fmla="*/ 2427454 w 3861828"/>
                <a:gd name="csY849" fmla="*/ 90998 h 4807419"/>
                <a:gd name="csX850" fmla="*/ 2433336 w 3861828"/>
                <a:gd name="csY850" fmla="*/ 79397 h 4807419"/>
                <a:gd name="csX851" fmla="*/ 2135510 w 3861828"/>
                <a:gd name="csY851" fmla="*/ 79397 h 4807419"/>
                <a:gd name="csX852" fmla="*/ 2409020 w 3861828"/>
                <a:gd name="csY852" fmla="*/ 95289 h 4807419"/>
                <a:gd name="csX853" fmla="*/ 2407588 w 3861828"/>
                <a:gd name="csY853" fmla="*/ 107208 h 4807419"/>
                <a:gd name="csX854" fmla="*/ 2407588 w 3861828"/>
                <a:gd name="csY854" fmla="*/ 405189 h 4807419"/>
                <a:gd name="csX855" fmla="*/ 2161258 w 3861828"/>
                <a:gd name="csY855" fmla="*/ 405189 h 4807419"/>
                <a:gd name="csX856" fmla="*/ 2161258 w 3861828"/>
                <a:gd name="csY856" fmla="*/ 107208 h 4807419"/>
                <a:gd name="csX857" fmla="*/ 2159826 w 3861828"/>
                <a:gd name="csY857" fmla="*/ 95289 h 4807419"/>
                <a:gd name="csX858" fmla="*/ 1791762 w 3861828"/>
                <a:gd name="csY858" fmla="*/ 90998 h 4807419"/>
                <a:gd name="csX859" fmla="*/ 1795735 w 3861828"/>
                <a:gd name="csY859" fmla="*/ 107208 h 4807419"/>
                <a:gd name="csX860" fmla="*/ 1795735 w 3861828"/>
                <a:gd name="csY860" fmla="*/ 421081 h 4807419"/>
                <a:gd name="csX861" fmla="*/ 2073850 w 3861828"/>
                <a:gd name="csY861" fmla="*/ 421081 h 4807419"/>
                <a:gd name="csX862" fmla="*/ 2073850 w 3861828"/>
                <a:gd name="csY862" fmla="*/ 107208 h 4807419"/>
                <a:gd name="csX863" fmla="*/ 2077823 w 3861828"/>
                <a:gd name="csY863" fmla="*/ 90998 h 4807419"/>
                <a:gd name="csX864" fmla="*/ 2083705 w 3861828"/>
                <a:gd name="csY864" fmla="*/ 79397 h 4807419"/>
                <a:gd name="csX865" fmla="*/ 1785880 w 3861828"/>
                <a:gd name="csY865" fmla="*/ 79397 h 4807419"/>
                <a:gd name="csX866" fmla="*/ 2059389 w 3861828"/>
                <a:gd name="csY866" fmla="*/ 95289 h 4807419"/>
                <a:gd name="csX867" fmla="*/ 2057958 w 3861828"/>
                <a:gd name="csY867" fmla="*/ 107208 h 4807419"/>
                <a:gd name="csX868" fmla="*/ 2057958 w 3861828"/>
                <a:gd name="csY868" fmla="*/ 405189 h 4807419"/>
                <a:gd name="csX869" fmla="*/ 1811627 w 3861828"/>
                <a:gd name="csY869" fmla="*/ 405189 h 4807419"/>
                <a:gd name="csX870" fmla="*/ 1811627 w 3861828"/>
                <a:gd name="csY870" fmla="*/ 107208 h 4807419"/>
                <a:gd name="csX871" fmla="*/ 1810195 w 3861828"/>
                <a:gd name="csY871" fmla="*/ 95289 h 4807419"/>
                <a:gd name="csX872" fmla="*/ 1442131 w 3861828"/>
                <a:gd name="csY872" fmla="*/ 90998 h 4807419"/>
                <a:gd name="csX873" fmla="*/ 1446104 w 3861828"/>
                <a:gd name="csY873" fmla="*/ 107208 h 4807419"/>
                <a:gd name="csX874" fmla="*/ 1446104 w 3861828"/>
                <a:gd name="csY874" fmla="*/ 421081 h 4807419"/>
                <a:gd name="csX875" fmla="*/ 1724220 w 3861828"/>
                <a:gd name="csY875" fmla="*/ 421081 h 4807419"/>
                <a:gd name="csX876" fmla="*/ 1724220 w 3861828"/>
                <a:gd name="csY876" fmla="*/ 107208 h 4807419"/>
                <a:gd name="csX877" fmla="*/ 1728193 w 3861828"/>
                <a:gd name="csY877" fmla="*/ 90998 h 4807419"/>
                <a:gd name="csX878" fmla="*/ 1734075 w 3861828"/>
                <a:gd name="csY878" fmla="*/ 79397 h 4807419"/>
                <a:gd name="csX879" fmla="*/ 1436249 w 3861828"/>
                <a:gd name="csY879" fmla="*/ 79397 h 4807419"/>
                <a:gd name="csX880" fmla="*/ 1709759 w 3861828"/>
                <a:gd name="csY880" fmla="*/ 95289 h 4807419"/>
                <a:gd name="csX881" fmla="*/ 1708327 w 3861828"/>
                <a:gd name="csY881" fmla="*/ 107208 h 4807419"/>
                <a:gd name="csX882" fmla="*/ 1708327 w 3861828"/>
                <a:gd name="csY882" fmla="*/ 405189 h 4807419"/>
                <a:gd name="csX883" fmla="*/ 1461997 w 3861828"/>
                <a:gd name="csY883" fmla="*/ 405189 h 4807419"/>
                <a:gd name="csX884" fmla="*/ 1461997 w 3861828"/>
                <a:gd name="csY884" fmla="*/ 107208 h 4807419"/>
                <a:gd name="csX885" fmla="*/ 1460565 w 3861828"/>
                <a:gd name="csY885" fmla="*/ 95289 h 4807419"/>
                <a:gd name="csX886" fmla="*/ 1092500 w 3861828"/>
                <a:gd name="csY886" fmla="*/ 90998 h 4807419"/>
                <a:gd name="csX887" fmla="*/ 1096474 w 3861828"/>
                <a:gd name="csY887" fmla="*/ 107208 h 4807419"/>
                <a:gd name="csX888" fmla="*/ 1096474 w 3861828"/>
                <a:gd name="csY888" fmla="*/ 421081 h 4807419"/>
                <a:gd name="csX889" fmla="*/ 1374589 w 3861828"/>
                <a:gd name="csY889" fmla="*/ 421081 h 4807419"/>
                <a:gd name="csX890" fmla="*/ 1374589 w 3861828"/>
                <a:gd name="csY890" fmla="*/ 107208 h 4807419"/>
                <a:gd name="csX891" fmla="*/ 1378562 w 3861828"/>
                <a:gd name="csY891" fmla="*/ 90998 h 4807419"/>
                <a:gd name="csX892" fmla="*/ 1384444 w 3861828"/>
                <a:gd name="csY892" fmla="*/ 79397 h 4807419"/>
                <a:gd name="csX893" fmla="*/ 1086619 w 3861828"/>
                <a:gd name="csY893" fmla="*/ 79397 h 4807419"/>
                <a:gd name="csX894" fmla="*/ 1360128 w 3861828"/>
                <a:gd name="csY894" fmla="*/ 95289 h 4807419"/>
                <a:gd name="csX895" fmla="*/ 1358697 w 3861828"/>
                <a:gd name="csY895" fmla="*/ 107208 h 4807419"/>
                <a:gd name="csX896" fmla="*/ 1358696 w 3861828"/>
                <a:gd name="csY896" fmla="*/ 405189 h 4807419"/>
                <a:gd name="csX897" fmla="*/ 1112366 w 3861828"/>
                <a:gd name="csY897" fmla="*/ 405189 h 4807419"/>
                <a:gd name="csX898" fmla="*/ 1112366 w 3861828"/>
                <a:gd name="csY898" fmla="*/ 107208 h 4807419"/>
                <a:gd name="csX899" fmla="*/ 1110934 w 3861828"/>
                <a:gd name="csY899" fmla="*/ 95289 h 4807419"/>
                <a:gd name="csX900" fmla="*/ 742870 w 3861828"/>
                <a:gd name="csY900" fmla="*/ 90998 h 4807419"/>
                <a:gd name="csX901" fmla="*/ 746843 w 3861828"/>
                <a:gd name="csY901" fmla="*/ 107208 h 4807419"/>
                <a:gd name="csX902" fmla="*/ 746843 w 3861828"/>
                <a:gd name="csY902" fmla="*/ 421081 h 4807419"/>
                <a:gd name="csX903" fmla="*/ 1024958 w 3861828"/>
                <a:gd name="csY903" fmla="*/ 421081 h 4807419"/>
                <a:gd name="csX904" fmla="*/ 1024958 w 3861828"/>
                <a:gd name="csY904" fmla="*/ 107208 h 4807419"/>
                <a:gd name="csX905" fmla="*/ 1028931 w 3861828"/>
                <a:gd name="csY905" fmla="*/ 90998 h 4807419"/>
                <a:gd name="csX906" fmla="*/ 1034814 w 3861828"/>
                <a:gd name="csY906" fmla="*/ 79397 h 4807419"/>
                <a:gd name="csX907" fmla="*/ 736988 w 3861828"/>
                <a:gd name="csY907" fmla="*/ 79397 h 4807419"/>
                <a:gd name="csX908" fmla="*/ 1010498 w 3861828"/>
                <a:gd name="csY908" fmla="*/ 95289 h 4807419"/>
                <a:gd name="csX909" fmla="*/ 1009066 w 3861828"/>
                <a:gd name="csY909" fmla="*/ 107208 h 4807419"/>
                <a:gd name="csX910" fmla="*/ 1009066 w 3861828"/>
                <a:gd name="csY910" fmla="*/ 405189 h 4807419"/>
                <a:gd name="csX911" fmla="*/ 762735 w 3861828"/>
                <a:gd name="csY911" fmla="*/ 405189 h 4807419"/>
                <a:gd name="csX912" fmla="*/ 762735 w 3861828"/>
                <a:gd name="csY912" fmla="*/ 107208 h 4807419"/>
                <a:gd name="csX913" fmla="*/ 761304 w 3861828"/>
                <a:gd name="csY913" fmla="*/ 95289 h 4807419"/>
                <a:gd name="csX914" fmla="*/ 393239 w 3861828"/>
                <a:gd name="csY914" fmla="*/ 90998 h 4807419"/>
                <a:gd name="csX915" fmla="*/ 397212 w 3861828"/>
                <a:gd name="csY915" fmla="*/ 107208 h 4807419"/>
                <a:gd name="csX916" fmla="*/ 397212 w 3861828"/>
                <a:gd name="csY916" fmla="*/ 421081 h 4807419"/>
                <a:gd name="csX917" fmla="*/ 675328 w 3861828"/>
                <a:gd name="csY917" fmla="*/ 421081 h 4807419"/>
                <a:gd name="csX918" fmla="*/ 675328 w 3861828"/>
                <a:gd name="csY918" fmla="*/ 107208 h 4807419"/>
                <a:gd name="csX919" fmla="*/ 679301 w 3861828"/>
                <a:gd name="csY919" fmla="*/ 90998 h 4807419"/>
                <a:gd name="csX920" fmla="*/ 685183 w 3861828"/>
                <a:gd name="csY920" fmla="*/ 79397 h 4807419"/>
                <a:gd name="csX921" fmla="*/ 387358 w 3861828"/>
                <a:gd name="csY921" fmla="*/ 79397 h 4807419"/>
                <a:gd name="csX922" fmla="*/ 660867 w 3861828"/>
                <a:gd name="csY922" fmla="*/ 95289 h 4807419"/>
                <a:gd name="csX923" fmla="*/ 659436 w 3861828"/>
                <a:gd name="csY923" fmla="*/ 107208 h 4807419"/>
                <a:gd name="csX924" fmla="*/ 659435 w 3861828"/>
                <a:gd name="csY924" fmla="*/ 405189 h 4807419"/>
                <a:gd name="csX925" fmla="*/ 413105 w 3861828"/>
                <a:gd name="csY925" fmla="*/ 405189 h 4807419"/>
                <a:gd name="csX926" fmla="*/ 413105 w 3861828"/>
                <a:gd name="csY926" fmla="*/ 107208 h 4807419"/>
                <a:gd name="csX927" fmla="*/ 411673 w 3861828"/>
                <a:gd name="csY927" fmla="*/ 95289 h 4807419"/>
                <a:gd name="csX928" fmla="*/ 3790218 w 3861828"/>
                <a:gd name="csY928" fmla="*/ 468758 h 4807419"/>
                <a:gd name="csX929" fmla="*/ 3695501 w 3861828"/>
                <a:gd name="csY929" fmla="*/ 468758 h 4807419"/>
                <a:gd name="csX930" fmla="*/ 3611430 w 3861828"/>
                <a:gd name="csY930" fmla="*/ 405189 h 4807419"/>
                <a:gd name="csX931" fmla="*/ 3559780 w 3861828"/>
                <a:gd name="csY931" fmla="*/ 405189 h 4807419"/>
                <a:gd name="csX932" fmla="*/ 3559780 w 3861828"/>
                <a:gd name="csY932" fmla="*/ 107208 h 4807419"/>
                <a:gd name="csX933" fmla="*/ 3556203 w 3861828"/>
                <a:gd name="csY933" fmla="*/ 88535 h 4807419"/>
                <a:gd name="csX934" fmla="*/ 3573063 w 3861828"/>
                <a:gd name="csY934" fmla="*/ 23377 h 4807419"/>
                <a:gd name="csX935" fmla="*/ 3531968 w 3861828"/>
                <a:gd name="csY935" fmla="*/ -65 h 4807419"/>
                <a:gd name="csX936" fmla="*/ 337616 w 3861828"/>
                <a:gd name="csY936" fmla="*/ -65 h 4807419"/>
                <a:gd name="csX937" fmla="*/ 289940 w 3861828"/>
                <a:gd name="csY937" fmla="*/ 47440 h 4807419"/>
                <a:gd name="csX938" fmla="*/ 313382 w 3861828"/>
                <a:gd name="csY938" fmla="*/ 88535 h 4807419"/>
                <a:gd name="csX939" fmla="*/ 309805 w 3861828"/>
                <a:gd name="csY939" fmla="*/ 107208 h 4807419"/>
                <a:gd name="csX940" fmla="*/ 309805 w 3861828"/>
                <a:gd name="csY940" fmla="*/ 405189 h 4807419"/>
                <a:gd name="csX941" fmla="*/ 258155 w 3861828"/>
                <a:gd name="csY941" fmla="*/ 405189 h 4807419"/>
                <a:gd name="csX942" fmla="*/ 174084 w 3861828"/>
                <a:gd name="csY942" fmla="*/ 468758 h 4807419"/>
                <a:gd name="csX943" fmla="*/ 71420 w 3861828"/>
                <a:gd name="csY943" fmla="*/ 468758 h 4807419"/>
                <a:gd name="csX944" fmla="*/ -95 w 3861828"/>
                <a:gd name="csY944" fmla="*/ 540273 h 4807419"/>
                <a:gd name="csX945" fmla="*/ -95 w 3861828"/>
                <a:gd name="csY945" fmla="*/ 4735840 h 4807419"/>
                <a:gd name="csX946" fmla="*/ 71420 w 3861828"/>
                <a:gd name="csY946" fmla="*/ 4807355 h 4807419"/>
                <a:gd name="csX947" fmla="*/ 3790218 w 3861828"/>
                <a:gd name="csY947" fmla="*/ 4807355 h 4807419"/>
                <a:gd name="csX948" fmla="*/ 3861734 w 3861828"/>
                <a:gd name="csY948" fmla="*/ 4735840 h 4807419"/>
                <a:gd name="csX949" fmla="*/ 3861734 w 3861828"/>
                <a:gd name="csY949" fmla="*/ 540273 h 4807419"/>
                <a:gd name="csX950" fmla="*/ 3790218 w 3861828"/>
                <a:gd name="csY950" fmla="*/ 468758 h 4807419"/>
                <a:gd name="csX951" fmla="*/ 3845841 w 3861828"/>
                <a:gd name="csY951" fmla="*/ 4735840 h 4807419"/>
                <a:gd name="csX952" fmla="*/ 3809529 w 3861828"/>
                <a:gd name="csY952" fmla="*/ 4787966 h 4807419"/>
                <a:gd name="csX953" fmla="*/ 3790218 w 3861828"/>
                <a:gd name="csY953" fmla="*/ 4791463 h 4807419"/>
                <a:gd name="csX954" fmla="*/ 71420 w 3861828"/>
                <a:gd name="csY954" fmla="*/ 4791463 h 4807419"/>
                <a:gd name="csX955" fmla="*/ 52110 w 3861828"/>
                <a:gd name="csY955" fmla="*/ 4787966 h 4807419"/>
                <a:gd name="csX956" fmla="*/ 15797 w 3861828"/>
                <a:gd name="csY956" fmla="*/ 4735840 h 4807419"/>
                <a:gd name="csX957" fmla="*/ 15797 w 3861828"/>
                <a:gd name="csY957" fmla="*/ 540273 h 4807419"/>
                <a:gd name="csX958" fmla="*/ 71420 w 3861828"/>
                <a:gd name="csY958" fmla="*/ 484650 h 4807419"/>
                <a:gd name="csX959" fmla="*/ 186799 w 3861828"/>
                <a:gd name="csY959" fmla="*/ 484650 h 4807419"/>
                <a:gd name="csX960" fmla="*/ 188071 w 3861828"/>
                <a:gd name="csY960" fmla="*/ 478294 h 4807419"/>
                <a:gd name="csX961" fmla="*/ 258155 w 3861828"/>
                <a:gd name="csY961" fmla="*/ 421081 h 4807419"/>
                <a:gd name="csX962" fmla="*/ 325697 w 3861828"/>
                <a:gd name="csY962" fmla="*/ 421081 h 4807419"/>
                <a:gd name="csX963" fmla="*/ 325697 w 3861828"/>
                <a:gd name="csY963" fmla="*/ 107208 h 4807419"/>
                <a:gd name="csX964" fmla="*/ 330784 w 3861828"/>
                <a:gd name="csY964" fmla="*/ 88853 h 4807419"/>
                <a:gd name="csX965" fmla="*/ 335707 w 3861828"/>
                <a:gd name="csY965" fmla="*/ 80668 h 4807419"/>
                <a:gd name="csX966" fmla="*/ 326729 w 3861828"/>
                <a:gd name="csY966" fmla="*/ 77331 h 4807419"/>
                <a:gd name="csX967" fmla="*/ 307729 w 3861828"/>
                <a:gd name="csY967" fmla="*/ 36725 h 4807419"/>
                <a:gd name="csX968" fmla="*/ 337616 w 3861828"/>
                <a:gd name="csY968" fmla="*/ 15828 h 4807419"/>
                <a:gd name="csX969" fmla="*/ 3531968 w 3861828"/>
                <a:gd name="csY969" fmla="*/ 15828 h 4807419"/>
                <a:gd name="csX970" fmla="*/ 3563752 w 3861828"/>
                <a:gd name="csY970" fmla="*/ 47443 h 4807419"/>
                <a:gd name="csX971" fmla="*/ 3542855 w 3861828"/>
                <a:gd name="csY971" fmla="*/ 77331 h 4807419"/>
                <a:gd name="csX972" fmla="*/ 3533877 w 3861828"/>
                <a:gd name="csY972" fmla="*/ 80668 h 4807419"/>
                <a:gd name="csX973" fmla="*/ 3538800 w 3861828"/>
                <a:gd name="csY973" fmla="*/ 88853 h 4807419"/>
                <a:gd name="csX974" fmla="*/ 3543887 w 3861828"/>
                <a:gd name="csY974" fmla="*/ 107208 h 4807419"/>
                <a:gd name="csX975" fmla="*/ 3543887 w 3861828"/>
                <a:gd name="csY975" fmla="*/ 421081 h 4807419"/>
                <a:gd name="csX976" fmla="*/ 3611429 w 3861828"/>
                <a:gd name="csY976" fmla="*/ 421081 h 4807419"/>
                <a:gd name="csX977" fmla="*/ 3681513 w 3861828"/>
                <a:gd name="csY977" fmla="*/ 478294 h 4807419"/>
                <a:gd name="csX978" fmla="*/ 3682786 w 3861828"/>
                <a:gd name="csY978" fmla="*/ 484650 h 4807419"/>
                <a:gd name="csX979" fmla="*/ 3790218 w 3861828"/>
                <a:gd name="csY979" fmla="*/ 484650 h 4807419"/>
                <a:gd name="csX980" fmla="*/ 3845841 w 3861828"/>
                <a:gd name="csY980" fmla="*/ 540273 h 4807419"/>
                <a:gd name="csX981" fmla="*/ 387358 w 3861828"/>
                <a:gd name="csY981" fmla="*/ 79397 h 4807419"/>
                <a:gd name="csX982" fmla="*/ 393239 w 3861828"/>
                <a:gd name="csY982" fmla="*/ 90998 h 4807419"/>
                <a:gd name="csX983" fmla="*/ 397212 w 3861828"/>
                <a:gd name="csY983" fmla="*/ 107208 h 4807419"/>
                <a:gd name="csX984" fmla="*/ 397212 w 3861828"/>
                <a:gd name="csY984" fmla="*/ 421081 h 4807419"/>
                <a:gd name="csX985" fmla="*/ 675328 w 3861828"/>
                <a:gd name="csY985" fmla="*/ 421081 h 4807419"/>
                <a:gd name="csX986" fmla="*/ 675328 w 3861828"/>
                <a:gd name="csY986" fmla="*/ 107208 h 4807419"/>
                <a:gd name="csX987" fmla="*/ 679301 w 3861828"/>
                <a:gd name="csY987" fmla="*/ 90998 h 4807419"/>
                <a:gd name="csX988" fmla="*/ 685183 w 3861828"/>
                <a:gd name="csY988" fmla="*/ 79397 h 4807419"/>
                <a:gd name="csX989" fmla="*/ 659435 w 3861828"/>
                <a:gd name="csY989" fmla="*/ 107208 h 4807419"/>
                <a:gd name="csX990" fmla="*/ 659435 w 3861828"/>
                <a:gd name="csY990" fmla="*/ 405189 h 4807419"/>
                <a:gd name="csX991" fmla="*/ 413105 w 3861828"/>
                <a:gd name="csY991" fmla="*/ 405189 h 4807419"/>
                <a:gd name="csX992" fmla="*/ 413105 w 3861828"/>
                <a:gd name="csY992" fmla="*/ 107208 h 4807419"/>
                <a:gd name="csX993" fmla="*/ 411673 w 3861828"/>
                <a:gd name="csY993" fmla="*/ 95289 h 4807419"/>
                <a:gd name="csX994" fmla="*/ 660867 w 3861828"/>
                <a:gd name="csY994" fmla="*/ 95289 h 4807419"/>
                <a:gd name="csX995" fmla="*/ 659436 w 3861828"/>
                <a:gd name="csY995" fmla="*/ 107208 h 4807419"/>
                <a:gd name="csX996" fmla="*/ 736988 w 3861828"/>
                <a:gd name="csY996" fmla="*/ 79397 h 4807419"/>
                <a:gd name="csX997" fmla="*/ 742870 w 3861828"/>
                <a:gd name="csY997" fmla="*/ 90998 h 4807419"/>
                <a:gd name="csX998" fmla="*/ 746843 w 3861828"/>
                <a:gd name="csY998" fmla="*/ 107208 h 4807419"/>
                <a:gd name="csX999" fmla="*/ 746843 w 3861828"/>
                <a:gd name="csY999" fmla="*/ 421081 h 4807419"/>
                <a:gd name="csX1000" fmla="*/ 1024958 w 3861828"/>
                <a:gd name="csY1000" fmla="*/ 421081 h 4807419"/>
                <a:gd name="csX1001" fmla="*/ 1024958 w 3861828"/>
                <a:gd name="csY1001" fmla="*/ 107208 h 4807419"/>
                <a:gd name="csX1002" fmla="*/ 1028931 w 3861828"/>
                <a:gd name="csY1002" fmla="*/ 90998 h 4807419"/>
                <a:gd name="csX1003" fmla="*/ 1034814 w 3861828"/>
                <a:gd name="csY1003" fmla="*/ 79397 h 4807419"/>
                <a:gd name="csX1004" fmla="*/ 1009066 w 3861828"/>
                <a:gd name="csY1004" fmla="*/ 107208 h 4807419"/>
                <a:gd name="csX1005" fmla="*/ 1009066 w 3861828"/>
                <a:gd name="csY1005" fmla="*/ 405189 h 4807419"/>
                <a:gd name="csX1006" fmla="*/ 762735 w 3861828"/>
                <a:gd name="csY1006" fmla="*/ 405189 h 4807419"/>
                <a:gd name="csX1007" fmla="*/ 762735 w 3861828"/>
                <a:gd name="csY1007" fmla="*/ 107208 h 4807419"/>
                <a:gd name="csX1008" fmla="*/ 761304 w 3861828"/>
                <a:gd name="csY1008" fmla="*/ 95289 h 4807419"/>
                <a:gd name="csX1009" fmla="*/ 1010498 w 3861828"/>
                <a:gd name="csY1009" fmla="*/ 95289 h 4807419"/>
                <a:gd name="csX1010" fmla="*/ 1009066 w 3861828"/>
                <a:gd name="csY1010" fmla="*/ 107208 h 4807419"/>
                <a:gd name="csX1011" fmla="*/ 1086619 w 3861828"/>
                <a:gd name="csY1011" fmla="*/ 79397 h 4807419"/>
                <a:gd name="csX1012" fmla="*/ 1092500 w 3861828"/>
                <a:gd name="csY1012" fmla="*/ 90998 h 4807419"/>
                <a:gd name="csX1013" fmla="*/ 1096474 w 3861828"/>
                <a:gd name="csY1013" fmla="*/ 107208 h 4807419"/>
                <a:gd name="csX1014" fmla="*/ 1096474 w 3861828"/>
                <a:gd name="csY1014" fmla="*/ 421081 h 4807419"/>
                <a:gd name="csX1015" fmla="*/ 1374589 w 3861828"/>
                <a:gd name="csY1015" fmla="*/ 421081 h 4807419"/>
                <a:gd name="csX1016" fmla="*/ 1374589 w 3861828"/>
                <a:gd name="csY1016" fmla="*/ 107208 h 4807419"/>
                <a:gd name="csX1017" fmla="*/ 1378562 w 3861828"/>
                <a:gd name="csY1017" fmla="*/ 90998 h 4807419"/>
                <a:gd name="csX1018" fmla="*/ 1384444 w 3861828"/>
                <a:gd name="csY1018" fmla="*/ 79397 h 4807419"/>
                <a:gd name="csX1019" fmla="*/ 1358696 w 3861828"/>
                <a:gd name="csY1019" fmla="*/ 107208 h 4807419"/>
                <a:gd name="csX1020" fmla="*/ 1358696 w 3861828"/>
                <a:gd name="csY1020" fmla="*/ 405189 h 4807419"/>
                <a:gd name="csX1021" fmla="*/ 1112366 w 3861828"/>
                <a:gd name="csY1021" fmla="*/ 405189 h 4807419"/>
                <a:gd name="csX1022" fmla="*/ 1112366 w 3861828"/>
                <a:gd name="csY1022" fmla="*/ 107208 h 4807419"/>
                <a:gd name="csX1023" fmla="*/ 1110934 w 3861828"/>
                <a:gd name="csY1023" fmla="*/ 95289 h 4807419"/>
                <a:gd name="csX1024" fmla="*/ 1360128 w 3861828"/>
                <a:gd name="csY1024" fmla="*/ 95289 h 4807419"/>
                <a:gd name="csX1025" fmla="*/ 1358697 w 3861828"/>
                <a:gd name="csY1025" fmla="*/ 107208 h 4807419"/>
                <a:gd name="csX1026" fmla="*/ 1436249 w 3861828"/>
                <a:gd name="csY1026" fmla="*/ 79397 h 4807419"/>
                <a:gd name="csX1027" fmla="*/ 1442131 w 3861828"/>
                <a:gd name="csY1027" fmla="*/ 90998 h 4807419"/>
                <a:gd name="csX1028" fmla="*/ 1446104 w 3861828"/>
                <a:gd name="csY1028" fmla="*/ 107208 h 4807419"/>
                <a:gd name="csX1029" fmla="*/ 1446104 w 3861828"/>
                <a:gd name="csY1029" fmla="*/ 421081 h 4807419"/>
                <a:gd name="csX1030" fmla="*/ 1724220 w 3861828"/>
                <a:gd name="csY1030" fmla="*/ 421081 h 4807419"/>
                <a:gd name="csX1031" fmla="*/ 1724220 w 3861828"/>
                <a:gd name="csY1031" fmla="*/ 107208 h 4807419"/>
                <a:gd name="csX1032" fmla="*/ 1728193 w 3861828"/>
                <a:gd name="csY1032" fmla="*/ 90998 h 4807419"/>
                <a:gd name="csX1033" fmla="*/ 1734075 w 3861828"/>
                <a:gd name="csY1033" fmla="*/ 79397 h 4807419"/>
                <a:gd name="csX1034" fmla="*/ 1708327 w 3861828"/>
                <a:gd name="csY1034" fmla="*/ 107208 h 4807419"/>
                <a:gd name="csX1035" fmla="*/ 1708327 w 3861828"/>
                <a:gd name="csY1035" fmla="*/ 405189 h 4807419"/>
                <a:gd name="csX1036" fmla="*/ 1461997 w 3861828"/>
                <a:gd name="csY1036" fmla="*/ 405189 h 4807419"/>
                <a:gd name="csX1037" fmla="*/ 1461997 w 3861828"/>
                <a:gd name="csY1037" fmla="*/ 107208 h 4807419"/>
                <a:gd name="csX1038" fmla="*/ 1460565 w 3861828"/>
                <a:gd name="csY1038" fmla="*/ 95289 h 4807419"/>
                <a:gd name="csX1039" fmla="*/ 1709759 w 3861828"/>
                <a:gd name="csY1039" fmla="*/ 95289 h 4807419"/>
                <a:gd name="csX1040" fmla="*/ 1708327 w 3861828"/>
                <a:gd name="csY1040" fmla="*/ 107208 h 4807419"/>
                <a:gd name="csX1041" fmla="*/ 1785880 w 3861828"/>
                <a:gd name="csY1041" fmla="*/ 79397 h 4807419"/>
                <a:gd name="csX1042" fmla="*/ 1791762 w 3861828"/>
                <a:gd name="csY1042" fmla="*/ 90998 h 4807419"/>
                <a:gd name="csX1043" fmla="*/ 1795735 w 3861828"/>
                <a:gd name="csY1043" fmla="*/ 107208 h 4807419"/>
                <a:gd name="csX1044" fmla="*/ 1795735 w 3861828"/>
                <a:gd name="csY1044" fmla="*/ 421081 h 4807419"/>
                <a:gd name="csX1045" fmla="*/ 2073850 w 3861828"/>
                <a:gd name="csY1045" fmla="*/ 421081 h 4807419"/>
                <a:gd name="csX1046" fmla="*/ 2073850 w 3861828"/>
                <a:gd name="csY1046" fmla="*/ 107208 h 4807419"/>
                <a:gd name="csX1047" fmla="*/ 2077823 w 3861828"/>
                <a:gd name="csY1047" fmla="*/ 90998 h 4807419"/>
                <a:gd name="csX1048" fmla="*/ 2083705 w 3861828"/>
                <a:gd name="csY1048" fmla="*/ 79397 h 4807419"/>
                <a:gd name="csX1049" fmla="*/ 2057958 w 3861828"/>
                <a:gd name="csY1049" fmla="*/ 107208 h 4807419"/>
                <a:gd name="csX1050" fmla="*/ 2057958 w 3861828"/>
                <a:gd name="csY1050" fmla="*/ 405189 h 4807419"/>
                <a:gd name="csX1051" fmla="*/ 1811627 w 3861828"/>
                <a:gd name="csY1051" fmla="*/ 405189 h 4807419"/>
                <a:gd name="csX1052" fmla="*/ 1811627 w 3861828"/>
                <a:gd name="csY1052" fmla="*/ 107208 h 4807419"/>
                <a:gd name="csX1053" fmla="*/ 1810195 w 3861828"/>
                <a:gd name="csY1053" fmla="*/ 95289 h 4807419"/>
                <a:gd name="csX1054" fmla="*/ 2059389 w 3861828"/>
                <a:gd name="csY1054" fmla="*/ 95289 h 4807419"/>
                <a:gd name="csX1055" fmla="*/ 2057958 w 3861828"/>
                <a:gd name="csY1055" fmla="*/ 107208 h 4807419"/>
                <a:gd name="csX1056" fmla="*/ 2135510 w 3861828"/>
                <a:gd name="csY1056" fmla="*/ 79397 h 4807419"/>
                <a:gd name="csX1057" fmla="*/ 2141392 w 3861828"/>
                <a:gd name="csY1057" fmla="*/ 90998 h 4807419"/>
                <a:gd name="csX1058" fmla="*/ 2145365 w 3861828"/>
                <a:gd name="csY1058" fmla="*/ 107208 h 4807419"/>
                <a:gd name="csX1059" fmla="*/ 2145365 w 3861828"/>
                <a:gd name="csY1059" fmla="*/ 421081 h 4807419"/>
                <a:gd name="csX1060" fmla="*/ 2423481 w 3861828"/>
                <a:gd name="csY1060" fmla="*/ 421081 h 4807419"/>
                <a:gd name="csX1061" fmla="*/ 2423481 w 3861828"/>
                <a:gd name="csY1061" fmla="*/ 107208 h 4807419"/>
                <a:gd name="csX1062" fmla="*/ 2427454 w 3861828"/>
                <a:gd name="csY1062" fmla="*/ 90998 h 4807419"/>
                <a:gd name="csX1063" fmla="*/ 2433336 w 3861828"/>
                <a:gd name="csY1063" fmla="*/ 79397 h 4807419"/>
                <a:gd name="csX1064" fmla="*/ 2407588 w 3861828"/>
                <a:gd name="csY1064" fmla="*/ 107208 h 4807419"/>
                <a:gd name="csX1065" fmla="*/ 2407588 w 3861828"/>
                <a:gd name="csY1065" fmla="*/ 405189 h 4807419"/>
                <a:gd name="csX1066" fmla="*/ 2161258 w 3861828"/>
                <a:gd name="csY1066" fmla="*/ 405189 h 4807419"/>
                <a:gd name="csX1067" fmla="*/ 2161258 w 3861828"/>
                <a:gd name="csY1067" fmla="*/ 107208 h 4807419"/>
                <a:gd name="csX1068" fmla="*/ 2159826 w 3861828"/>
                <a:gd name="csY1068" fmla="*/ 95289 h 4807419"/>
                <a:gd name="csX1069" fmla="*/ 2409020 w 3861828"/>
                <a:gd name="csY1069" fmla="*/ 95289 h 4807419"/>
                <a:gd name="csX1070" fmla="*/ 2407588 w 3861828"/>
                <a:gd name="csY1070" fmla="*/ 107208 h 4807419"/>
                <a:gd name="csX1071" fmla="*/ 2485141 w 3861828"/>
                <a:gd name="csY1071" fmla="*/ 79397 h 4807419"/>
                <a:gd name="csX1072" fmla="*/ 2491023 w 3861828"/>
                <a:gd name="csY1072" fmla="*/ 90998 h 4807419"/>
                <a:gd name="csX1073" fmla="*/ 2494996 w 3861828"/>
                <a:gd name="csY1073" fmla="*/ 107208 h 4807419"/>
                <a:gd name="csX1074" fmla="*/ 2494996 w 3861828"/>
                <a:gd name="csY1074" fmla="*/ 421081 h 4807419"/>
                <a:gd name="csX1075" fmla="*/ 2773111 w 3861828"/>
                <a:gd name="csY1075" fmla="*/ 421081 h 4807419"/>
                <a:gd name="csX1076" fmla="*/ 2773111 w 3861828"/>
                <a:gd name="csY1076" fmla="*/ 107208 h 4807419"/>
                <a:gd name="csX1077" fmla="*/ 2777084 w 3861828"/>
                <a:gd name="csY1077" fmla="*/ 90998 h 4807419"/>
                <a:gd name="csX1078" fmla="*/ 2782966 w 3861828"/>
                <a:gd name="csY1078" fmla="*/ 79397 h 4807419"/>
                <a:gd name="csX1079" fmla="*/ 2757219 w 3861828"/>
                <a:gd name="csY1079" fmla="*/ 107208 h 4807419"/>
                <a:gd name="csX1080" fmla="*/ 2757219 w 3861828"/>
                <a:gd name="csY1080" fmla="*/ 405189 h 4807419"/>
                <a:gd name="csX1081" fmla="*/ 2510888 w 3861828"/>
                <a:gd name="csY1081" fmla="*/ 405189 h 4807419"/>
                <a:gd name="csX1082" fmla="*/ 2510888 w 3861828"/>
                <a:gd name="csY1082" fmla="*/ 107208 h 4807419"/>
                <a:gd name="csX1083" fmla="*/ 2509457 w 3861828"/>
                <a:gd name="csY1083" fmla="*/ 95289 h 4807419"/>
                <a:gd name="csX1084" fmla="*/ 2758651 w 3861828"/>
                <a:gd name="csY1084" fmla="*/ 95289 h 4807419"/>
                <a:gd name="csX1085" fmla="*/ 2757219 w 3861828"/>
                <a:gd name="csY1085" fmla="*/ 107208 h 4807419"/>
                <a:gd name="csX1086" fmla="*/ 2834771 w 3861828"/>
                <a:gd name="csY1086" fmla="*/ 79397 h 4807419"/>
                <a:gd name="csX1087" fmla="*/ 2840653 w 3861828"/>
                <a:gd name="csY1087" fmla="*/ 90998 h 4807419"/>
                <a:gd name="csX1088" fmla="*/ 2844627 w 3861828"/>
                <a:gd name="csY1088" fmla="*/ 107208 h 4807419"/>
                <a:gd name="csX1089" fmla="*/ 2844627 w 3861828"/>
                <a:gd name="csY1089" fmla="*/ 421081 h 4807419"/>
                <a:gd name="csX1090" fmla="*/ 3122742 w 3861828"/>
                <a:gd name="csY1090" fmla="*/ 421081 h 4807419"/>
                <a:gd name="csX1091" fmla="*/ 3122742 w 3861828"/>
                <a:gd name="csY1091" fmla="*/ 107208 h 4807419"/>
                <a:gd name="csX1092" fmla="*/ 3126715 w 3861828"/>
                <a:gd name="csY1092" fmla="*/ 90998 h 4807419"/>
                <a:gd name="csX1093" fmla="*/ 3132597 w 3861828"/>
                <a:gd name="csY1093" fmla="*/ 79397 h 4807419"/>
                <a:gd name="csX1094" fmla="*/ 3106849 w 3861828"/>
                <a:gd name="csY1094" fmla="*/ 107208 h 4807419"/>
                <a:gd name="csX1095" fmla="*/ 3106849 w 3861828"/>
                <a:gd name="csY1095" fmla="*/ 405189 h 4807419"/>
                <a:gd name="csX1096" fmla="*/ 2860519 w 3861828"/>
                <a:gd name="csY1096" fmla="*/ 405189 h 4807419"/>
                <a:gd name="csX1097" fmla="*/ 2860519 w 3861828"/>
                <a:gd name="csY1097" fmla="*/ 107208 h 4807419"/>
                <a:gd name="csX1098" fmla="*/ 2859087 w 3861828"/>
                <a:gd name="csY1098" fmla="*/ 95289 h 4807419"/>
                <a:gd name="csX1099" fmla="*/ 3108281 w 3861828"/>
                <a:gd name="csY1099" fmla="*/ 95289 h 4807419"/>
                <a:gd name="csX1100" fmla="*/ 3106849 w 3861828"/>
                <a:gd name="csY1100" fmla="*/ 107208 h 4807419"/>
                <a:gd name="csX1101" fmla="*/ 3184402 w 3861828"/>
                <a:gd name="csY1101" fmla="*/ 79397 h 4807419"/>
                <a:gd name="csX1102" fmla="*/ 3190284 w 3861828"/>
                <a:gd name="csY1102" fmla="*/ 90998 h 4807419"/>
                <a:gd name="csX1103" fmla="*/ 3194257 w 3861828"/>
                <a:gd name="csY1103" fmla="*/ 107208 h 4807419"/>
                <a:gd name="csX1104" fmla="*/ 3194257 w 3861828"/>
                <a:gd name="csY1104" fmla="*/ 421081 h 4807419"/>
                <a:gd name="csX1105" fmla="*/ 3472372 w 3861828"/>
                <a:gd name="csY1105" fmla="*/ 421081 h 4807419"/>
                <a:gd name="csX1106" fmla="*/ 3472372 w 3861828"/>
                <a:gd name="csY1106" fmla="*/ 107208 h 4807419"/>
                <a:gd name="csX1107" fmla="*/ 3476345 w 3861828"/>
                <a:gd name="csY1107" fmla="*/ 90998 h 4807419"/>
                <a:gd name="csX1108" fmla="*/ 3482227 w 3861828"/>
                <a:gd name="csY1108" fmla="*/ 79397 h 4807419"/>
                <a:gd name="csX1109" fmla="*/ 3456480 w 3861828"/>
                <a:gd name="csY1109" fmla="*/ 107208 h 4807419"/>
                <a:gd name="csX1110" fmla="*/ 3456480 w 3861828"/>
                <a:gd name="csY1110" fmla="*/ 405189 h 4807419"/>
                <a:gd name="csX1111" fmla="*/ 3210149 w 3861828"/>
                <a:gd name="csY1111" fmla="*/ 405189 h 4807419"/>
                <a:gd name="csX1112" fmla="*/ 3210149 w 3861828"/>
                <a:gd name="csY1112" fmla="*/ 107208 h 4807419"/>
                <a:gd name="csX1113" fmla="*/ 3208718 w 3861828"/>
                <a:gd name="csY1113" fmla="*/ 95289 h 4807419"/>
                <a:gd name="csX1114" fmla="*/ 3457912 w 3861828"/>
                <a:gd name="csY1114" fmla="*/ 95289 h 4807419"/>
                <a:gd name="csX1115" fmla="*/ 3456480 w 3861828"/>
                <a:gd name="csY1115" fmla="*/ 107208 h 4807419"/>
                <a:gd name="csX1116" fmla="*/ 387358 w 3861828"/>
                <a:gd name="csY1116" fmla="*/ 79397 h 4807419"/>
                <a:gd name="csX1117" fmla="*/ 393239 w 3861828"/>
                <a:gd name="csY1117" fmla="*/ 90998 h 4807419"/>
                <a:gd name="csX1118" fmla="*/ 397212 w 3861828"/>
                <a:gd name="csY1118" fmla="*/ 107208 h 4807419"/>
                <a:gd name="csX1119" fmla="*/ 397212 w 3861828"/>
                <a:gd name="csY1119" fmla="*/ 421081 h 4807419"/>
                <a:gd name="csX1120" fmla="*/ 675328 w 3861828"/>
                <a:gd name="csY1120" fmla="*/ 421081 h 4807419"/>
                <a:gd name="csX1121" fmla="*/ 675328 w 3861828"/>
                <a:gd name="csY1121" fmla="*/ 107208 h 4807419"/>
                <a:gd name="csX1122" fmla="*/ 679301 w 3861828"/>
                <a:gd name="csY1122" fmla="*/ 90998 h 4807419"/>
                <a:gd name="csX1123" fmla="*/ 685183 w 3861828"/>
                <a:gd name="csY1123" fmla="*/ 79397 h 4807419"/>
                <a:gd name="csX1124" fmla="*/ 659435 w 3861828"/>
                <a:gd name="csY1124" fmla="*/ 107208 h 4807419"/>
                <a:gd name="csX1125" fmla="*/ 659435 w 3861828"/>
                <a:gd name="csY1125" fmla="*/ 405189 h 4807419"/>
                <a:gd name="csX1126" fmla="*/ 413105 w 3861828"/>
                <a:gd name="csY1126" fmla="*/ 405189 h 4807419"/>
                <a:gd name="csX1127" fmla="*/ 413105 w 3861828"/>
                <a:gd name="csY1127" fmla="*/ 107208 h 4807419"/>
                <a:gd name="csX1128" fmla="*/ 411673 w 3861828"/>
                <a:gd name="csY1128" fmla="*/ 95289 h 4807419"/>
                <a:gd name="csX1129" fmla="*/ 660867 w 3861828"/>
                <a:gd name="csY1129" fmla="*/ 95289 h 4807419"/>
                <a:gd name="csX1130" fmla="*/ 659436 w 3861828"/>
                <a:gd name="csY1130" fmla="*/ 107208 h 4807419"/>
                <a:gd name="csX1131" fmla="*/ 736988 w 3861828"/>
                <a:gd name="csY1131" fmla="*/ 79397 h 4807419"/>
                <a:gd name="csX1132" fmla="*/ 742870 w 3861828"/>
                <a:gd name="csY1132" fmla="*/ 90998 h 4807419"/>
                <a:gd name="csX1133" fmla="*/ 746843 w 3861828"/>
                <a:gd name="csY1133" fmla="*/ 107208 h 4807419"/>
                <a:gd name="csX1134" fmla="*/ 746843 w 3861828"/>
                <a:gd name="csY1134" fmla="*/ 421081 h 4807419"/>
                <a:gd name="csX1135" fmla="*/ 1024958 w 3861828"/>
                <a:gd name="csY1135" fmla="*/ 421081 h 4807419"/>
                <a:gd name="csX1136" fmla="*/ 1024958 w 3861828"/>
                <a:gd name="csY1136" fmla="*/ 107208 h 4807419"/>
                <a:gd name="csX1137" fmla="*/ 1028931 w 3861828"/>
                <a:gd name="csY1137" fmla="*/ 90998 h 4807419"/>
                <a:gd name="csX1138" fmla="*/ 1034814 w 3861828"/>
                <a:gd name="csY1138" fmla="*/ 79397 h 4807419"/>
                <a:gd name="csX1139" fmla="*/ 1009066 w 3861828"/>
                <a:gd name="csY1139" fmla="*/ 107208 h 4807419"/>
                <a:gd name="csX1140" fmla="*/ 1009066 w 3861828"/>
                <a:gd name="csY1140" fmla="*/ 405189 h 4807419"/>
                <a:gd name="csX1141" fmla="*/ 762735 w 3861828"/>
                <a:gd name="csY1141" fmla="*/ 405189 h 4807419"/>
                <a:gd name="csX1142" fmla="*/ 762735 w 3861828"/>
                <a:gd name="csY1142" fmla="*/ 107208 h 4807419"/>
                <a:gd name="csX1143" fmla="*/ 761304 w 3861828"/>
                <a:gd name="csY1143" fmla="*/ 95289 h 4807419"/>
                <a:gd name="csX1144" fmla="*/ 1010498 w 3861828"/>
                <a:gd name="csY1144" fmla="*/ 95289 h 4807419"/>
                <a:gd name="csX1145" fmla="*/ 1009066 w 3861828"/>
                <a:gd name="csY1145" fmla="*/ 107208 h 4807419"/>
                <a:gd name="csX1146" fmla="*/ 1086619 w 3861828"/>
                <a:gd name="csY1146" fmla="*/ 79397 h 4807419"/>
                <a:gd name="csX1147" fmla="*/ 1092500 w 3861828"/>
                <a:gd name="csY1147" fmla="*/ 90998 h 4807419"/>
                <a:gd name="csX1148" fmla="*/ 1096474 w 3861828"/>
                <a:gd name="csY1148" fmla="*/ 107208 h 4807419"/>
                <a:gd name="csX1149" fmla="*/ 1096474 w 3861828"/>
                <a:gd name="csY1149" fmla="*/ 421081 h 4807419"/>
                <a:gd name="csX1150" fmla="*/ 1374589 w 3861828"/>
                <a:gd name="csY1150" fmla="*/ 421081 h 4807419"/>
                <a:gd name="csX1151" fmla="*/ 1374589 w 3861828"/>
                <a:gd name="csY1151" fmla="*/ 107208 h 4807419"/>
                <a:gd name="csX1152" fmla="*/ 1378562 w 3861828"/>
                <a:gd name="csY1152" fmla="*/ 90998 h 4807419"/>
                <a:gd name="csX1153" fmla="*/ 1384444 w 3861828"/>
                <a:gd name="csY1153" fmla="*/ 79397 h 4807419"/>
                <a:gd name="csX1154" fmla="*/ 1358696 w 3861828"/>
                <a:gd name="csY1154" fmla="*/ 107208 h 4807419"/>
                <a:gd name="csX1155" fmla="*/ 1358696 w 3861828"/>
                <a:gd name="csY1155" fmla="*/ 405189 h 4807419"/>
                <a:gd name="csX1156" fmla="*/ 1112366 w 3861828"/>
                <a:gd name="csY1156" fmla="*/ 405189 h 4807419"/>
                <a:gd name="csX1157" fmla="*/ 1112366 w 3861828"/>
                <a:gd name="csY1157" fmla="*/ 107208 h 4807419"/>
                <a:gd name="csX1158" fmla="*/ 1110934 w 3861828"/>
                <a:gd name="csY1158" fmla="*/ 95289 h 4807419"/>
                <a:gd name="csX1159" fmla="*/ 1360128 w 3861828"/>
                <a:gd name="csY1159" fmla="*/ 95289 h 4807419"/>
                <a:gd name="csX1160" fmla="*/ 1358697 w 3861828"/>
                <a:gd name="csY1160" fmla="*/ 107208 h 4807419"/>
                <a:gd name="csX1161" fmla="*/ 1436249 w 3861828"/>
                <a:gd name="csY1161" fmla="*/ 79397 h 4807419"/>
                <a:gd name="csX1162" fmla="*/ 1442131 w 3861828"/>
                <a:gd name="csY1162" fmla="*/ 90998 h 4807419"/>
                <a:gd name="csX1163" fmla="*/ 1446104 w 3861828"/>
                <a:gd name="csY1163" fmla="*/ 107208 h 4807419"/>
                <a:gd name="csX1164" fmla="*/ 1446104 w 3861828"/>
                <a:gd name="csY1164" fmla="*/ 421081 h 4807419"/>
                <a:gd name="csX1165" fmla="*/ 1724220 w 3861828"/>
                <a:gd name="csY1165" fmla="*/ 421081 h 4807419"/>
                <a:gd name="csX1166" fmla="*/ 1724220 w 3861828"/>
                <a:gd name="csY1166" fmla="*/ 107208 h 4807419"/>
                <a:gd name="csX1167" fmla="*/ 1728193 w 3861828"/>
                <a:gd name="csY1167" fmla="*/ 90998 h 4807419"/>
                <a:gd name="csX1168" fmla="*/ 1734075 w 3861828"/>
                <a:gd name="csY1168" fmla="*/ 79397 h 4807419"/>
                <a:gd name="csX1169" fmla="*/ 1708327 w 3861828"/>
                <a:gd name="csY1169" fmla="*/ 107208 h 4807419"/>
                <a:gd name="csX1170" fmla="*/ 1708327 w 3861828"/>
                <a:gd name="csY1170" fmla="*/ 405189 h 4807419"/>
                <a:gd name="csX1171" fmla="*/ 1461997 w 3861828"/>
                <a:gd name="csY1171" fmla="*/ 405189 h 4807419"/>
                <a:gd name="csX1172" fmla="*/ 1461997 w 3861828"/>
                <a:gd name="csY1172" fmla="*/ 107208 h 4807419"/>
                <a:gd name="csX1173" fmla="*/ 1460565 w 3861828"/>
                <a:gd name="csY1173" fmla="*/ 95289 h 4807419"/>
                <a:gd name="csX1174" fmla="*/ 1709759 w 3861828"/>
                <a:gd name="csY1174" fmla="*/ 95289 h 4807419"/>
                <a:gd name="csX1175" fmla="*/ 1708327 w 3861828"/>
                <a:gd name="csY1175" fmla="*/ 107208 h 4807419"/>
                <a:gd name="csX1176" fmla="*/ 1785880 w 3861828"/>
                <a:gd name="csY1176" fmla="*/ 79397 h 4807419"/>
                <a:gd name="csX1177" fmla="*/ 1791762 w 3861828"/>
                <a:gd name="csY1177" fmla="*/ 90998 h 4807419"/>
                <a:gd name="csX1178" fmla="*/ 1795735 w 3861828"/>
                <a:gd name="csY1178" fmla="*/ 107208 h 4807419"/>
                <a:gd name="csX1179" fmla="*/ 1795735 w 3861828"/>
                <a:gd name="csY1179" fmla="*/ 421081 h 4807419"/>
                <a:gd name="csX1180" fmla="*/ 2073850 w 3861828"/>
                <a:gd name="csY1180" fmla="*/ 421081 h 4807419"/>
                <a:gd name="csX1181" fmla="*/ 2073850 w 3861828"/>
                <a:gd name="csY1181" fmla="*/ 107208 h 4807419"/>
                <a:gd name="csX1182" fmla="*/ 2077823 w 3861828"/>
                <a:gd name="csY1182" fmla="*/ 90998 h 4807419"/>
                <a:gd name="csX1183" fmla="*/ 2083705 w 3861828"/>
                <a:gd name="csY1183" fmla="*/ 79397 h 4807419"/>
                <a:gd name="csX1184" fmla="*/ 2057958 w 3861828"/>
                <a:gd name="csY1184" fmla="*/ 107208 h 4807419"/>
                <a:gd name="csX1185" fmla="*/ 2057958 w 3861828"/>
                <a:gd name="csY1185" fmla="*/ 405189 h 4807419"/>
                <a:gd name="csX1186" fmla="*/ 1811627 w 3861828"/>
                <a:gd name="csY1186" fmla="*/ 405189 h 4807419"/>
                <a:gd name="csX1187" fmla="*/ 1811627 w 3861828"/>
                <a:gd name="csY1187" fmla="*/ 107208 h 4807419"/>
                <a:gd name="csX1188" fmla="*/ 1810195 w 3861828"/>
                <a:gd name="csY1188" fmla="*/ 95289 h 4807419"/>
                <a:gd name="csX1189" fmla="*/ 2059389 w 3861828"/>
                <a:gd name="csY1189" fmla="*/ 95289 h 4807419"/>
                <a:gd name="csX1190" fmla="*/ 2057958 w 3861828"/>
                <a:gd name="csY1190" fmla="*/ 107208 h 4807419"/>
                <a:gd name="csX1191" fmla="*/ 2135510 w 3861828"/>
                <a:gd name="csY1191" fmla="*/ 79397 h 4807419"/>
                <a:gd name="csX1192" fmla="*/ 2141392 w 3861828"/>
                <a:gd name="csY1192" fmla="*/ 90998 h 4807419"/>
                <a:gd name="csX1193" fmla="*/ 2145365 w 3861828"/>
                <a:gd name="csY1193" fmla="*/ 107208 h 4807419"/>
                <a:gd name="csX1194" fmla="*/ 2145365 w 3861828"/>
                <a:gd name="csY1194" fmla="*/ 421081 h 4807419"/>
                <a:gd name="csX1195" fmla="*/ 2423481 w 3861828"/>
                <a:gd name="csY1195" fmla="*/ 421081 h 4807419"/>
                <a:gd name="csX1196" fmla="*/ 2423481 w 3861828"/>
                <a:gd name="csY1196" fmla="*/ 107208 h 4807419"/>
                <a:gd name="csX1197" fmla="*/ 2427454 w 3861828"/>
                <a:gd name="csY1197" fmla="*/ 90998 h 4807419"/>
                <a:gd name="csX1198" fmla="*/ 2433336 w 3861828"/>
                <a:gd name="csY1198" fmla="*/ 79397 h 4807419"/>
                <a:gd name="csX1199" fmla="*/ 2407588 w 3861828"/>
                <a:gd name="csY1199" fmla="*/ 107208 h 4807419"/>
                <a:gd name="csX1200" fmla="*/ 2407588 w 3861828"/>
                <a:gd name="csY1200" fmla="*/ 405189 h 4807419"/>
                <a:gd name="csX1201" fmla="*/ 2161258 w 3861828"/>
                <a:gd name="csY1201" fmla="*/ 405189 h 4807419"/>
                <a:gd name="csX1202" fmla="*/ 2161258 w 3861828"/>
                <a:gd name="csY1202" fmla="*/ 107208 h 4807419"/>
                <a:gd name="csX1203" fmla="*/ 2159826 w 3861828"/>
                <a:gd name="csY1203" fmla="*/ 95289 h 4807419"/>
                <a:gd name="csX1204" fmla="*/ 2409020 w 3861828"/>
                <a:gd name="csY1204" fmla="*/ 95289 h 4807419"/>
                <a:gd name="csX1205" fmla="*/ 2407588 w 3861828"/>
                <a:gd name="csY1205" fmla="*/ 107208 h 4807419"/>
                <a:gd name="csX1206" fmla="*/ 2485141 w 3861828"/>
                <a:gd name="csY1206" fmla="*/ 79397 h 4807419"/>
                <a:gd name="csX1207" fmla="*/ 2491023 w 3861828"/>
                <a:gd name="csY1207" fmla="*/ 90998 h 4807419"/>
                <a:gd name="csX1208" fmla="*/ 2494996 w 3861828"/>
                <a:gd name="csY1208" fmla="*/ 107208 h 4807419"/>
                <a:gd name="csX1209" fmla="*/ 2494996 w 3861828"/>
                <a:gd name="csY1209" fmla="*/ 421081 h 4807419"/>
                <a:gd name="csX1210" fmla="*/ 2773111 w 3861828"/>
                <a:gd name="csY1210" fmla="*/ 421081 h 4807419"/>
                <a:gd name="csX1211" fmla="*/ 2773111 w 3861828"/>
                <a:gd name="csY1211" fmla="*/ 107208 h 4807419"/>
                <a:gd name="csX1212" fmla="*/ 2777084 w 3861828"/>
                <a:gd name="csY1212" fmla="*/ 90998 h 4807419"/>
                <a:gd name="csX1213" fmla="*/ 2782966 w 3861828"/>
                <a:gd name="csY1213" fmla="*/ 79397 h 4807419"/>
                <a:gd name="csX1214" fmla="*/ 2757219 w 3861828"/>
                <a:gd name="csY1214" fmla="*/ 107208 h 4807419"/>
                <a:gd name="csX1215" fmla="*/ 2757219 w 3861828"/>
                <a:gd name="csY1215" fmla="*/ 405189 h 4807419"/>
                <a:gd name="csX1216" fmla="*/ 2510888 w 3861828"/>
                <a:gd name="csY1216" fmla="*/ 405189 h 4807419"/>
                <a:gd name="csX1217" fmla="*/ 2510888 w 3861828"/>
                <a:gd name="csY1217" fmla="*/ 107208 h 4807419"/>
                <a:gd name="csX1218" fmla="*/ 2509457 w 3861828"/>
                <a:gd name="csY1218" fmla="*/ 95289 h 4807419"/>
                <a:gd name="csX1219" fmla="*/ 2758651 w 3861828"/>
                <a:gd name="csY1219" fmla="*/ 95289 h 4807419"/>
                <a:gd name="csX1220" fmla="*/ 2757219 w 3861828"/>
                <a:gd name="csY1220" fmla="*/ 107208 h 4807419"/>
                <a:gd name="csX1221" fmla="*/ 2834771 w 3861828"/>
                <a:gd name="csY1221" fmla="*/ 79397 h 4807419"/>
                <a:gd name="csX1222" fmla="*/ 2840653 w 3861828"/>
                <a:gd name="csY1222" fmla="*/ 90998 h 4807419"/>
                <a:gd name="csX1223" fmla="*/ 2844627 w 3861828"/>
                <a:gd name="csY1223" fmla="*/ 107208 h 4807419"/>
                <a:gd name="csX1224" fmla="*/ 2844627 w 3861828"/>
                <a:gd name="csY1224" fmla="*/ 421081 h 4807419"/>
                <a:gd name="csX1225" fmla="*/ 3122742 w 3861828"/>
                <a:gd name="csY1225" fmla="*/ 421081 h 4807419"/>
                <a:gd name="csX1226" fmla="*/ 3122742 w 3861828"/>
                <a:gd name="csY1226" fmla="*/ 107208 h 4807419"/>
                <a:gd name="csX1227" fmla="*/ 3126715 w 3861828"/>
                <a:gd name="csY1227" fmla="*/ 90998 h 4807419"/>
                <a:gd name="csX1228" fmla="*/ 3132597 w 3861828"/>
                <a:gd name="csY1228" fmla="*/ 79397 h 4807419"/>
                <a:gd name="csX1229" fmla="*/ 3106849 w 3861828"/>
                <a:gd name="csY1229" fmla="*/ 107208 h 4807419"/>
                <a:gd name="csX1230" fmla="*/ 3106849 w 3861828"/>
                <a:gd name="csY1230" fmla="*/ 405189 h 4807419"/>
                <a:gd name="csX1231" fmla="*/ 2860519 w 3861828"/>
                <a:gd name="csY1231" fmla="*/ 405189 h 4807419"/>
                <a:gd name="csX1232" fmla="*/ 2860519 w 3861828"/>
                <a:gd name="csY1232" fmla="*/ 107208 h 4807419"/>
                <a:gd name="csX1233" fmla="*/ 2859087 w 3861828"/>
                <a:gd name="csY1233" fmla="*/ 95289 h 4807419"/>
                <a:gd name="csX1234" fmla="*/ 3108281 w 3861828"/>
                <a:gd name="csY1234" fmla="*/ 95289 h 4807419"/>
                <a:gd name="csX1235" fmla="*/ 3106849 w 3861828"/>
                <a:gd name="csY1235" fmla="*/ 107208 h 4807419"/>
                <a:gd name="csX1236" fmla="*/ 3184402 w 3861828"/>
                <a:gd name="csY1236" fmla="*/ 79397 h 4807419"/>
                <a:gd name="csX1237" fmla="*/ 3190284 w 3861828"/>
                <a:gd name="csY1237" fmla="*/ 90998 h 4807419"/>
                <a:gd name="csX1238" fmla="*/ 3194257 w 3861828"/>
                <a:gd name="csY1238" fmla="*/ 107208 h 4807419"/>
                <a:gd name="csX1239" fmla="*/ 3194257 w 3861828"/>
                <a:gd name="csY1239" fmla="*/ 421081 h 4807419"/>
                <a:gd name="csX1240" fmla="*/ 3472372 w 3861828"/>
                <a:gd name="csY1240" fmla="*/ 421081 h 4807419"/>
                <a:gd name="csX1241" fmla="*/ 3472372 w 3861828"/>
                <a:gd name="csY1241" fmla="*/ 107208 h 4807419"/>
                <a:gd name="csX1242" fmla="*/ 3476345 w 3861828"/>
                <a:gd name="csY1242" fmla="*/ 90998 h 4807419"/>
                <a:gd name="csX1243" fmla="*/ 3482227 w 3861828"/>
                <a:gd name="csY1243" fmla="*/ 79397 h 4807419"/>
                <a:gd name="csX1244" fmla="*/ 3456480 w 3861828"/>
                <a:gd name="csY1244" fmla="*/ 107208 h 4807419"/>
                <a:gd name="csX1245" fmla="*/ 3456480 w 3861828"/>
                <a:gd name="csY1245" fmla="*/ 405189 h 4807419"/>
                <a:gd name="csX1246" fmla="*/ 3210149 w 3861828"/>
                <a:gd name="csY1246" fmla="*/ 405189 h 4807419"/>
                <a:gd name="csX1247" fmla="*/ 3210149 w 3861828"/>
                <a:gd name="csY1247" fmla="*/ 107208 h 4807419"/>
                <a:gd name="csX1248" fmla="*/ 3208718 w 3861828"/>
                <a:gd name="csY1248" fmla="*/ 95289 h 4807419"/>
                <a:gd name="csX1249" fmla="*/ 3457912 w 3861828"/>
                <a:gd name="csY1249" fmla="*/ 95289 h 4807419"/>
                <a:gd name="csX1250" fmla="*/ 3456480 w 3861828"/>
                <a:gd name="csY1250" fmla="*/ 107208 h 4807419"/>
                <a:gd name="csX1251" fmla="*/ 387358 w 3861828"/>
                <a:gd name="csY1251" fmla="*/ 79397 h 4807419"/>
                <a:gd name="csX1252" fmla="*/ 393239 w 3861828"/>
                <a:gd name="csY1252" fmla="*/ 90998 h 4807419"/>
                <a:gd name="csX1253" fmla="*/ 397212 w 3861828"/>
                <a:gd name="csY1253" fmla="*/ 107208 h 4807419"/>
                <a:gd name="csX1254" fmla="*/ 397212 w 3861828"/>
                <a:gd name="csY1254" fmla="*/ 421081 h 4807419"/>
                <a:gd name="csX1255" fmla="*/ 675328 w 3861828"/>
                <a:gd name="csY1255" fmla="*/ 421081 h 4807419"/>
                <a:gd name="csX1256" fmla="*/ 675328 w 3861828"/>
                <a:gd name="csY1256" fmla="*/ 107208 h 4807419"/>
                <a:gd name="csX1257" fmla="*/ 679301 w 3861828"/>
                <a:gd name="csY1257" fmla="*/ 90998 h 4807419"/>
                <a:gd name="csX1258" fmla="*/ 685183 w 3861828"/>
                <a:gd name="csY1258" fmla="*/ 79397 h 4807419"/>
                <a:gd name="csX1259" fmla="*/ 659435 w 3861828"/>
                <a:gd name="csY1259" fmla="*/ 107208 h 4807419"/>
                <a:gd name="csX1260" fmla="*/ 659435 w 3861828"/>
                <a:gd name="csY1260" fmla="*/ 405189 h 4807419"/>
                <a:gd name="csX1261" fmla="*/ 413105 w 3861828"/>
                <a:gd name="csY1261" fmla="*/ 405189 h 4807419"/>
                <a:gd name="csX1262" fmla="*/ 413105 w 3861828"/>
                <a:gd name="csY1262" fmla="*/ 107208 h 4807419"/>
                <a:gd name="csX1263" fmla="*/ 411673 w 3861828"/>
                <a:gd name="csY1263" fmla="*/ 95289 h 4807419"/>
                <a:gd name="csX1264" fmla="*/ 660867 w 3861828"/>
                <a:gd name="csY1264" fmla="*/ 95289 h 4807419"/>
                <a:gd name="csX1265" fmla="*/ 659436 w 3861828"/>
                <a:gd name="csY1265" fmla="*/ 107208 h 4807419"/>
                <a:gd name="csX1266" fmla="*/ 736988 w 3861828"/>
                <a:gd name="csY1266" fmla="*/ 79397 h 4807419"/>
                <a:gd name="csX1267" fmla="*/ 742870 w 3861828"/>
                <a:gd name="csY1267" fmla="*/ 90998 h 4807419"/>
                <a:gd name="csX1268" fmla="*/ 746843 w 3861828"/>
                <a:gd name="csY1268" fmla="*/ 107208 h 4807419"/>
                <a:gd name="csX1269" fmla="*/ 746843 w 3861828"/>
                <a:gd name="csY1269" fmla="*/ 421081 h 4807419"/>
                <a:gd name="csX1270" fmla="*/ 1024958 w 3861828"/>
                <a:gd name="csY1270" fmla="*/ 421081 h 4807419"/>
                <a:gd name="csX1271" fmla="*/ 1024958 w 3861828"/>
                <a:gd name="csY1271" fmla="*/ 107208 h 4807419"/>
                <a:gd name="csX1272" fmla="*/ 1028931 w 3861828"/>
                <a:gd name="csY1272" fmla="*/ 90998 h 4807419"/>
                <a:gd name="csX1273" fmla="*/ 1034814 w 3861828"/>
                <a:gd name="csY1273" fmla="*/ 79397 h 4807419"/>
                <a:gd name="csX1274" fmla="*/ 1009066 w 3861828"/>
                <a:gd name="csY1274" fmla="*/ 107208 h 4807419"/>
                <a:gd name="csX1275" fmla="*/ 1009066 w 3861828"/>
                <a:gd name="csY1275" fmla="*/ 405189 h 4807419"/>
                <a:gd name="csX1276" fmla="*/ 762735 w 3861828"/>
                <a:gd name="csY1276" fmla="*/ 405189 h 4807419"/>
                <a:gd name="csX1277" fmla="*/ 762735 w 3861828"/>
                <a:gd name="csY1277" fmla="*/ 107208 h 4807419"/>
                <a:gd name="csX1278" fmla="*/ 761304 w 3861828"/>
                <a:gd name="csY1278" fmla="*/ 95289 h 4807419"/>
                <a:gd name="csX1279" fmla="*/ 1010498 w 3861828"/>
                <a:gd name="csY1279" fmla="*/ 95289 h 4807419"/>
                <a:gd name="csX1280" fmla="*/ 1009066 w 3861828"/>
                <a:gd name="csY1280" fmla="*/ 107208 h 4807419"/>
                <a:gd name="csX1281" fmla="*/ 1086619 w 3861828"/>
                <a:gd name="csY1281" fmla="*/ 79397 h 4807419"/>
                <a:gd name="csX1282" fmla="*/ 1092500 w 3861828"/>
                <a:gd name="csY1282" fmla="*/ 90998 h 4807419"/>
                <a:gd name="csX1283" fmla="*/ 1096474 w 3861828"/>
                <a:gd name="csY1283" fmla="*/ 107208 h 4807419"/>
                <a:gd name="csX1284" fmla="*/ 1096474 w 3861828"/>
                <a:gd name="csY1284" fmla="*/ 421081 h 4807419"/>
                <a:gd name="csX1285" fmla="*/ 1374589 w 3861828"/>
                <a:gd name="csY1285" fmla="*/ 421081 h 4807419"/>
                <a:gd name="csX1286" fmla="*/ 1374589 w 3861828"/>
                <a:gd name="csY1286" fmla="*/ 107208 h 4807419"/>
                <a:gd name="csX1287" fmla="*/ 1378562 w 3861828"/>
                <a:gd name="csY1287" fmla="*/ 90998 h 4807419"/>
                <a:gd name="csX1288" fmla="*/ 1384444 w 3861828"/>
                <a:gd name="csY1288" fmla="*/ 79397 h 4807419"/>
                <a:gd name="csX1289" fmla="*/ 1358696 w 3861828"/>
                <a:gd name="csY1289" fmla="*/ 107208 h 4807419"/>
                <a:gd name="csX1290" fmla="*/ 1358696 w 3861828"/>
                <a:gd name="csY1290" fmla="*/ 405189 h 4807419"/>
                <a:gd name="csX1291" fmla="*/ 1112366 w 3861828"/>
                <a:gd name="csY1291" fmla="*/ 405189 h 4807419"/>
                <a:gd name="csX1292" fmla="*/ 1112366 w 3861828"/>
                <a:gd name="csY1292" fmla="*/ 107208 h 4807419"/>
                <a:gd name="csX1293" fmla="*/ 1110934 w 3861828"/>
                <a:gd name="csY1293" fmla="*/ 95289 h 4807419"/>
                <a:gd name="csX1294" fmla="*/ 1360128 w 3861828"/>
                <a:gd name="csY1294" fmla="*/ 95289 h 4807419"/>
                <a:gd name="csX1295" fmla="*/ 1358697 w 3861828"/>
                <a:gd name="csY1295" fmla="*/ 107208 h 4807419"/>
                <a:gd name="csX1296" fmla="*/ 1436249 w 3861828"/>
                <a:gd name="csY1296" fmla="*/ 79397 h 4807419"/>
                <a:gd name="csX1297" fmla="*/ 1442131 w 3861828"/>
                <a:gd name="csY1297" fmla="*/ 90998 h 4807419"/>
                <a:gd name="csX1298" fmla="*/ 1446104 w 3861828"/>
                <a:gd name="csY1298" fmla="*/ 107208 h 4807419"/>
                <a:gd name="csX1299" fmla="*/ 1446104 w 3861828"/>
                <a:gd name="csY1299" fmla="*/ 421081 h 4807419"/>
                <a:gd name="csX1300" fmla="*/ 1724220 w 3861828"/>
                <a:gd name="csY1300" fmla="*/ 421081 h 4807419"/>
                <a:gd name="csX1301" fmla="*/ 1724220 w 3861828"/>
                <a:gd name="csY1301" fmla="*/ 107208 h 4807419"/>
                <a:gd name="csX1302" fmla="*/ 1728193 w 3861828"/>
                <a:gd name="csY1302" fmla="*/ 90998 h 4807419"/>
                <a:gd name="csX1303" fmla="*/ 1734075 w 3861828"/>
                <a:gd name="csY1303" fmla="*/ 79397 h 4807419"/>
                <a:gd name="csX1304" fmla="*/ 1708327 w 3861828"/>
                <a:gd name="csY1304" fmla="*/ 107208 h 4807419"/>
                <a:gd name="csX1305" fmla="*/ 1708327 w 3861828"/>
                <a:gd name="csY1305" fmla="*/ 405189 h 4807419"/>
                <a:gd name="csX1306" fmla="*/ 1461997 w 3861828"/>
                <a:gd name="csY1306" fmla="*/ 405189 h 4807419"/>
                <a:gd name="csX1307" fmla="*/ 1461997 w 3861828"/>
                <a:gd name="csY1307" fmla="*/ 107208 h 4807419"/>
                <a:gd name="csX1308" fmla="*/ 1460565 w 3861828"/>
                <a:gd name="csY1308" fmla="*/ 95289 h 4807419"/>
                <a:gd name="csX1309" fmla="*/ 1709759 w 3861828"/>
                <a:gd name="csY1309" fmla="*/ 95289 h 4807419"/>
                <a:gd name="csX1310" fmla="*/ 1708327 w 3861828"/>
                <a:gd name="csY1310" fmla="*/ 107208 h 4807419"/>
                <a:gd name="csX1311" fmla="*/ 1785880 w 3861828"/>
                <a:gd name="csY1311" fmla="*/ 79397 h 4807419"/>
                <a:gd name="csX1312" fmla="*/ 1791762 w 3861828"/>
                <a:gd name="csY1312" fmla="*/ 90998 h 4807419"/>
                <a:gd name="csX1313" fmla="*/ 1795735 w 3861828"/>
                <a:gd name="csY1313" fmla="*/ 107208 h 4807419"/>
                <a:gd name="csX1314" fmla="*/ 1795735 w 3861828"/>
                <a:gd name="csY1314" fmla="*/ 421081 h 4807419"/>
                <a:gd name="csX1315" fmla="*/ 2073850 w 3861828"/>
                <a:gd name="csY1315" fmla="*/ 421081 h 4807419"/>
                <a:gd name="csX1316" fmla="*/ 2073850 w 3861828"/>
                <a:gd name="csY1316" fmla="*/ 107208 h 4807419"/>
                <a:gd name="csX1317" fmla="*/ 2077823 w 3861828"/>
                <a:gd name="csY1317" fmla="*/ 90998 h 4807419"/>
                <a:gd name="csX1318" fmla="*/ 2083705 w 3861828"/>
                <a:gd name="csY1318" fmla="*/ 79397 h 4807419"/>
                <a:gd name="csX1319" fmla="*/ 2057958 w 3861828"/>
                <a:gd name="csY1319" fmla="*/ 107208 h 4807419"/>
                <a:gd name="csX1320" fmla="*/ 2057958 w 3861828"/>
                <a:gd name="csY1320" fmla="*/ 405189 h 4807419"/>
                <a:gd name="csX1321" fmla="*/ 1811627 w 3861828"/>
                <a:gd name="csY1321" fmla="*/ 405189 h 4807419"/>
                <a:gd name="csX1322" fmla="*/ 1811627 w 3861828"/>
                <a:gd name="csY1322" fmla="*/ 107208 h 4807419"/>
                <a:gd name="csX1323" fmla="*/ 1810195 w 3861828"/>
                <a:gd name="csY1323" fmla="*/ 95289 h 4807419"/>
                <a:gd name="csX1324" fmla="*/ 2059389 w 3861828"/>
                <a:gd name="csY1324" fmla="*/ 95289 h 4807419"/>
                <a:gd name="csX1325" fmla="*/ 2057958 w 3861828"/>
                <a:gd name="csY1325" fmla="*/ 107208 h 4807419"/>
                <a:gd name="csX1326" fmla="*/ 2135510 w 3861828"/>
                <a:gd name="csY1326" fmla="*/ 79397 h 4807419"/>
                <a:gd name="csX1327" fmla="*/ 2141392 w 3861828"/>
                <a:gd name="csY1327" fmla="*/ 90998 h 4807419"/>
                <a:gd name="csX1328" fmla="*/ 2145365 w 3861828"/>
                <a:gd name="csY1328" fmla="*/ 107208 h 4807419"/>
                <a:gd name="csX1329" fmla="*/ 2145365 w 3861828"/>
                <a:gd name="csY1329" fmla="*/ 421081 h 4807419"/>
                <a:gd name="csX1330" fmla="*/ 2423481 w 3861828"/>
                <a:gd name="csY1330" fmla="*/ 421081 h 4807419"/>
                <a:gd name="csX1331" fmla="*/ 2423481 w 3861828"/>
                <a:gd name="csY1331" fmla="*/ 107208 h 4807419"/>
                <a:gd name="csX1332" fmla="*/ 2427454 w 3861828"/>
                <a:gd name="csY1332" fmla="*/ 90998 h 4807419"/>
                <a:gd name="csX1333" fmla="*/ 2433336 w 3861828"/>
                <a:gd name="csY1333" fmla="*/ 79397 h 4807419"/>
                <a:gd name="csX1334" fmla="*/ 2407588 w 3861828"/>
                <a:gd name="csY1334" fmla="*/ 107208 h 4807419"/>
                <a:gd name="csX1335" fmla="*/ 2407588 w 3861828"/>
                <a:gd name="csY1335" fmla="*/ 405189 h 4807419"/>
                <a:gd name="csX1336" fmla="*/ 2161258 w 3861828"/>
                <a:gd name="csY1336" fmla="*/ 405189 h 4807419"/>
                <a:gd name="csX1337" fmla="*/ 2161258 w 3861828"/>
                <a:gd name="csY1337" fmla="*/ 107208 h 4807419"/>
                <a:gd name="csX1338" fmla="*/ 2159826 w 3861828"/>
                <a:gd name="csY1338" fmla="*/ 95289 h 4807419"/>
                <a:gd name="csX1339" fmla="*/ 2409020 w 3861828"/>
                <a:gd name="csY1339" fmla="*/ 95289 h 4807419"/>
                <a:gd name="csX1340" fmla="*/ 2407588 w 3861828"/>
                <a:gd name="csY1340" fmla="*/ 107208 h 4807419"/>
                <a:gd name="csX1341" fmla="*/ 2485141 w 3861828"/>
                <a:gd name="csY1341" fmla="*/ 79397 h 4807419"/>
                <a:gd name="csX1342" fmla="*/ 2491023 w 3861828"/>
                <a:gd name="csY1342" fmla="*/ 90998 h 4807419"/>
                <a:gd name="csX1343" fmla="*/ 2494996 w 3861828"/>
                <a:gd name="csY1343" fmla="*/ 107208 h 4807419"/>
                <a:gd name="csX1344" fmla="*/ 2494996 w 3861828"/>
                <a:gd name="csY1344" fmla="*/ 421081 h 4807419"/>
                <a:gd name="csX1345" fmla="*/ 2773111 w 3861828"/>
                <a:gd name="csY1345" fmla="*/ 421081 h 4807419"/>
                <a:gd name="csX1346" fmla="*/ 2773111 w 3861828"/>
                <a:gd name="csY1346" fmla="*/ 107208 h 4807419"/>
                <a:gd name="csX1347" fmla="*/ 2777084 w 3861828"/>
                <a:gd name="csY1347" fmla="*/ 90998 h 4807419"/>
                <a:gd name="csX1348" fmla="*/ 2782966 w 3861828"/>
                <a:gd name="csY1348" fmla="*/ 79397 h 4807419"/>
                <a:gd name="csX1349" fmla="*/ 2757219 w 3861828"/>
                <a:gd name="csY1349" fmla="*/ 107208 h 4807419"/>
                <a:gd name="csX1350" fmla="*/ 2757219 w 3861828"/>
                <a:gd name="csY1350" fmla="*/ 405189 h 4807419"/>
                <a:gd name="csX1351" fmla="*/ 2510888 w 3861828"/>
                <a:gd name="csY1351" fmla="*/ 405189 h 4807419"/>
                <a:gd name="csX1352" fmla="*/ 2510888 w 3861828"/>
                <a:gd name="csY1352" fmla="*/ 107208 h 4807419"/>
                <a:gd name="csX1353" fmla="*/ 2509457 w 3861828"/>
                <a:gd name="csY1353" fmla="*/ 95289 h 4807419"/>
                <a:gd name="csX1354" fmla="*/ 2758651 w 3861828"/>
                <a:gd name="csY1354" fmla="*/ 95289 h 4807419"/>
                <a:gd name="csX1355" fmla="*/ 2757219 w 3861828"/>
                <a:gd name="csY1355" fmla="*/ 107208 h 4807419"/>
                <a:gd name="csX1356" fmla="*/ 2834771 w 3861828"/>
                <a:gd name="csY1356" fmla="*/ 79397 h 4807419"/>
                <a:gd name="csX1357" fmla="*/ 2840653 w 3861828"/>
                <a:gd name="csY1357" fmla="*/ 90998 h 4807419"/>
                <a:gd name="csX1358" fmla="*/ 2844627 w 3861828"/>
                <a:gd name="csY1358" fmla="*/ 107208 h 4807419"/>
                <a:gd name="csX1359" fmla="*/ 2844627 w 3861828"/>
                <a:gd name="csY1359" fmla="*/ 421081 h 4807419"/>
                <a:gd name="csX1360" fmla="*/ 3122742 w 3861828"/>
                <a:gd name="csY1360" fmla="*/ 421081 h 4807419"/>
                <a:gd name="csX1361" fmla="*/ 3122742 w 3861828"/>
                <a:gd name="csY1361" fmla="*/ 107208 h 4807419"/>
                <a:gd name="csX1362" fmla="*/ 3126715 w 3861828"/>
                <a:gd name="csY1362" fmla="*/ 90998 h 4807419"/>
                <a:gd name="csX1363" fmla="*/ 3132597 w 3861828"/>
                <a:gd name="csY1363" fmla="*/ 79397 h 4807419"/>
                <a:gd name="csX1364" fmla="*/ 3106849 w 3861828"/>
                <a:gd name="csY1364" fmla="*/ 107208 h 4807419"/>
                <a:gd name="csX1365" fmla="*/ 3106849 w 3861828"/>
                <a:gd name="csY1365" fmla="*/ 405189 h 4807419"/>
                <a:gd name="csX1366" fmla="*/ 2860519 w 3861828"/>
                <a:gd name="csY1366" fmla="*/ 405189 h 4807419"/>
                <a:gd name="csX1367" fmla="*/ 2860519 w 3861828"/>
                <a:gd name="csY1367" fmla="*/ 107208 h 4807419"/>
                <a:gd name="csX1368" fmla="*/ 2859087 w 3861828"/>
                <a:gd name="csY1368" fmla="*/ 95289 h 4807419"/>
                <a:gd name="csX1369" fmla="*/ 3108281 w 3861828"/>
                <a:gd name="csY1369" fmla="*/ 95289 h 4807419"/>
                <a:gd name="csX1370" fmla="*/ 3106849 w 3861828"/>
                <a:gd name="csY1370" fmla="*/ 107208 h 4807419"/>
                <a:gd name="csX1371" fmla="*/ 3184402 w 3861828"/>
                <a:gd name="csY1371" fmla="*/ 79397 h 4807419"/>
                <a:gd name="csX1372" fmla="*/ 3190284 w 3861828"/>
                <a:gd name="csY1372" fmla="*/ 90998 h 4807419"/>
                <a:gd name="csX1373" fmla="*/ 3194257 w 3861828"/>
                <a:gd name="csY1373" fmla="*/ 107208 h 4807419"/>
                <a:gd name="csX1374" fmla="*/ 3194257 w 3861828"/>
                <a:gd name="csY1374" fmla="*/ 421081 h 4807419"/>
                <a:gd name="csX1375" fmla="*/ 3472372 w 3861828"/>
                <a:gd name="csY1375" fmla="*/ 421081 h 4807419"/>
                <a:gd name="csX1376" fmla="*/ 3472372 w 3861828"/>
                <a:gd name="csY1376" fmla="*/ 107208 h 4807419"/>
                <a:gd name="csX1377" fmla="*/ 3476345 w 3861828"/>
                <a:gd name="csY1377" fmla="*/ 90998 h 4807419"/>
                <a:gd name="csX1378" fmla="*/ 3482227 w 3861828"/>
                <a:gd name="csY1378" fmla="*/ 79397 h 4807419"/>
                <a:gd name="csX1379" fmla="*/ 3456480 w 3861828"/>
                <a:gd name="csY1379" fmla="*/ 107208 h 4807419"/>
                <a:gd name="csX1380" fmla="*/ 3456480 w 3861828"/>
                <a:gd name="csY1380" fmla="*/ 405189 h 4807419"/>
                <a:gd name="csX1381" fmla="*/ 3210149 w 3861828"/>
                <a:gd name="csY1381" fmla="*/ 405189 h 4807419"/>
                <a:gd name="csX1382" fmla="*/ 3210149 w 3861828"/>
                <a:gd name="csY1382" fmla="*/ 107208 h 4807419"/>
                <a:gd name="csX1383" fmla="*/ 3208718 w 3861828"/>
                <a:gd name="csY1383" fmla="*/ 95289 h 4807419"/>
                <a:gd name="csX1384" fmla="*/ 3457912 w 3861828"/>
                <a:gd name="csY1384" fmla="*/ 95289 h 4807419"/>
                <a:gd name="csX1385" fmla="*/ 3456480 w 3861828"/>
                <a:gd name="csY1385" fmla="*/ 107208 h 4807419"/>
                <a:gd name="csX1386" fmla="*/ 387358 w 3861828"/>
                <a:gd name="csY1386" fmla="*/ 79397 h 4807419"/>
                <a:gd name="csX1387" fmla="*/ 393239 w 3861828"/>
                <a:gd name="csY1387" fmla="*/ 90998 h 4807419"/>
                <a:gd name="csX1388" fmla="*/ 397212 w 3861828"/>
                <a:gd name="csY1388" fmla="*/ 107208 h 4807419"/>
                <a:gd name="csX1389" fmla="*/ 397212 w 3861828"/>
                <a:gd name="csY1389" fmla="*/ 421081 h 4807419"/>
                <a:gd name="csX1390" fmla="*/ 675328 w 3861828"/>
                <a:gd name="csY1390" fmla="*/ 421081 h 4807419"/>
                <a:gd name="csX1391" fmla="*/ 675328 w 3861828"/>
                <a:gd name="csY1391" fmla="*/ 107208 h 4807419"/>
                <a:gd name="csX1392" fmla="*/ 679301 w 3861828"/>
                <a:gd name="csY1392" fmla="*/ 90998 h 4807419"/>
                <a:gd name="csX1393" fmla="*/ 685183 w 3861828"/>
                <a:gd name="csY1393" fmla="*/ 79397 h 4807419"/>
                <a:gd name="csX1394" fmla="*/ 659435 w 3861828"/>
                <a:gd name="csY1394" fmla="*/ 107208 h 4807419"/>
                <a:gd name="csX1395" fmla="*/ 659435 w 3861828"/>
                <a:gd name="csY1395" fmla="*/ 405189 h 4807419"/>
                <a:gd name="csX1396" fmla="*/ 413105 w 3861828"/>
                <a:gd name="csY1396" fmla="*/ 405189 h 4807419"/>
                <a:gd name="csX1397" fmla="*/ 413105 w 3861828"/>
                <a:gd name="csY1397" fmla="*/ 107208 h 4807419"/>
                <a:gd name="csX1398" fmla="*/ 411673 w 3861828"/>
                <a:gd name="csY1398" fmla="*/ 95289 h 4807419"/>
                <a:gd name="csX1399" fmla="*/ 660867 w 3861828"/>
                <a:gd name="csY1399" fmla="*/ 95289 h 4807419"/>
                <a:gd name="csX1400" fmla="*/ 659436 w 3861828"/>
                <a:gd name="csY1400" fmla="*/ 107208 h 4807419"/>
                <a:gd name="csX1401" fmla="*/ 736988 w 3861828"/>
                <a:gd name="csY1401" fmla="*/ 79397 h 4807419"/>
                <a:gd name="csX1402" fmla="*/ 742870 w 3861828"/>
                <a:gd name="csY1402" fmla="*/ 90998 h 4807419"/>
                <a:gd name="csX1403" fmla="*/ 746843 w 3861828"/>
                <a:gd name="csY1403" fmla="*/ 107208 h 4807419"/>
                <a:gd name="csX1404" fmla="*/ 746843 w 3861828"/>
                <a:gd name="csY1404" fmla="*/ 421081 h 4807419"/>
                <a:gd name="csX1405" fmla="*/ 1024958 w 3861828"/>
                <a:gd name="csY1405" fmla="*/ 421081 h 4807419"/>
                <a:gd name="csX1406" fmla="*/ 1024958 w 3861828"/>
                <a:gd name="csY1406" fmla="*/ 107208 h 4807419"/>
                <a:gd name="csX1407" fmla="*/ 1028931 w 3861828"/>
                <a:gd name="csY1407" fmla="*/ 90998 h 4807419"/>
                <a:gd name="csX1408" fmla="*/ 1034814 w 3861828"/>
                <a:gd name="csY1408" fmla="*/ 79397 h 4807419"/>
                <a:gd name="csX1409" fmla="*/ 1009066 w 3861828"/>
                <a:gd name="csY1409" fmla="*/ 107208 h 4807419"/>
                <a:gd name="csX1410" fmla="*/ 1009066 w 3861828"/>
                <a:gd name="csY1410" fmla="*/ 405189 h 4807419"/>
                <a:gd name="csX1411" fmla="*/ 762735 w 3861828"/>
                <a:gd name="csY1411" fmla="*/ 405189 h 4807419"/>
                <a:gd name="csX1412" fmla="*/ 762735 w 3861828"/>
                <a:gd name="csY1412" fmla="*/ 107208 h 4807419"/>
                <a:gd name="csX1413" fmla="*/ 761304 w 3861828"/>
                <a:gd name="csY1413" fmla="*/ 95289 h 4807419"/>
                <a:gd name="csX1414" fmla="*/ 1010498 w 3861828"/>
                <a:gd name="csY1414" fmla="*/ 95289 h 4807419"/>
                <a:gd name="csX1415" fmla="*/ 1009066 w 3861828"/>
                <a:gd name="csY1415" fmla="*/ 107208 h 4807419"/>
                <a:gd name="csX1416" fmla="*/ 1086619 w 3861828"/>
                <a:gd name="csY1416" fmla="*/ 79397 h 4807419"/>
                <a:gd name="csX1417" fmla="*/ 1092500 w 3861828"/>
                <a:gd name="csY1417" fmla="*/ 90998 h 4807419"/>
                <a:gd name="csX1418" fmla="*/ 1096474 w 3861828"/>
                <a:gd name="csY1418" fmla="*/ 107208 h 4807419"/>
                <a:gd name="csX1419" fmla="*/ 1096474 w 3861828"/>
                <a:gd name="csY1419" fmla="*/ 421081 h 4807419"/>
                <a:gd name="csX1420" fmla="*/ 1374589 w 3861828"/>
                <a:gd name="csY1420" fmla="*/ 421081 h 4807419"/>
                <a:gd name="csX1421" fmla="*/ 1374589 w 3861828"/>
                <a:gd name="csY1421" fmla="*/ 107208 h 4807419"/>
                <a:gd name="csX1422" fmla="*/ 1378562 w 3861828"/>
                <a:gd name="csY1422" fmla="*/ 90998 h 4807419"/>
                <a:gd name="csX1423" fmla="*/ 1384444 w 3861828"/>
                <a:gd name="csY1423" fmla="*/ 79397 h 4807419"/>
                <a:gd name="csX1424" fmla="*/ 1358696 w 3861828"/>
                <a:gd name="csY1424" fmla="*/ 107208 h 4807419"/>
                <a:gd name="csX1425" fmla="*/ 1358696 w 3861828"/>
                <a:gd name="csY1425" fmla="*/ 405189 h 4807419"/>
                <a:gd name="csX1426" fmla="*/ 1112366 w 3861828"/>
                <a:gd name="csY1426" fmla="*/ 405189 h 4807419"/>
                <a:gd name="csX1427" fmla="*/ 1112366 w 3861828"/>
                <a:gd name="csY1427" fmla="*/ 107208 h 4807419"/>
                <a:gd name="csX1428" fmla="*/ 1110934 w 3861828"/>
                <a:gd name="csY1428" fmla="*/ 95289 h 4807419"/>
                <a:gd name="csX1429" fmla="*/ 1360128 w 3861828"/>
                <a:gd name="csY1429" fmla="*/ 95289 h 4807419"/>
                <a:gd name="csX1430" fmla="*/ 1358697 w 3861828"/>
                <a:gd name="csY1430" fmla="*/ 107208 h 4807419"/>
                <a:gd name="csX1431" fmla="*/ 1436249 w 3861828"/>
                <a:gd name="csY1431" fmla="*/ 79397 h 4807419"/>
                <a:gd name="csX1432" fmla="*/ 1442131 w 3861828"/>
                <a:gd name="csY1432" fmla="*/ 90998 h 4807419"/>
                <a:gd name="csX1433" fmla="*/ 1446104 w 3861828"/>
                <a:gd name="csY1433" fmla="*/ 107208 h 4807419"/>
                <a:gd name="csX1434" fmla="*/ 1446104 w 3861828"/>
                <a:gd name="csY1434" fmla="*/ 421081 h 4807419"/>
                <a:gd name="csX1435" fmla="*/ 1724220 w 3861828"/>
                <a:gd name="csY1435" fmla="*/ 421081 h 4807419"/>
                <a:gd name="csX1436" fmla="*/ 1724220 w 3861828"/>
                <a:gd name="csY1436" fmla="*/ 107208 h 4807419"/>
                <a:gd name="csX1437" fmla="*/ 1728193 w 3861828"/>
                <a:gd name="csY1437" fmla="*/ 90998 h 4807419"/>
                <a:gd name="csX1438" fmla="*/ 1734075 w 3861828"/>
                <a:gd name="csY1438" fmla="*/ 79397 h 4807419"/>
                <a:gd name="csX1439" fmla="*/ 1708327 w 3861828"/>
                <a:gd name="csY1439" fmla="*/ 107208 h 4807419"/>
                <a:gd name="csX1440" fmla="*/ 1708327 w 3861828"/>
                <a:gd name="csY1440" fmla="*/ 405189 h 4807419"/>
                <a:gd name="csX1441" fmla="*/ 1461997 w 3861828"/>
                <a:gd name="csY1441" fmla="*/ 405189 h 4807419"/>
                <a:gd name="csX1442" fmla="*/ 1461997 w 3861828"/>
                <a:gd name="csY1442" fmla="*/ 107208 h 4807419"/>
                <a:gd name="csX1443" fmla="*/ 1460565 w 3861828"/>
                <a:gd name="csY1443" fmla="*/ 95289 h 4807419"/>
                <a:gd name="csX1444" fmla="*/ 1709759 w 3861828"/>
                <a:gd name="csY1444" fmla="*/ 95289 h 4807419"/>
                <a:gd name="csX1445" fmla="*/ 1708327 w 3861828"/>
                <a:gd name="csY1445" fmla="*/ 107208 h 4807419"/>
                <a:gd name="csX1446" fmla="*/ 1785880 w 3861828"/>
                <a:gd name="csY1446" fmla="*/ 79397 h 4807419"/>
                <a:gd name="csX1447" fmla="*/ 1791762 w 3861828"/>
                <a:gd name="csY1447" fmla="*/ 90998 h 4807419"/>
                <a:gd name="csX1448" fmla="*/ 1795735 w 3861828"/>
                <a:gd name="csY1448" fmla="*/ 107208 h 4807419"/>
                <a:gd name="csX1449" fmla="*/ 1795735 w 3861828"/>
                <a:gd name="csY1449" fmla="*/ 421081 h 4807419"/>
                <a:gd name="csX1450" fmla="*/ 2073850 w 3861828"/>
                <a:gd name="csY1450" fmla="*/ 421081 h 4807419"/>
                <a:gd name="csX1451" fmla="*/ 2073850 w 3861828"/>
                <a:gd name="csY1451" fmla="*/ 107208 h 4807419"/>
                <a:gd name="csX1452" fmla="*/ 2077823 w 3861828"/>
                <a:gd name="csY1452" fmla="*/ 90998 h 4807419"/>
                <a:gd name="csX1453" fmla="*/ 2083705 w 3861828"/>
                <a:gd name="csY1453" fmla="*/ 79397 h 4807419"/>
                <a:gd name="csX1454" fmla="*/ 2057958 w 3861828"/>
                <a:gd name="csY1454" fmla="*/ 107208 h 4807419"/>
                <a:gd name="csX1455" fmla="*/ 2057958 w 3861828"/>
                <a:gd name="csY1455" fmla="*/ 405189 h 4807419"/>
                <a:gd name="csX1456" fmla="*/ 1811627 w 3861828"/>
                <a:gd name="csY1456" fmla="*/ 405189 h 4807419"/>
                <a:gd name="csX1457" fmla="*/ 1811627 w 3861828"/>
                <a:gd name="csY1457" fmla="*/ 107208 h 4807419"/>
                <a:gd name="csX1458" fmla="*/ 1810195 w 3861828"/>
                <a:gd name="csY1458" fmla="*/ 95289 h 4807419"/>
                <a:gd name="csX1459" fmla="*/ 2059389 w 3861828"/>
                <a:gd name="csY1459" fmla="*/ 95289 h 4807419"/>
                <a:gd name="csX1460" fmla="*/ 2057958 w 3861828"/>
                <a:gd name="csY1460" fmla="*/ 107208 h 4807419"/>
                <a:gd name="csX1461" fmla="*/ 2135510 w 3861828"/>
                <a:gd name="csY1461" fmla="*/ 79397 h 4807419"/>
                <a:gd name="csX1462" fmla="*/ 2141392 w 3861828"/>
                <a:gd name="csY1462" fmla="*/ 90998 h 4807419"/>
                <a:gd name="csX1463" fmla="*/ 2145365 w 3861828"/>
                <a:gd name="csY1463" fmla="*/ 107208 h 4807419"/>
                <a:gd name="csX1464" fmla="*/ 2145365 w 3861828"/>
                <a:gd name="csY1464" fmla="*/ 421081 h 4807419"/>
                <a:gd name="csX1465" fmla="*/ 2423481 w 3861828"/>
                <a:gd name="csY1465" fmla="*/ 421081 h 4807419"/>
                <a:gd name="csX1466" fmla="*/ 2423481 w 3861828"/>
                <a:gd name="csY1466" fmla="*/ 107208 h 4807419"/>
                <a:gd name="csX1467" fmla="*/ 2427454 w 3861828"/>
                <a:gd name="csY1467" fmla="*/ 90998 h 4807419"/>
                <a:gd name="csX1468" fmla="*/ 2433336 w 3861828"/>
                <a:gd name="csY1468" fmla="*/ 79397 h 4807419"/>
                <a:gd name="csX1469" fmla="*/ 2407588 w 3861828"/>
                <a:gd name="csY1469" fmla="*/ 107208 h 4807419"/>
                <a:gd name="csX1470" fmla="*/ 2407588 w 3861828"/>
                <a:gd name="csY1470" fmla="*/ 405189 h 4807419"/>
                <a:gd name="csX1471" fmla="*/ 2161258 w 3861828"/>
                <a:gd name="csY1471" fmla="*/ 405189 h 4807419"/>
                <a:gd name="csX1472" fmla="*/ 2161258 w 3861828"/>
                <a:gd name="csY1472" fmla="*/ 107208 h 4807419"/>
                <a:gd name="csX1473" fmla="*/ 2159826 w 3861828"/>
                <a:gd name="csY1473" fmla="*/ 95289 h 4807419"/>
                <a:gd name="csX1474" fmla="*/ 2409020 w 3861828"/>
                <a:gd name="csY1474" fmla="*/ 95289 h 4807419"/>
                <a:gd name="csX1475" fmla="*/ 2407588 w 3861828"/>
                <a:gd name="csY1475" fmla="*/ 107208 h 4807419"/>
                <a:gd name="csX1476" fmla="*/ 2485141 w 3861828"/>
                <a:gd name="csY1476" fmla="*/ 79397 h 4807419"/>
                <a:gd name="csX1477" fmla="*/ 2491023 w 3861828"/>
                <a:gd name="csY1477" fmla="*/ 90998 h 4807419"/>
                <a:gd name="csX1478" fmla="*/ 2494996 w 3861828"/>
                <a:gd name="csY1478" fmla="*/ 107208 h 4807419"/>
                <a:gd name="csX1479" fmla="*/ 2494996 w 3861828"/>
                <a:gd name="csY1479" fmla="*/ 421081 h 4807419"/>
                <a:gd name="csX1480" fmla="*/ 2773111 w 3861828"/>
                <a:gd name="csY1480" fmla="*/ 421081 h 4807419"/>
                <a:gd name="csX1481" fmla="*/ 2773111 w 3861828"/>
                <a:gd name="csY1481" fmla="*/ 107208 h 4807419"/>
                <a:gd name="csX1482" fmla="*/ 2777084 w 3861828"/>
                <a:gd name="csY1482" fmla="*/ 90998 h 4807419"/>
                <a:gd name="csX1483" fmla="*/ 2782966 w 3861828"/>
                <a:gd name="csY1483" fmla="*/ 79397 h 4807419"/>
                <a:gd name="csX1484" fmla="*/ 2757219 w 3861828"/>
                <a:gd name="csY1484" fmla="*/ 107208 h 4807419"/>
                <a:gd name="csX1485" fmla="*/ 2757219 w 3861828"/>
                <a:gd name="csY1485" fmla="*/ 405189 h 4807419"/>
                <a:gd name="csX1486" fmla="*/ 2510888 w 3861828"/>
                <a:gd name="csY1486" fmla="*/ 405189 h 4807419"/>
                <a:gd name="csX1487" fmla="*/ 2510888 w 3861828"/>
                <a:gd name="csY1487" fmla="*/ 107208 h 4807419"/>
                <a:gd name="csX1488" fmla="*/ 2509457 w 3861828"/>
                <a:gd name="csY1488" fmla="*/ 95289 h 4807419"/>
                <a:gd name="csX1489" fmla="*/ 2758651 w 3861828"/>
                <a:gd name="csY1489" fmla="*/ 95289 h 4807419"/>
                <a:gd name="csX1490" fmla="*/ 2757219 w 3861828"/>
                <a:gd name="csY1490" fmla="*/ 107208 h 4807419"/>
                <a:gd name="csX1491" fmla="*/ 2834771 w 3861828"/>
                <a:gd name="csY1491" fmla="*/ 79397 h 4807419"/>
                <a:gd name="csX1492" fmla="*/ 2840653 w 3861828"/>
                <a:gd name="csY1492" fmla="*/ 90998 h 4807419"/>
                <a:gd name="csX1493" fmla="*/ 2844627 w 3861828"/>
                <a:gd name="csY1493" fmla="*/ 107208 h 4807419"/>
                <a:gd name="csX1494" fmla="*/ 2844627 w 3861828"/>
                <a:gd name="csY1494" fmla="*/ 421081 h 4807419"/>
                <a:gd name="csX1495" fmla="*/ 3122742 w 3861828"/>
                <a:gd name="csY1495" fmla="*/ 421081 h 4807419"/>
                <a:gd name="csX1496" fmla="*/ 3122742 w 3861828"/>
                <a:gd name="csY1496" fmla="*/ 107208 h 4807419"/>
                <a:gd name="csX1497" fmla="*/ 3126715 w 3861828"/>
                <a:gd name="csY1497" fmla="*/ 90998 h 4807419"/>
                <a:gd name="csX1498" fmla="*/ 3132597 w 3861828"/>
                <a:gd name="csY1498" fmla="*/ 79397 h 4807419"/>
                <a:gd name="csX1499" fmla="*/ 3106849 w 3861828"/>
                <a:gd name="csY1499" fmla="*/ 107208 h 4807419"/>
                <a:gd name="csX1500" fmla="*/ 3106849 w 3861828"/>
                <a:gd name="csY1500" fmla="*/ 405189 h 4807419"/>
                <a:gd name="csX1501" fmla="*/ 2860519 w 3861828"/>
                <a:gd name="csY1501" fmla="*/ 405189 h 4807419"/>
                <a:gd name="csX1502" fmla="*/ 2860519 w 3861828"/>
                <a:gd name="csY1502" fmla="*/ 107208 h 4807419"/>
                <a:gd name="csX1503" fmla="*/ 2859087 w 3861828"/>
                <a:gd name="csY1503" fmla="*/ 95289 h 4807419"/>
                <a:gd name="csX1504" fmla="*/ 3108281 w 3861828"/>
                <a:gd name="csY1504" fmla="*/ 95289 h 4807419"/>
                <a:gd name="csX1505" fmla="*/ 3106849 w 3861828"/>
                <a:gd name="csY1505" fmla="*/ 107208 h 4807419"/>
                <a:gd name="csX1506" fmla="*/ 3184402 w 3861828"/>
                <a:gd name="csY1506" fmla="*/ 79397 h 4807419"/>
                <a:gd name="csX1507" fmla="*/ 3190284 w 3861828"/>
                <a:gd name="csY1507" fmla="*/ 90998 h 4807419"/>
                <a:gd name="csX1508" fmla="*/ 3194257 w 3861828"/>
                <a:gd name="csY1508" fmla="*/ 107208 h 4807419"/>
                <a:gd name="csX1509" fmla="*/ 3194257 w 3861828"/>
                <a:gd name="csY1509" fmla="*/ 421081 h 4807419"/>
                <a:gd name="csX1510" fmla="*/ 3472372 w 3861828"/>
                <a:gd name="csY1510" fmla="*/ 421081 h 4807419"/>
                <a:gd name="csX1511" fmla="*/ 3472372 w 3861828"/>
                <a:gd name="csY1511" fmla="*/ 107208 h 4807419"/>
                <a:gd name="csX1512" fmla="*/ 3476345 w 3861828"/>
                <a:gd name="csY1512" fmla="*/ 90998 h 4807419"/>
                <a:gd name="csX1513" fmla="*/ 3482227 w 3861828"/>
                <a:gd name="csY1513" fmla="*/ 79397 h 4807419"/>
                <a:gd name="csX1514" fmla="*/ 3456480 w 3861828"/>
                <a:gd name="csY1514" fmla="*/ 107208 h 4807419"/>
                <a:gd name="csX1515" fmla="*/ 3456480 w 3861828"/>
                <a:gd name="csY1515" fmla="*/ 405189 h 4807419"/>
                <a:gd name="csX1516" fmla="*/ 3210149 w 3861828"/>
                <a:gd name="csY1516" fmla="*/ 405189 h 4807419"/>
                <a:gd name="csX1517" fmla="*/ 3210149 w 3861828"/>
                <a:gd name="csY1517" fmla="*/ 107208 h 4807419"/>
                <a:gd name="csX1518" fmla="*/ 3208718 w 3861828"/>
                <a:gd name="csY1518" fmla="*/ 95289 h 4807419"/>
                <a:gd name="csX1519" fmla="*/ 3457912 w 3861828"/>
                <a:gd name="csY1519" fmla="*/ 95289 h 4807419"/>
                <a:gd name="csX1520" fmla="*/ 3456480 w 3861828"/>
                <a:gd name="csY1520" fmla="*/ 107208 h 48074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  <a:cxn ang="0">
                  <a:pos x="csX423" y="csY423"/>
                </a:cxn>
                <a:cxn ang="0">
                  <a:pos x="csX424" y="csY424"/>
                </a:cxn>
                <a:cxn ang="0">
                  <a:pos x="csX425" y="csY425"/>
                </a:cxn>
                <a:cxn ang="0">
                  <a:pos x="csX426" y="csY426"/>
                </a:cxn>
                <a:cxn ang="0">
                  <a:pos x="csX427" y="csY427"/>
                </a:cxn>
                <a:cxn ang="0">
                  <a:pos x="csX428" y="csY428"/>
                </a:cxn>
                <a:cxn ang="0">
                  <a:pos x="csX429" y="csY429"/>
                </a:cxn>
                <a:cxn ang="0">
                  <a:pos x="csX430" y="csY430"/>
                </a:cxn>
                <a:cxn ang="0">
                  <a:pos x="csX431" y="csY431"/>
                </a:cxn>
                <a:cxn ang="0">
                  <a:pos x="csX432" y="csY432"/>
                </a:cxn>
                <a:cxn ang="0">
                  <a:pos x="csX433" y="csY433"/>
                </a:cxn>
                <a:cxn ang="0">
                  <a:pos x="csX434" y="csY434"/>
                </a:cxn>
                <a:cxn ang="0">
                  <a:pos x="csX435" y="csY435"/>
                </a:cxn>
                <a:cxn ang="0">
                  <a:pos x="csX436" y="csY436"/>
                </a:cxn>
                <a:cxn ang="0">
                  <a:pos x="csX437" y="csY437"/>
                </a:cxn>
                <a:cxn ang="0">
                  <a:pos x="csX438" y="csY438"/>
                </a:cxn>
                <a:cxn ang="0">
                  <a:pos x="csX439" y="csY439"/>
                </a:cxn>
                <a:cxn ang="0">
                  <a:pos x="csX440" y="csY440"/>
                </a:cxn>
                <a:cxn ang="0">
                  <a:pos x="csX441" y="csY441"/>
                </a:cxn>
                <a:cxn ang="0">
                  <a:pos x="csX442" y="csY442"/>
                </a:cxn>
                <a:cxn ang="0">
                  <a:pos x="csX443" y="csY443"/>
                </a:cxn>
                <a:cxn ang="0">
                  <a:pos x="csX444" y="csY444"/>
                </a:cxn>
                <a:cxn ang="0">
                  <a:pos x="csX445" y="csY445"/>
                </a:cxn>
                <a:cxn ang="0">
                  <a:pos x="csX446" y="csY446"/>
                </a:cxn>
                <a:cxn ang="0">
                  <a:pos x="csX447" y="csY447"/>
                </a:cxn>
                <a:cxn ang="0">
                  <a:pos x="csX448" y="csY448"/>
                </a:cxn>
                <a:cxn ang="0">
                  <a:pos x="csX449" y="csY449"/>
                </a:cxn>
                <a:cxn ang="0">
                  <a:pos x="csX450" y="csY450"/>
                </a:cxn>
                <a:cxn ang="0">
                  <a:pos x="csX451" y="csY451"/>
                </a:cxn>
                <a:cxn ang="0">
                  <a:pos x="csX452" y="csY452"/>
                </a:cxn>
                <a:cxn ang="0">
                  <a:pos x="csX453" y="csY453"/>
                </a:cxn>
                <a:cxn ang="0">
                  <a:pos x="csX454" y="csY454"/>
                </a:cxn>
                <a:cxn ang="0">
                  <a:pos x="csX455" y="csY455"/>
                </a:cxn>
                <a:cxn ang="0">
                  <a:pos x="csX456" y="csY456"/>
                </a:cxn>
                <a:cxn ang="0">
                  <a:pos x="csX457" y="csY457"/>
                </a:cxn>
                <a:cxn ang="0">
                  <a:pos x="csX458" y="csY458"/>
                </a:cxn>
                <a:cxn ang="0">
                  <a:pos x="csX459" y="csY459"/>
                </a:cxn>
                <a:cxn ang="0">
                  <a:pos x="csX460" y="csY460"/>
                </a:cxn>
                <a:cxn ang="0">
                  <a:pos x="csX461" y="csY461"/>
                </a:cxn>
                <a:cxn ang="0">
                  <a:pos x="csX462" y="csY462"/>
                </a:cxn>
                <a:cxn ang="0">
                  <a:pos x="csX463" y="csY463"/>
                </a:cxn>
                <a:cxn ang="0">
                  <a:pos x="csX464" y="csY464"/>
                </a:cxn>
                <a:cxn ang="0">
                  <a:pos x="csX465" y="csY465"/>
                </a:cxn>
                <a:cxn ang="0">
                  <a:pos x="csX466" y="csY466"/>
                </a:cxn>
                <a:cxn ang="0">
                  <a:pos x="csX467" y="csY467"/>
                </a:cxn>
                <a:cxn ang="0">
                  <a:pos x="csX468" y="csY468"/>
                </a:cxn>
                <a:cxn ang="0">
                  <a:pos x="csX469" y="csY469"/>
                </a:cxn>
                <a:cxn ang="0">
                  <a:pos x="csX470" y="csY470"/>
                </a:cxn>
                <a:cxn ang="0">
                  <a:pos x="csX471" y="csY471"/>
                </a:cxn>
                <a:cxn ang="0">
                  <a:pos x="csX472" y="csY472"/>
                </a:cxn>
                <a:cxn ang="0">
                  <a:pos x="csX473" y="csY473"/>
                </a:cxn>
                <a:cxn ang="0">
                  <a:pos x="csX474" y="csY474"/>
                </a:cxn>
                <a:cxn ang="0">
                  <a:pos x="csX475" y="csY475"/>
                </a:cxn>
                <a:cxn ang="0">
                  <a:pos x="csX476" y="csY476"/>
                </a:cxn>
                <a:cxn ang="0">
                  <a:pos x="csX477" y="csY477"/>
                </a:cxn>
                <a:cxn ang="0">
                  <a:pos x="csX478" y="csY478"/>
                </a:cxn>
                <a:cxn ang="0">
                  <a:pos x="csX479" y="csY479"/>
                </a:cxn>
                <a:cxn ang="0">
                  <a:pos x="csX480" y="csY480"/>
                </a:cxn>
                <a:cxn ang="0">
                  <a:pos x="csX481" y="csY481"/>
                </a:cxn>
                <a:cxn ang="0">
                  <a:pos x="csX482" y="csY482"/>
                </a:cxn>
                <a:cxn ang="0">
                  <a:pos x="csX483" y="csY483"/>
                </a:cxn>
                <a:cxn ang="0">
                  <a:pos x="csX484" y="csY484"/>
                </a:cxn>
                <a:cxn ang="0">
                  <a:pos x="csX485" y="csY485"/>
                </a:cxn>
                <a:cxn ang="0">
                  <a:pos x="csX486" y="csY486"/>
                </a:cxn>
                <a:cxn ang="0">
                  <a:pos x="csX487" y="csY487"/>
                </a:cxn>
                <a:cxn ang="0">
                  <a:pos x="csX488" y="csY488"/>
                </a:cxn>
                <a:cxn ang="0">
                  <a:pos x="csX489" y="csY489"/>
                </a:cxn>
                <a:cxn ang="0">
                  <a:pos x="csX490" y="csY490"/>
                </a:cxn>
                <a:cxn ang="0">
                  <a:pos x="csX491" y="csY491"/>
                </a:cxn>
                <a:cxn ang="0">
                  <a:pos x="csX492" y="csY492"/>
                </a:cxn>
                <a:cxn ang="0">
                  <a:pos x="csX493" y="csY493"/>
                </a:cxn>
                <a:cxn ang="0">
                  <a:pos x="csX494" y="csY494"/>
                </a:cxn>
                <a:cxn ang="0">
                  <a:pos x="csX495" y="csY495"/>
                </a:cxn>
                <a:cxn ang="0">
                  <a:pos x="csX496" y="csY496"/>
                </a:cxn>
                <a:cxn ang="0">
                  <a:pos x="csX497" y="csY497"/>
                </a:cxn>
                <a:cxn ang="0">
                  <a:pos x="csX498" y="csY498"/>
                </a:cxn>
                <a:cxn ang="0">
                  <a:pos x="csX499" y="csY499"/>
                </a:cxn>
                <a:cxn ang="0">
                  <a:pos x="csX500" y="csY500"/>
                </a:cxn>
                <a:cxn ang="0">
                  <a:pos x="csX501" y="csY501"/>
                </a:cxn>
                <a:cxn ang="0">
                  <a:pos x="csX502" y="csY502"/>
                </a:cxn>
                <a:cxn ang="0">
                  <a:pos x="csX503" y="csY503"/>
                </a:cxn>
                <a:cxn ang="0">
                  <a:pos x="csX504" y="csY504"/>
                </a:cxn>
                <a:cxn ang="0">
                  <a:pos x="csX505" y="csY505"/>
                </a:cxn>
                <a:cxn ang="0">
                  <a:pos x="csX506" y="csY506"/>
                </a:cxn>
                <a:cxn ang="0">
                  <a:pos x="csX507" y="csY507"/>
                </a:cxn>
                <a:cxn ang="0">
                  <a:pos x="csX508" y="csY508"/>
                </a:cxn>
                <a:cxn ang="0">
                  <a:pos x="csX509" y="csY509"/>
                </a:cxn>
                <a:cxn ang="0">
                  <a:pos x="csX510" y="csY510"/>
                </a:cxn>
                <a:cxn ang="0">
                  <a:pos x="csX511" y="csY511"/>
                </a:cxn>
                <a:cxn ang="0">
                  <a:pos x="csX512" y="csY512"/>
                </a:cxn>
                <a:cxn ang="0">
                  <a:pos x="csX513" y="csY513"/>
                </a:cxn>
                <a:cxn ang="0">
                  <a:pos x="csX514" y="csY514"/>
                </a:cxn>
                <a:cxn ang="0">
                  <a:pos x="csX515" y="csY515"/>
                </a:cxn>
                <a:cxn ang="0">
                  <a:pos x="csX516" y="csY516"/>
                </a:cxn>
                <a:cxn ang="0">
                  <a:pos x="csX517" y="csY517"/>
                </a:cxn>
                <a:cxn ang="0">
                  <a:pos x="csX518" y="csY518"/>
                </a:cxn>
                <a:cxn ang="0">
                  <a:pos x="csX519" y="csY519"/>
                </a:cxn>
                <a:cxn ang="0">
                  <a:pos x="csX520" y="csY520"/>
                </a:cxn>
                <a:cxn ang="0">
                  <a:pos x="csX521" y="csY521"/>
                </a:cxn>
                <a:cxn ang="0">
                  <a:pos x="csX522" y="csY522"/>
                </a:cxn>
                <a:cxn ang="0">
                  <a:pos x="csX523" y="csY523"/>
                </a:cxn>
                <a:cxn ang="0">
                  <a:pos x="csX524" y="csY524"/>
                </a:cxn>
                <a:cxn ang="0">
                  <a:pos x="csX525" y="csY525"/>
                </a:cxn>
                <a:cxn ang="0">
                  <a:pos x="csX526" y="csY526"/>
                </a:cxn>
                <a:cxn ang="0">
                  <a:pos x="csX527" y="csY527"/>
                </a:cxn>
                <a:cxn ang="0">
                  <a:pos x="csX528" y="csY528"/>
                </a:cxn>
                <a:cxn ang="0">
                  <a:pos x="csX529" y="csY529"/>
                </a:cxn>
                <a:cxn ang="0">
                  <a:pos x="csX530" y="csY530"/>
                </a:cxn>
                <a:cxn ang="0">
                  <a:pos x="csX531" y="csY531"/>
                </a:cxn>
                <a:cxn ang="0">
                  <a:pos x="csX532" y="csY532"/>
                </a:cxn>
                <a:cxn ang="0">
                  <a:pos x="csX533" y="csY533"/>
                </a:cxn>
                <a:cxn ang="0">
                  <a:pos x="csX534" y="csY534"/>
                </a:cxn>
                <a:cxn ang="0">
                  <a:pos x="csX535" y="csY535"/>
                </a:cxn>
                <a:cxn ang="0">
                  <a:pos x="csX536" y="csY536"/>
                </a:cxn>
                <a:cxn ang="0">
                  <a:pos x="csX537" y="csY537"/>
                </a:cxn>
                <a:cxn ang="0">
                  <a:pos x="csX538" y="csY538"/>
                </a:cxn>
                <a:cxn ang="0">
                  <a:pos x="csX539" y="csY539"/>
                </a:cxn>
                <a:cxn ang="0">
                  <a:pos x="csX540" y="csY540"/>
                </a:cxn>
                <a:cxn ang="0">
                  <a:pos x="csX541" y="csY541"/>
                </a:cxn>
                <a:cxn ang="0">
                  <a:pos x="csX542" y="csY542"/>
                </a:cxn>
                <a:cxn ang="0">
                  <a:pos x="csX543" y="csY543"/>
                </a:cxn>
                <a:cxn ang="0">
                  <a:pos x="csX544" y="csY544"/>
                </a:cxn>
                <a:cxn ang="0">
                  <a:pos x="csX545" y="csY545"/>
                </a:cxn>
                <a:cxn ang="0">
                  <a:pos x="csX546" y="csY546"/>
                </a:cxn>
                <a:cxn ang="0">
                  <a:pos x="csX547" y="csY547"/>
                </a:cxn>
                <a:cxn ang="0">
                  <a:pos x="csX548" y="csY548"/>
                </a:cxn>
                <a:cxn ang="0">
                  <a:pos x="csX549" y="csY549"/>
                </a:cxn>
                <a:cxn ang="0">
                  <a:pos x="csX550" y="csY550"/>
                </a:cxn>
                <a:cxn ang="0">
                  <a:pos x="csX551" y="csY551"/>
                </a:cxn>
                <a:cxn ang="0">
                  <a:pos x="csX552" y="csY552"/>
                </a:cxn>
                <a:cxn ang="0">
                  <a:pos x="csX553" y="csY553"/>
                </a:cxn>
                <a:cxn ang="0">
                  <a:pos x="csX554" y="csY554"/>
                </a:cxn>
                <a:cxn ang="0">
                  <a:pos x="csX555" y="csY555"/>
                </a:cxn>
                <a:cxn ang="0">
                  <a:pos x="csX556" y="csY556"/>
                </a:cxn>
                <a:cxn ang="0">
                  <a:pos x="csX557" y="csY557"/>
                </a:cxn>
                <a:cxn ang="0">
                  <a:pos x="csX558" y="csY558"/>
                </a:cxn>
                <a:cxn ang="0">
                  <a:pos x="csX559" y="csY559"/>
                </a:cxn>
                <a:cxn ang="0">
                  <a:pos x="csX560" y="csY560"/>
                </a:cxn>
                <a:cxn ang="0">
                  <a:pos x="csX561" y="csY561"/>
                </a:cxn>
                <a:cxn ang="0">
                  <a:pos x="csX562" y="csY562"/>
                </a:cxn>
                <a:cxn ang="0">
                  <a:pos x="csX563" y="csY563"/>
                </a:cxn>
                <a:cxn ang="0">
                  <a:pos x="csX564" y="csY564"/>
                </a:cxn>
                <a:cxn ang="0">
                  <a:pos x="csX565" y="csY565"/>
                </a:cxn>
                <a:cxn ang="0">
                  <a:pos x="csX566" y="csY566"/>
                </a:cxn>
                <a:cxn ang="0">
                  <a:pos x="csX567" y="csY567"/>
                </a:cxn>
                <a:cxn ang="0">
                  <a:pos x="csX568" y="csY568"/>
                </a:cxn>
                <a:cxn ang="0">
                  <a:pos x="csX569" y="csY569"/>
                </a:cxn>
                <a:cxn ang="0">
                  <a:pos x="csX570" y="csY570"/>
                </a:cxn>
                <a:cxn ang="0">
                  <a:pos x="csX571" y="csY571"/>
                </a:cxn>
                <a:cxn ang="0">
                  <a:pos x="csX572" y="csY572"/>
                </a:cxn>
                <a:cxn ang="0">
                  <a:pos x="csX573" y="csY573"/>
                </a:cxn>
                <a:cxn ang="0">
                  <a:pos x="csX574" y="csY574"/>
                </a:cxn>
                <a:cxn ang="0">
                  <a:pos x="csX575" y="csY575"/>
                </a:cxn>
                <a:cxn ang="0">
                  <a:pos x="csX576" y="csY576"/>
                </a:cxn>
                <a:cxn ang="0">
                  <a:pos x="csX577" y="csY577"/>
                </a:cxn>
                <a:cxn ang="0">
                  <a:pos x="csX578" y="csY578"/>
                </a:cxn>
                <a:cxn ang="0">
                  <a:pos x="csX579" y="csY579"/>
                </a:cxn>
                <a:cxn ang="0">
                  <a:pos x="csX580" y="csY580"/>
                </a:cxn>
                <a:cxn ang="0">
                  <a:pos x="csX581" y="csY581"/>
                </a:cxn>
                <a:cxn ang="0">
                  <a:pos x="csX582" y="csY582"/>
                </a:cxn>
                <a:cxn ang="0">
                  <a:pos x="csX583" y="csY583"/>
                </a:cxn>
                <a:cxn ang="0">
                  <a:pos x="csX584" y="csY584"/>
                </a:cxn>
                <a:cxn ang="0">
                  <a:pos x="csX585" y="csY585"/>
                </a:cxn>
                <a:cxn ang="0">
                  <a:pos x="csX586" y="csY586"/>
                </a:cxn>
                <a:cxn ang="0">
                  <a:pos x="csX587" y="csY587"/>
                </a:cxn>
                <a:cxn ang="0">
                  <a:pos x="csX588" y="csY588"/>
                </a:cxn>
                <a:cxn ang="0">
                  <a:pos x="csX589" y="csY589"/>
                </a:cxn>
                <a:cxn ang="0">
                  <a:pos x="csX590" y="csY590"/>
                </a:cxn>
                <a:cxn ang="0">
                  <a:pos x="csX591" y="csY591"/>
                </a:cxn>
                <a:cxn ang="0">
                  <a:pos x="csX592" y="csY592"/>
                </a:cxn>
                <a:cxn ang="0">
                  <a:pos x="csX593" y="csY593"/>
                </a:cxn>
                <a:cxn ang="0">
                  <a:pos x="csX594" y="csY594"/>
                </a:cxn>
                <a:cxn ang="0">
                  <a:pos x="csX595" y="csY595"/>
                </a:cxn>
                <a:cxn ang="0">
                  <a:pos x="csX596" y="csY596"/>
                </a:cxn>
                <a:cxn ang="0">
                  <a:pos x="csX597" y="csY597"/>
                </a:cxn>
                <a:cxn ang="0">
                  <a:pos x="csX598" y="csY598"/>
                </a:cxn>
                <a:cxn ang="0">
                  <a:pos x="csX599" y="csY599"/>
                </a:cxn>
                <a:cxn ang="0">
                  <a:pos x="csX600" y="csY600"/>
                </a:cxn>
                <a:cxn ang="0">
                  <a:pos x="csX601" y="csY601"/>
                </a:cxn>
                <a:cxn ang="0">
                  <a:pos x="csX602" y="csY602"/>
                </a:cxn>
                <a:cxn ang="0">
                  <a:pos x="csX603" y="csY603"/>
                </a:cxn>
                <a:cxn ang="0">
                  <a:pos x="csX604" y="csY604"/>
                </a:cxn>
                <a:cxn ang="0">
                  <a:pos x="csX605" y="csY605"/>
                </a:cxn>
                <a:cxn ang="0">
                  <a:pos x="csX606" y="csY606"/>
                </a:cxn>
                <a:cxn ang="0">
                  <a:pos x="csX607" y="csY607"/>
                </a:cxn>
                <a:cxn ang="0">
                  <a:pos x="csX608" y="csY608"/>
                </a:cxn>
                <a:cxn ang="0">
                  <a:pos x="csX609" y="csY609"/>
                </a:cxn>
                <a:cxn ang="0">
                  <a:pos x="csX610" y="csY610"/>
                </a:cxn>
                <a:cxn ang="0">
                  <a:pos x="csX611" y="csY611"/>
                </a:cxn>
                <a:cxn ang="0">
                  <a:pos x="csX612" y="csY612"/>
                </a:cxn>
                <a:cxn ang="0">
                  <a:pos x="csX613" y="csY613"/>
                </a:cxn>
                <a:cxn ang="0">
                  <a:pos x="csX614" y="csY614"/>
                </a:cxn>
                <a:cxn ang="0">
                  <a:pos x="csX615" y="csY615"/>
                </a:cxn>
                <a:cxn ang="0">
                  <a:pos x="csX616" y="csY616"/>
                </a:cxn>
                <a:cxn ang="0">
                  <a:pos x="csX617" y="csY617"/>
                </a:cxn>
                <a:cxn ang="0">
                  <a:pos x="csX618" y="csY618"/>
                </a:cxn>
                <a:cxn ang="0">
                  <a:pos x="csX619" y="csY619"/>
                </a:cxn>
                <a:cxn ang="0">
                  <a:pos x="csX620" y="csY620"/>
                </a:cxn>
                <a:cxn ang="0">
                  <a:pos x="csX621" y="csY621"/>
                </a:cxn>
                <a:cxn ang="0">
                  <a:pos x="csX622" y="csY622"/>
                </a:cxn>
                <a:cxn ang="0">
                  <a:pos x="csX623" y="csY623"/>
                </a:cxn>
                <a:cxn ang="0">
                  <a:pos x="csX624" y="csY624"/>
                </a:cxn>
                <a:cxn ang="0">
                  <a:pos x="csX625" y="csY625"/>
                </a:cxn>
                <a:cxn ang="0">
                  <a:pos x="csX626" y="csY626"/>
                </a:cxn>
                <a:cxn ang="0">
                  <a:pos x="csX627" y="csY627"/>
                </a:cxn>
                <a:cxn ang="0">
                  <a:pos x="csX628" y="csY628"/>
                </a:cxn>
                <a:cxn ang="0">
                  <a:pos x="csX629" y="csY629"/>
                </a:cxn>
                <a:cxn ang="0">
                  <a:pos x="csX630" y="csY630"/>
                </a:cxn>
                <a:cxn ang="0">
                  <a:pos x="csX631" y="csY631"/>
                </a:cxn>
                <a:cxn ang="0">
                  <a:pos x="csX632" y="csY632"/>
                </a:cxn>
                <a:cxn ang="0">
                  <a:pos x="csX633" y="csY633"/>
                </a:cxn>
                <a:cxn ang="0">
                  <a:pos x="csX634" y="csY634"/>
                </a:cxn>
                <a:cxn ang="0">
                  <a:pos x="csX635" y="csY635"/>
                </a:cxn>
                <a:cxn ang="0">
                  <a:pos x="csX636" y="csY636"/>
                </a:cxn>
                <a:cxn ang="0">
                  <a:pos x="csX637" y="csY637"/>
                </a:cxn>
                <a:cxn ang="0">
                  <a:pos x="csX638" y="csY638"/>
                </a:cxn>
                <a:cxn ang="0">
                  <a:pos x="csX639" y="csY639"/>
                </a:cxn>
                <a:cxn ang="0">
                  <a:pos x="csX640" y="csY640"/>
                </a:cxn>
                <a:cxn ang="0">
                  <a:pos x="csX641" y="csY641"/>
                </a:cxn>
                <a:cxn ang="0">
                  <a:pos x="csX642" y="csY642"/>
                </a:cxn>
                <a:cxn ang="0">
                  <a:pos x="csX643" y="csY643"/>
                </a:cxn>
                <a:cxn ang="0">
                  <a:pos x="csX644" y="csY644"/>
                </a:cxn>
                <a:cxn ang="0">
                  <a:pos x="csX645" y="csY645"/>
                </a:cxn>
                <a:cxn ang="0">
                  <a:pos x="csX646" y="csY646"/>
                </a:cxn>
                <a:cxn ang="0">
                  <a:pos x="csX647" y="csY647"/>
                </a:cxn>
                <a:cxn ang="0">
                  <a:pos x="csX648" y="csY648"/>
                </a:cxn>
                <a:cxn ang="0">
                  <a:pos x="csX649" y="csY649"/>
                </a:cxn>
                <a:cxn ang="0">
                  <a:pos x="csX650" y="csY650"/>
                </a:cxn>
                <a:cxn ang="0">
                  <a:pos x="csX651" y="csY651"/>
                </a:cxn>
                <a:cxn ang="0">
                  <a:pos x="csX652" y="csY652"/>
                </a:cxn>
                <a:cxn ang="0">
                  <a:pos x="csX653" y="csY653"/>
                </a:cxn>
                <a:cxn ang="0">
                  <a:pos x="csX654" y="csY654"/>
                </a:cxn>
                <a:cxn ang="0">
                  <a:pos x="csX655" y="csY655"/>
                </a:cxn>
                <a:cxn ang="0">
                  <a:pos x="csX656" y="csY656"/>
                </a:cxn>
                <a:cxn ang="0">
                  <a:pos x="csX657" y="csY657"/>
                </a:cxn>
                <a:cxn ang="0">
                  <a:pos x="csX658" y="csY658"/>
                </a:cxn>
                <a:cxn ang="0">
                  <a:pos x="csX659" y="csY659"/>
                </a:cxn>
                <a:cxn ang="0">
                  <a:pos x="csX660" y="csY660"/>
                </a:cxn>
                <a:cxn ang="0">
                  <a:pos x="csX661" y="csY661"/>
                </a:cxn>
                <a:cxn ang="0">
                  <a:pos x="csX662" y="csY662"/>
                </a:cxn>
                <a:cxn ang="0">
                  <a:pos x="csX663" y="csY663"/>
                </a:cxn>
                <a:cxn ang="0">
                  <a:pos x="csX664" y="csY664"/>
                </a:cxn>
                <a:cxn ang="0">
                  <a:pos x="csX665" y="csY665"/>
                </a:cxn>
                <a:cxn ang="0">
                  <a:pos x="csX666" y="csY666"/>
                </a:cxn>
                <a:cxn ang="0">
                  <a:pos x="csX667" y="csY667"/>
                </a:cxn>
                <a:cxn ang="0">
                  <a:pos x="csX668" y="csY668"/>
                </a:cxn>
                <a:cxn ang="0">
                  <a:pos x="csX669" y="csY669"/>
                </a:cxn>
                <a:cxn ang="0">
                  <a:pos x="csX670" y="csY670"/>
                </a:cxn>
                <a:cxn ang="0">
                  <a:pos x="csX671" y="csY671"/>
                </a:cxn>
                <a:cxn ang="0">
                  <a:pos x="csX672" y="csY672"/>
                </a:cxn>
                <a:cxn ang="0">
                  <a:pos x="csX673" y="csY673"/>
                </a:cxn>
                <a:cxn ang="0">
                  <a:pos x="csX674" y="csY674"/>
                </a:cxn>
                <a:cxn ang="0">
                  <a:pos x="csX675" y="csY675"/>
                </a:cxn>
                <a:cxn ang="0">
                  <a:pos x="csX676" y="csY676"/>
                </a:cxn>
                <a:cxn ang="0">
                  <a:pos x="csX677" y="csY677"/>
                </a:cxn>
                <a:cxn ang="0">
                  <a:pos x="csX678" y="csY678"/>
                </a:cxn>
                <a:cxn ang="0">
                  <a:pos x="csX679" y="csY679"/>
                </a:cxn>
                <a:cxn ang="0">
                  <a:pos x="csX680" y="csY680"/>
                </a:cxn>
                <a:cxn ang="0">
                  <a:pos x="csX681" y="csY681"/>
                </a:cxn>
                <a:cxn ang="0">
                  <a:pos x="csX682" y="csY682"/>
                </a:cxn>
                <a:cxn ang="0">
                  <a:pos x="csX683" y="csY683"/>
                </a:cxn>
                <a:cxn ang="0">
                  <a:pos x="csX684" y="csY684"/>
                </a:cxn>
                <a:cxn ang="0">
                  <a:pos x="csX685" y="csY685"/>
                </a:cxn>
                <a:cxn ang="0">
                  <a:pos x="csX686" y="csY686"/>
                </a:cxn>
                <a:cxn ang="0">
                  <a:pos x="csX687" y="csY687"/>
                </a:cxn>
                <a:cxn ang="0">
                  <a:pos x="csX688" y="csY688"/>
                </a:cxn>
                <a:cxn ang="0">
                  <a:pos x="csX689" y="csY689"/>
                </a:cxn>
                <a:cxn ang="0">
                  <a:pos x="csX690" y="csY690"/>
                </a:cxn>
                <a:cxn ang="0">
                  <a:pos x="csX691" y="csY691"/>
                </a:cxn>
                <a:cxn ang="0">
                  <a:pos x="csX692" y="csY692"/>
                </a:cxn>
                <a:cxn ang="0">
                  <a:pos x="csX693" y="csY693"/>
                </a:cxn>
                <a:cxn ang="0">
                  <a:pos x="csX694" y="csY694"/>
                </a:cxn>
                <a:cxn ang="0">
                  <a:pos x="csX695" y="csY695"/>
                </a:cxn>
                <a:cxn ang="0">
                  <a:pos x="csX696" y="csY696"/>
                </a:cxn>
                <a:cxn ang="0">
                  <a:pos x="csX697" y="csY697"/>
                </a:cxn>
                <a:cxn ang="0">
                  <a:pos x="csX698" y="csY698"/>
                </a:cxn>
                <a:cxn ang="0">
                  <a:pos x="csX699" y="csY699"/>
                </a:cxn>
                <a:cxn ang="0">
                  <a:pos x="csX700" y="csY700"/>
                </a:cxn>
                <a:cxn ang="0">
                  <a:pos x="csX701" y="csY701"/>
                </a:cxn>
                <a:cxn ang="0">
                  <a:pos x="csX702" y="csY702"/>
                </a:cxn>
                <a:cxn ang="0">
                  <a:pos x="csX703" y="csY703"/>
                </a:cxn>
                <a:cxn ang="0">
                  <a:pos x="csX704" y="csY704"/>
                </a:cxn>
                <a:cxn ang="0">
                  <a:pos x="csX705" y="csY705"/>
                </a:cxn>
                <a:cxn ang="0">
                  <a:pos x="csX706" y="csY706"/>
                </a:cxn>
                <a:cxn ang="0">
                  <a:pos x="csX707" y="csY707"/>
                </a:cxn>
                <a:cxn ang="0">
                  <a:pos x="csX708" y="csY708"/>
                </a:cxn>
                <a:cxn ang="0">
                  <a:pos x="csX709" y="csY709"/>
                </a:cxn>
                <a:cxn ang="0">
                  <a:pos x="csX710" y="csY710"/>
                </a:cxn>
                <a:cxn ang="0">
                  <a:pos x="csX711" y="csY711"/>
                </a:cxn>
                <a:cxn ang="0">
                  <a:pos x="csX712" y="csY712"/>
                </a:cxn>
                <a:cxn ang="0">
                  <a:pos x="csX713" y="csY713"/>
                </a:cxn>
                <a:cxn ang="0">
                  <a:pos x="csX714" y="csY714"/>
                </a:cxn>
                <a:cxn ang="0">
                  <a:pos x="csX715" y="csY715"/>
                </a:cxn>
                <a:cxn ang="0">
                  <a:pos x="csX716" y="csY716"/>
                </a:cxn>
                <a:cxn ang="0">
                  <a:pos x="csX717" y="csY717"/>
                </a:cxn>
                <a:cxn ang="0">
                  <a:pos x="csX718" y="csY718"/>
                </a:cxn>
                <a:cxn ang="0">
                  <a:pos x="csX719" y="csY719"/>
                </a:cxn>
                <a:cxn ang="0">
                  <a:pos x="csX720" y="csY720"/>
                </a:cxn>
                <a:cxn ang="0">
                  <a:pos x="csX721" y="csY721"/>
                </a:cxn>
                <a:cxn ang="0">
                  <a:pos x="csX722" y="csY722"/>
                </a:cxn>
                <a:cxn ang="0">
                  <a:pos x="csX723" y="csY723"/>
                </a:cxn>
                <a:cxn ang="0">
                  <a:pos x="csX724" y="csY724"/>
                </a:cxn>
                <a:cxn ang="0">
                  <a:pos x="csX725" y="csY725"/>
                </a:cxn>
                <a:cxn ang="0">
                  <a:pos x="csX726" y="csY726"/>
                </a:cxn>
                <a:cxn ang="0">
                  <a:pos x="csX727" y="csY727"/>
                </a:cxn>
                <a:cxn ang="0">
                  <a:pos x="csX728" y="csY728"/>
                </a:cxn>
                <a:cxn ang="0">
                  <a:pos x="csX729" y="csY729"/>
                </a:cxn>
                <a:cxn ang="0">
                  <a:pos x="csX730" y="csY730"/>
                </a:cxn>
                <a:cxn ang="0">
                  <a:pos x="csX731" y="csY731"/>
                </a:cxn>
                <a:cxn ang="0">
                  <a:pos x="csX732" y="csY732"/>
                </a:cxn>
                <a:cxn ang="0">
                  <a:pos x="csX733" y="csY733"/>
                </a:cxn>
                <a:cxn ang="0">
                  <a:pos x="csX734" y="csY734"/>
                </a:cxn>
                <a:cxn ang="0">
                  <a:pos x="csX735" y="csY735"/>
                </a:cxn>
                <a:cxn ang="0">
                  <a:pos x="csX736" y="csY736"/>
                </a:cxn>
                <a:cxn ang="0">
                  <a:pos x="csX737" y="csY737"/>
                </a:cxn>
                <a:cxn ang="0">
                  <a:pos x="csX738" y="csY738"/>
                </a:cxn>
                <a:cxn ang="0">
                  <a:pos x="csX739" y="csY739"/>
                </a:cxn>
                <a:cxn ang="0">
                  <a:pos x="csX740" y="csY740"/>
                </a:cxn>
                <a:cxn ang="0">
                  <a:pos x="csX741" y="csY741"/>
                </a:cxn>
                <a:cxn ang="0">
                  <a:pos x="csX742" y="csY742"/>
                </a:cxn>
                <a:cxn ang="0">
                  <a:pos x="csX743" y="csY743"/>
                </a:cxn>
                <a:cxn ang="0">
                  <a:pos x="csX744" y="csY744"/>
                </a:cxn>
                <a:cxn ang="0">
                  <a:pos x="csX745" y="csY745"/>
                </a:cxn>
                <a:cxn ang="0">
                  <a:pos x="csX746" y="csY746"/>
                </a:cxn>
                <a:cxn ang="0">
                  <a:pos x="csX747" y="csY747"/>
                </a:cxn>
                <a:cxn ang="0">
                  <a:pos x="csX748" y="csY748"/>
                </a:cxn>
                <a:cxn ang="0">
                  <a:pos x="csX749" y="csY749"/>
                </a:cxn>
                <a:cxn ang="0">
                  <a:pos x="csX750" y="csY750"/>
                </a:cxn>
                <a:cxn ang="0">
                  <a:pos x="csX751" y="csY751"/>
                </a:cxn>
                <a:cxn ang="0">
                  <a:pos x="csX752" y="csY752"/>
                </a:cxn>
                <a:cxn ang="0">
                  <a:pos x="csX753" y="csY753"/>
                </a:cxn>
                <a:cxn ang="0">
                  <a:pos x="csX754" y="csY754"/>
                </a:cxn>
                <a:cxn ang="0">
                  <a:pos x="csX755" y="csY755"/>
                </a:cxn>
                <a:cxn ang="0">
                  <a:pos x="csX756" y="csY756"/>
                </a:cxn>
                <a:cxn ang="0">
                  <a:pos x="csX757" y="csY757"/>
                </a:cxn>
                <a:cxn ang="0">
                  <a:pos x="csX758" y="csY758"/>
                </a:cxn>
                <a:cxn ang="0">
                  <a:pos x="csX759" y="csY759"/>
                </a:cxn>
                <a:cxn ang="0">
                  <a:pos x="csX760" y="csY760"/>
                </a:cxn>
                <a:cxn ang="0">
                  <a:pos x="csX761" y="csY761"/>
                </a:cxn>
                <a:cxn ang="0">
                  <a:pos x="csX762" y="csY762"/>
                </a:cxn>
                <a:cxn ang="0">
                  <a:pos x="csX763" y="csY763"/>
                </a:cxn>
                <a:cxn ang="0">
                  <a:pos x="csX764" y="csY764"/>
                </a:cxn>
                <a:cxn ang="0">
                  <a:pos x="csX765" y="csY765"/>
                </a:cxn>
                <a:cxn ang="0">
                  <a:pos x="csX766" y="csY766"/>
                </a:cxn>
                <a:cxn ang="0">
                  <a:pos x="csX767" y="csY767"/>
                </a:cxn>
                <a:cxn ang="0">
                  <a:pos x="csX768" y="csY768"/>
                </a:cxn>
                <a:cxn ang="0">
                  <a:pos x="csX769" y="csY769"/>
                </a:cxn>
                <a:cxn ang="0">
                  <a:pos x="csX770" y="csY770"/>
                </a:cxn>
                <a:cxn ang="0">
                  <a:pos x="csX771" y="csY771"/>
                </a:cxn>
                <a:cxn ang="0">
                  <a:pos x="csX772" y="csY772"/>
                </a:cxn>
                <a:cxn ang="0">
                  <a:pos x="csX773" y="csY773"/>
                </a:cxn>
                <a:cxn ang="0">
                  <a:pos x="csX774" y="csY774"/>
                </a:cxn>
                <a:cxn ang="0">
                  <a:pos x="csX775" y="csY775"/>
                </a:cxn>
                <a:cxn ang="0">
                  <a:pos x="csX776" y="csY776"/>
                </a:cxn>
                <a:cxn ang="0">
                  <a:pos x="csX777" y="csY777"/>
                </a:cxn>
                <a:cxn ang="0">
                  <a:pos x="csX778" y="csY778"/>
                </a:cxn>
                <a:cxn ang="0">
                  <a:pos x="csX779" y="csY779"/>
                </a:cxn>
                <a:cxn ang="0">
                  <a:pos x="csX780" y="csY780"/>
                </a:cxn>
                <a:cxn ang="0">
                  <a:pos x="csX781" y="csY781"/>
                </a:cxn>
                <a:cxn ang="0">
                  <a:pos x="csX782" y="csY782"/>
                </a:cxn>
                <a:cxn ang="0">
                  <a:pos x="csX783" y="csY783"/>
                </a:cxn>
                <a:cxn ang="0">
                  <a:pos x="csX784" y="csY784"/>
                </a:cxn>
                <a:cxn ang="0">
                  <a:pos x="csX785" y="csY785"/>
                </a:cxn>
                <a:cxn ang="0">
                  <a:pos x="csX786" y="csY786"/>
                </a:cxn>
                <a:cxn ang="0">
                  <a:pos x="csX787" y="csY787"/>
                </a:cxn>
                <a:cxn ang="0">
                  <a:pos x="csX788" y="csY788"/>
                </a:cxn>
                <a:cxn ang="0">
                  <a:pos x="csX789" y="csY789"/>
                </a:cxn>
                <a:cxn ang="0">
                  <a:pos x="csX790" y="csY790"/>
                </a:cxn>
                <a:cxn ang="0">
                  <a:pos x="csX791" y="csY791"/>
                </a:cxn>
                <a:cxn ang="0">
                  <a:pos x="csX792" y="csY792"/>
                </a:cxn>
                <a:cxn ang="0">
                  <a:pos x="csX793" y="csY793"/>
                </a:cxn>
                <a:cxn ang="0">
                  <a:pos x="csX794" y="csY794"/>
                </a:cxn>
                <a:cxn ang="0">
                  <a:pos x="csX795" y="csY795"/>
                </a:cxn>
                <a:cxn ang="0">
                  <a:pos x="csX796" y="csY796"/>
                </a:cxn>
                <a:cxn ang="0">
                  <a:pos x="csX797" y="csY797"/>
                </a:cxn>
                <a:cxn ang="0">
                  <a:pos x="csX798" y="csY798"/>
                </a:cxn>
                <a:cxn ang="0">
                  <a:pos x="csX799" y="csY799"/>
                </a:cxn>
                <a:cxn ang="0">
                  <a:pos x="csX800" y="csY800"/>
                </a:cxn>
                <a:cxn ang="0">
                  <a:pos x="csX801" y="csY801"/>
                </a:cxn>
                <a:cxn ang="0">
                  <a:pos x="csX802" y="csY802"/>
                </a:cxn>
                <a:cxn ang="0">
                  <a:pos x="csX803" y="csY803"/>
                </a:cxn>
                <a:cxn ang="0">
                  <a:pos x="csX804" y="csY804"/>
                </a:cxn>
                <a:cxn ang="0">
                  <a:pos x="csX805" y="csY805"/>
                </a:cxn>
                <a:cxn ang="0">
                  <a:pos x="csX806" y="csY806"/>
                </a:cxn>
                <a:cxn ang="0">
                  <a:pos x="csX807" y="csY807"/>
                </a:cxn>
                <a:cxn ang="0">
                  <a:pos x="csX808" y="csY808"/>
                </a:cxn>
                <a:cxn ang="0">
                  <a:pos x="csX809" y="csY809"/>
                </a:cxn>
                <a:cxn ang="0">
                  <a:pos x="csX810" y="csY810"/>
                </a:cxn>
                <a:cxn ang="0">
                  <a:pos x="csX811" y="csY811"/>
                </a:cxn>
                <a:cxn ang="0">
                  <a:pos x="csX812" y="csY812"/>
                </a:cxn>
                <a:cxn ang="0">
                  <a:pos x="csX813" y="csY813"/>
                </a:cxn>
                <a:cxn ang="0">
                  <a:pos x="csX814" y="csY814"/>
                </a:cxn>
                <a:cxn ang="0">
                  <a:pos x="csX815" y="csY815"/>
                </a:cxn>
                <a:cxn ang="0">
                  <a:pos x="csX816" y="csY816"/>
                </a:cxn>
                <a:cxn ang="0">
                  <a:pos x="csX817" y="csY817"/>
                </a:cxn>
                <a:cxn ang="0">
                  <a:pos x="csX818" y="csY818"/>
                </a:cxn>
                <a:cxn ang="0">
                  <a:pos x="csX819" y="csY819"/>
                </a:cxn>
                <a:cxn ang="0">
                  <a:pos x="csX820" y="csY820"/>
                </a:cxn>
                <a:cxn ang="0">
                  <a:pos x="csX821" y="csY821"/>
                </a:cxn>
                <a:cxn ang="0">
                  <a:pos x="csX822" y="csY822"/>
                </a:cxn>
                <a:cxn ang="0">
                  <a:pos x="csX823" y="csY823"/>
                </a:cxn>
                <a:cxn ang="0">
                  <a:pos x="csX824" y="csY824"/>
                </a:cxn>
                <a:cxn ang="0">
                  <a:pos x="csX825" y="csY825"/>
                </a:cxn>
                <a:cxn ang="0">
                  <a:pos x="csX826" y="csY826"/>
                </a:cxn>
                <a:cxn ang="0">
                  <a:pos x="csX827" y="csY827"/>
                </a:cxn>
                <a:cxn ang="0">
                  <a:pos x="csX828" y="csY828"/>
                </a:cxn>
                <a:cxn ang="0">
                  <a:pos x="csX829" y="csY829"/>
                </a:cxn>
                <a:cxn ang="0">
                  <a:pos x="csX830" y="csY830"/>
                </a:cxn>
                <a:cxn ang="0">
                  <a:pos x="csX831" y="csY831"/>
                </a:cxn>
                <a:cxn ang="0">
                  <a:pos x="csX832" y="csY832"/>
                </a:cxn>
                <a:cxn ang="0">
                  <a:pos x="csX833" y="csY833"/>
                </a:cxn>
                <a:cxn ang="0">
                  <a:pos x="csX834" y="csY834"/>
                </a:cxn>
                <a:cxn ang="0">
                  <a:pos x="csX835" y="csY835"/>
                </a:cxn>
                <a:cxn ang="0">
                  <a:pos x="csX836" y="csY836"/>
                </a:cxn>
                <a:cxn ang="0">
                  <a:pos x="csX837" y="csY837"/>
                </a:cxn>
                <a:cxn ang="0">
                  <a:pos x="csX838" y="csY838"/>
                </a:cxn>
                <a:cxn ang="0">
                  <a:pos x="csX839" y="csY839"/>
                </a:cxn>
                <a:cxn ang="0">
                  <a:pos x="csX840" y="csY840"/>
                </a:cxn>
                <a:cxn ang="0">
                  <a:pos x="csX841" y="csY841"/>
                </a:cxn>
                <a:cxn ang="0">
                  <a:pos x="csX842" y="csY842"/>
                </a:cxn>
                <a:cxn ang="0">
                  <a:pos x="csX843" y="csY843"/>
                </a:cxn>
                <a:cxn ang="0">
                  <a:pos x="csX844" y="csY844"/>
                </a:cxn>
                <a:cxn ang="0">
                  <a:pos x="csX845" y="csY845"/>
                </a:cxn>
                <a:cxn ang="0">
                  <a:pos x="csX846" y="csY846"/>
                </a:cxn>
                <a:cxn ang="0">
                  <a:pos x="csX847" y="csY847"/>
                </a:cxn>
                <a:cxn ang="0">
                  <a:pos x="csX848" y="csY848"/>
                </a:cxn>
                <a:cxn ang="0">
                  <a:pos x="csX849" y="csY849"/>
                </a:cxn>
                <a:cxn ang="0">
                  <a:pos x="csX850" y="csY850"/>
                </a:cxn>
                <a:cxn ang="0">
                  <a:pos x="csX851" y="csY851"/>
                </a:cxn>
                <a:cxn ang="0">
                  <a:pos x="csX852" y="csY852"/>
                </a:cxn>
                <a:cxn ang="0">
                  <a:pos x="csX853" y="csY853"/>
                </a:cxn>
                <a:cxn ang="0">
                  <a:pos x="csX854" y="csY854"/>
                </a:cxn>
                <a:cxn ang="0">
                  <a:pos x="csX855" y="csY855"/>
                </a:cxn>
                <a:cxn ang="0">
                  <a:pos x="csX856" y="csY856"/>
                </a:cxn>
                <a:cxn ang="0">
                  <a:pos x="csX857" y="csY857"/>
                </a:cxn>
                <a:cxn ang="0">
                  <a:pos x="csX858" y="csY858"/>
                </a:cxn>
                <a:cxn ang="0">
                  <a:pos x="csX859" y="csY859"/>
                </a:cxn>
                <a:cxn ang="0">
                  <a:pos x="csX860" y="csY860"/>
                </a:cxn>
                <a:cxn ang="0">
                  <a:pos x="csX861" y="csY861"/>
                </a:cxn>
                <a:cxn ang="0">
                  <a:pos x="csX862" y="csY862"/>
                </a:cxn>
                <a:cxn ang="0">
                  <a:pos x="csX863" y="csY863"/>
                </a:cxn>
                <a:cxn ang="0">
                  <a:pos x="csX864" y="csY864"/>
                </a:cxn>
                <a:cxn ang="0">
                  <a:pos x="csX865" y="csY865"/>
                </a:cxn>
                <a:cxn ang="0">
                  <a:pos x="csX866" y="csY866"/>
                </a:cxn>
                <a:cxn ang="0">
                  <a:pos x="csX867" y="csY867"/>
                </a:cxn>
                <a:cxn ang="0">
                  <a:pos x="csX868" y="csY868"/>
                </a:cxn>
                <a:cxn ang="0">
                  <a:pos x="csX869" y="csY869"/>
                </a:cxn>
                <a:cxn ang="0">
                  <a:pos x="csX870" y="csY870"/>
                </a:cxn>
                <a:cxn ang="0">
                  <a:pos x="csX871" y="csY871"/>
                </a:cxn>
                <a:cxn ang="0">
                  <a:pos x="csX872" y="csY872"/>
                </a:cxn>
                <a:cxn ang="0">
                  <a:pos x="csX873" y="csY873"/>
                </a:cxn>
                <a:cxn ang="0">
                  <a:pos x="csX874" y="csY874"/>
                </a:cxn>
                <a:cxn ang="0">
                  <a:pos x="csX875" y="csY875"/>
                </a:cxn>
                <a:cxn ang="0">
                  <a:pos x="csX876" y="csY876"/>
                </a:cxn>
                <a:cxn ang="0">
                  <a:pos x="csX877" y="csY877"/>
                </a:cxn>
                <a:cxn ang="0">
                  <a:pos x="csX878" y="csY878"/>
                </a:cxn>
                <a:cxn ang="0">
                  <a:pos x="csX879" y="csY879"/>
                </a:cxn>
                <a:cxn ang="0">
                  <a:pos x="csX880" y="csY880"/>
                </a:cxn>
                <a:cxn ang="0">
                  <a:pos x="csX881" y="csY881"/>
                </a:cxn>
                <a:cxn ang="0">
                  <a:pos x="csX882" y="csY882"/>
                </a:cxn>
                <a:cxn ang="0">
                  <a:pos x="csX883" y="csY883"/>
                </a:cxn>
                <a:cxn ang="0">
                  <a:pos x="csX884" y="csY884"/>
                </a:cxn>
                <a:cxn ang="0">
                  <a:pos x="csX885" y="csY885"/>
                </a:cxn>
                <a:cxn ang="0">
                  <a:pos x="csX886" y="csY886"/>
                </a:cxn>
                <a:cxn ang="0">
                  <a:pos x="csX887" y="csY887"/>
                </a:cxn>
                <a:cxn ang="0">
                  <a:pos x="csX888" y="csY888"/>
                </a:cxn>
                <a:cxn ang="0">
                  <a:pos x="csX889" y="csY889"/>
                </a:cxn>
                <a:cxn ang="0">
                  <a:pos x="csX890" y="csY890"/>
                </a:cxn>
                <a:cxn ang="0">
                  <a:pos x="csX891" y="csY891"/>
                </a:cxn>
                <a:cxn ang="0">
                  <a:pos x="csX892" y="csY892"/>
                </a:cxn>
                <a:cxn ang="0">
                  <a:pos x="csX893" y="csY893"/>
                </a:cxn>
                <a:cxn ang="0">
                  <a:pos x="csX894" y="csY894"/>
                </a:cxn>
                <a:cxn ang="0">
                  <a:pos x="csX895" y="csY895"/>
                </a:cxn>
                <a:cxn ang="0">
                  <a:pos x="csX896" y="csY896"/>
                </a:cxn>
                <a:cxn ang="0">
                  <a:pos x="csX897" y="csY897"/>
                </a:cxn>
                <a:cxn ang="0">
                  <a:pos x="csX898" y="csY898"/>
                </a:cxn>
                <a:cxn ang="0">
                  <a:pos x="csX899" y="csY899"/>
                </a:cxn>
                <a:cxn ang="0">
                  <a:pos x="csX900" y="csY900"/>
                </a:cxn>
                <a:cxn ang="0">
                  <a:pos x="csX901" y="csY901"/>
                </a:cxn>
                <a:cxn ang="0">
                  <a:pos x="csX902" y="csY902"/>
                </a:cxn>
                <a:cxn ang="0">
                  <a:pos x="csX903" y="csY903"/>
                </a:cxn>
                <a:cxn ang="0">
                  <a:pos x="csX904" y="csY904"/>
                </a:cxn>
                <a:cxn ang="0">
                  <a:pos x="csX905" y="csY905"/>
                </a:cxn>
                <a:cxn ang="0">
                  <a:pos x="csX906" y="csY906"/>
                </a:cxn>
                <a:cxn ang="0">
                  <a:pos x="csX907" y="csY907"/>
                </a:cxn>
                <a:cxn ang="0">
                  <a:pos x="csX908" y="csY908"/>
                </a:cxn>
                <a:cxn ang="0">
                  <a:pos x="csX909" y="csY909"/>
                </a:cxn>
                <a:cxn ang="0">
                  <a:pos x="csX910" y="csY910"/>
                </a:cxn>
                <a:cxn ang="0">
                  <a:pos x="csX911" y="csY911"/>
                </a:cxn>
                <a:cxn ang="0">
                  <a:pos x="csX912" y="csY912"/>
                </a:cxn>
                <a:cxn ang="0">
                  <a:pos x="csX913" y="csY913"/>
                </a:cxn>
                <a:cxn ang="0">
                  <a:pos x="csX914" y="csY914"/>
                </a:cxn>
                <a:cxn ang="0">
                  <a:pos x="csX915" y="csY915"/>
                </a:cxn>
                <a:cxn ang="0">
                  <a:pos x="csX916" y="csY916"/>
                </a:cxn>
                <a:cxn ang="0">
                  <a:pos x="csX917" y="csY917"/>
                </a:cxn>
                <a:cxn ang="0">
                  <a:pos x="csX918" y="csY918"/>
                </a:cxn>
                <a:cxn ang="0">
                  <a:pos x="csX919" y="csY919"/>
                </a:cxn>
                <a:cxn ang="0">
                  <a:pos x="csX920" y="csY920"/>
                </a:cxn>
                <a:cxn ang="0">
                  <a:pos x="csX921" y="csY921"/>
                </a:cxn>
                <a:cxn ang="0">
                  <a:pos x="csX922" y="csY922"/>
                </a:cxn>
                <a:cxn ang="0">
                  <a:pos x="csX923" y="csY923"/>
                </a:cxn>
                <a:cxn ang="0">
                  <a:pos x="csX924" y="csY924"/>
                </a:cxn>
                <a:cxn ang="0">
                  <a:pos x="csX925" y="csY925"/>
                </a:cxn>
                <a:cxn ang="0">
                  <a:pos x="csX926" y="csY926"/>
                </a:cxn>
                <a:cxn ang="0">
                  <a:pos x="csX927" y="csY927"/>
                </a:cxn>
                <a:cxn ang="0">
                  <a:pos x="csX928" y="csY928"/>
                </a:cxn>
                <a:cxn ang="0">
                  <a:pos x="csX929" y="csY929"/>
                </a:cxn>
                <a:cxn ang="0">
                  <a:pos x="csX930" y="csY930"/>
                </a:cxn>
                <a:cxn ang="0">
                  <a:pos x="csX931" y="csY931"/>
                </a:cxn>
                <a:cxn ang="0">
                  <a:pos x="csX932" y="csY932"/>
                </a:cxn>
                <a:cxn ang="0">
                  <a:pos x="csX933" y="csY933"/>
                </a:cxn>
                <a:cxn ang="0">
                  <a:pos x="csX934" y="csY934"/>
                </a:cxn>
                <a:cxn ang="0">
                  <a:pos x="csX935" y="csY935"/>
                </a:cxn>
                <a:cxn ang="0">
                  <a:pos x="csX936" y="csY936"/>
                </a:cxn>
                <a:cxn ang="0">
                  <a:pos x="csX937" y="csY937"/>
                </a:cxn>
                <a:cxn ang="0">
                  <a:pos x="csX938" y="csY938"/>
                </a:cxn>
                <a:cxn ang="0">
                  <a:pos x="csX939" y="csY939"/>
                </a:cxn>
                <a:cxn ang="0">
                  <a:pos x="csX940" y="csY940"/>
                </a:cxn>
                <a:cxn ang="0">
                  <a:pos x="csX941" y="csY941"/>
                </a:cxn>
                <a:cxn ang="0">
                  <a:pos x="csX942" y="csY942"/>
                </a:cxn>
                <a:cxn ang="0">
                  <a:pos x="csX943" y="csY943"/>
                </a:cxn>
                <a:cxn ang="0">
                  <a:pos x="csX944" y="csY944"/>
                </a:cxn>
                <a:cxn ang="0">
                  <a:pos x="csX945" y="csY945"/>
                </a:cxn>
                <a:cxn ang="0">
                  <a:pos x="csX946" y="csY946"/>
                </a:cxn>
                <a:cxn ang="0">
                  <a:pos x="csX947" y="csY947"/>
                </a:cxn>
                <a:cxn ang="0">
                  <a:pos x="csX948" y="csY948"/>
                </a:cxn>
                <a:cxn ang="0">
                  <a:pos x="csX949" y="csY949"/>
                </a:cxn>
                <a:cxn ang="0">
                  <a:pos x="csX950" y="csY950"/>
                </a:cxn>
                <a:cxn ang="0">
                  <a:pos x="csX951" y="csY951"/>
                </a:cxn>
                <a:cxn ang="0">
                  <a:pos x="csX952" y="csY952"/>
                </a:cxn>
                <a:cxn ang="0">
                  <a:pos x="csX953" y="csY953"/>
                </a:cxn>
                <a:cxn ang="0">
                  <a:pos x="csX954" y="csY954"/>
                </a:cxn>
                <a:cxn ang="0">
                  <a:pos x="csX955" y="csY955"/>
                </a:cxn>
                <a:cxn ang="0">
                  <a:pos x="csX956" y="csY956"/>
                </a:cxn>
                <a:cxn ang="0">
                  <a:pos x="csX957" y="csY957"/>
                </a:cxn>
                <a:cxn ang="0">
                  <a:pos x="csX958" y="csY958"/>
                </a:cxn>
                <a:cxn ang="0">
                  <a:pos x="csX959" y="csY959"/>
                </a:cxn>
                <a:cxn ang="0">
                  <a:pos x="csX960" y="csY960"/>
                </a:cxn>
                <a:cxn ang="0">
                  <a:pos x="csX961" y="csY961"/>
                </a:cxn>
                <a:cxn ang="0">
                  <a:pos x="csX962" y="csY962"/>
                </a:cxn>
                <a:cxn ang="0">
                  <a:pos x="csX963" y="csY963"/>
                </a:cxn>
                <a:cxn ang="0">
                  <a:pos x="csX964" y="csY964"/>
                </a:cxn>
                <a:cxn ang="0">
                  <a:pos x="csX965" y="csY965"/>
                </a:cxn>
                <a:cxn ang="0">
                  <a:pos x="csX966" y="csY966"/>
                </a:cxn>
                <a:cxn ang="0">
                  <a:pos x="csX967" y="csY967"/>
                </a:cxn>
                <a:cxn ang="0">
                  <a:pos x="csX968" y="csY968"/>
                </a:cxn>
                <a:cxn ang="0">
                  <a:pos x="csX969" y="csY969"/>
                </a:cxn>
                <a:cxn ang="0">
                  <a:pos x="csX970" y="csY970"/>
                </a:cxn>
                <a:cxn ang="0">
                  <a:pos x="csX971" y="csY971"/>
                </a:cxn>
                <a:cxn ang="0">
                  <a:pos x="csX972" y="csY972"/>
                </a:cxn>
                <a:cxn ang="0">
                  <a:pos x="csX973" y="csY973"/>
                </a:cxn>
                <a:cxn ang="0">
                  <a:pos x="csX974" y="csY974"/>
                </a:cxn>
                <a:cxn ang="0">
                  <a:pos x="csX975" y="csY975"/>
                </a:cxn>
                <a:cxn ang="0">
                  <a:pos x="csX976" y="csY976"/>
                </a:cxn>
                <a:cxn ang="0">
                  <a:pos x="csX977" y="csY977"/>
                </a:cxn>
                <a:cxn ang="0">
                  <a:pos x="csX978" y="csY978"/>
                </a:cxn>
                <a:cxn ang="0">
                  <a:pos x="csX979" y="csY979"/>
                </a:cxn>
                <a:cxn ang="0">
                  <a:pos x="csX980" y="csY980"/>
                </a:cxn>
                <a:cxn ang="0">
                  <a:pos x="csX981" y="csY981"/>
                </a:cxn>
                <a:cxn ang="0">
                  <a:pos x="csX982" y="csY982"/>
                </a:cxn>
                <a:cxn ang="0">
                  <a:pos x="csX983" y="csY983"/>
                </a:cxn>
                <a:cxn ang="0">
                  <a:pos x="csX984" y="csY984"/>
                </a:cxn>
                <a:cxn ang="0">
                  <a:pos x="csX985" y="csY985"/>
                </a:cxn>
                <a:cxn ang="0">
                  <a:pos x="csX986" y="csY986"/>
                </a:cxn>
                <a:cxn ang="0">
                  <a:pos x="csX987" y="csY987"/>
                </a:cxn>
                <a:cxn ang="0">
                  <a:pos x="csX988" y="csY988"/>
                </a:cxn>
                <a:cxn ang="0">
                  <a:pos x="csX989" y="csY989"/>
                </a:cxn>
                <a:cxn ang="0">
                  <a:pos x="csX990" y="csY990"/>
                </a:cxn>
                <a:cxn ang="0">
                  <a:pos x="csX991" y="csY991"/>
                </a:cxn>
                <a:cxn ang="0">
                  <a:pos x="csX992" y="csY992"/>
                </a:cxn>
                <a:cxn ang="0">
                  <a:pos x="csX993" y="csY993"/>
                </a:cxn>
                <a:cxn ang="0">
                  <a:pos x="csX994" y="csY994"/>
                </a:cxn>
                <a:cxn ang="0">
                  <a:pos x="csX995" y="csY995"/>
                </a:cxn>
                <a:cxn ang="0">
                  <a:pos x="csX996" y="csY996"/>
                </a:cxn>
                <a:cxn ang="0">
                  <a:pos x="csX997" y="csY997"/>
                </a:cxn>
                <a:cxn ang="0">
                  <a:pos x="csX998" y="csY998"/>
                </a:cxn>
                <a:cxn ang="0">
                  <a:pos x="csX999" y="csY999"/>
                </a:cxn>
                <a:cxn ang="0">
                  <a:pos x="csX1000" y="csY1000"/>
                </a:cxn>
                <a:cxn ang="0">
                  <a:pos x="csX1001" y="csY1001"/>
                </a:cxn>
                <a:cxn ang="0">
                  <a:pos x="csX1002" y="csY1002"/>
                </a:cxn>
                <a:cxn ang="0">
                  <a:pos x="csX1003" y="csY1003"/>
                </a:cxn>
                <a:cxn ang="0">
                  <a:pos x="csX1004" y="csY1004"/>
                </a:cxn>
                <a:cxn ang="0">
                  <a:pos x="csX1005" y="csY1005"/>
                </a:cxn>
                <a:cxn ang="0">
                  <a:pos x="csX1006" y="csY1006"/>
                </a:cxn>
                <a:cxn ang="0">
                  <a:pos x="csX1007" y="csY1007"/>
                </a:cxn>
                <a:cxn ang="0">
                  <a:pos x="csX1008" y="csY1008"/>
                </a:cxn>
                <a:cxn ang="0">
                  <a:pos x="csX1009" y="csY1009"/>
                </a:cxn>
                <a:cxn ang="0">
                  <a:pos x="csX1010" y="csY1010"/>
                </a:cxn>
                <a:cxn ang="0">
                  <a:pos x="csX1011" y="csY1011"/>
                </a:cxn>
                <a:cxn ang="0">
                  <a:pos x="csX1012" y="csY1012"/>
                </a:cxn>
                <a:cxn ang="0">
                  <a:pos x="csX1013" y="csY1013"/>
                </a:cxn>
                <a:cxn ang="0">
                  <a:pos x="csX1014" y="csY1014"/>
                </a:cxn>
                <a:cxn ang="0">
                  <a:pos x="csX1015" y="csY1015"/>
                </a:cxn>
                <a:cxn ang="0">
                  <a:pos x="csX1016" y="csY1016"/>
                </a:cxn>
                <a:cxn ang="0">
                  <a:pos x="csX1017" y="csY1017"/>
                </a:cxn>
                <a:cxn ang="0">
                  <a:pos x="csX1018" y="csY1018"/>
                </a:cxn>
                <a:cxn ang="0">
                  <a:pos x="csX1019" y="csY1019"/>
                </a:cxn>
                <a:cxn ang="0">
                  <a:pos x="csX1020" y="csY1020"/>
                </a:cxn>
                <a:cxn ang="0">
                  <a:pos x="csX1021" y="csY1021"/>
                </a:cxn>
                <a:cxn ang="0">
                  <a:pos x="csX1022" y="csY1022"/>
                </a:cxn>
                <a:cxn ang="0">
                  <a:pos x="csX1023" y="csY1023"/>
                </a:cxn>
                <a:cxn ang="0">
                  <a:pos x="csX1024" y="csY1024"/>
                </a:cxn>
                <a:cxn ang="0">
                  <a:pos x="csX1025" y="csY1025"/>
                </a:cxn>
                <a:cxn ang="0">
                  <a:pos x="csX1026" y="csY1026"/>
                </a:cxn>
                <a:cxn ang="0">
                  <a:pos x="csX1027" y="csY1027"/>
                </a:cxn>
                <a:cxn ang="0">
                  <a:pos x="csX1028" y="csY1028"/>
                </a:cxn>
                <a:cxn ang="0">
                  <a:pos x="csX1029" y="csY1029"/>
                </a:cxn>
                <a:cxn ang="0">
                  <a:pos x="csX1030" y="csY1030"/>
                </a:cxn>
                <a:cxn ang="0">
                  <a:pos x="csX1031" y="csY1031"/>
                </a:cxn>
                <a:cxn ang="0">
                  <a:pos x="csX1032" y="csY1032"/>
                </a:cxn>
                <a:cxn ang="0">
                  <a:pos x="csX1033" y="csY1033"/>
                </a:cxn>
                <a:cxn ang="0">
                  <a:pos x="csX1034" y="csY1034"/>
                </a:cxn>
                <a:cxn ang="0">
                  <a:pos x="csX1035" y="csY1035"/>
                </a:cxn>
                <a:cxn ang="0">
                  <a:pos x="csX1036" y="csY1036"/>
                </a:cxn>
                <a:cxn ang="0">
                  <a:pos x="csX1037" y="csY1037"/>
                </a:cxn>
                <a:cxn ang="0">
                  <a:pos x="csX1038" y="csY1038"/>
                </a:cxn>
                <a:cxn ang="0">
                  <a:pos x="csX1039" y="csY1039"/>
                </a:cxn>
                <a:cxn ang="0">
                  <a:pos x="csX1040" y="csY1040"/>
                </a:cxn>
                <a:cxn ang="0">
                  <a:pos x="csX1041" y="csY1041"/>
                </a:cxn>
                <a:cxn ang="0">
                  <a:pos x="csX1042" y="csY1042"/>
                </a:cxn>
                <a:cxn ang="0">
                  <a:pos x="csX1043" y="csY1043"/>
                </a:cxn>
                <a:cxn ang="0">
                  <a:pos x="csX1044" y="csY1044"/>
                </a:cxn>
                <a:cxn ang="0">
                  <a:pos x="csX1045" y="csY1045"/>
                </a:cxn>
                <a:cxn ang="0">
                  <a:pos x="csX1046" y="csY1046"/>
                </a:cxn>
                <a:cxn ang="0">
                  <a:pos x="csX1047" y="csY1047"/>
                </a:cxn>
                <a:cxn ang="0">
                  <a:pos x="csX1048" y="csY1048"/>
                </a:cxn>
                <a:cxn ang="0">
                  <a:pos x="csX1049" y="csY1049"/>
                </a:cxn>
                <a:cxn ang="0">
                  <a:pos x="csX1050" y="csY1050"/>
                </a:cxn>
                <a:cxn ang="0">
                  <a:pos x="csX1051" y="csY1051"/>
                </a:cxn>
                <a:cxn ang="0">
                  <a:pos x="csX1052" y="csY1052"/>
                </a:cxn>
                <a:cxn ang="0">
                  <a:pos x="csX1053" y="csY1053"/>
                </a:cxn>
                <a:cxn ang="0">
                  <a:pos x="csX1054" y="csY1054"/>
                </a:cxn>
                <a:cxn ang="0">
                  <a:pos x="csX1055" y="csY1055"/>
                </a:cxn>
                <a:cxn ang="0">
                  <a:pos x="csX1056" y="csY1056"/>
                </a:cxn>
                <a:cxn ang="0">
                  <a:pos x="csX1057" y="csY1057"/>
                </a:cxn>
                <a:cxn ang="0">
                  <a:pos x="csX1058" y="csY1058"/>
                </a:cxn>
                <a:cxn ang="0">
                  <a:pos x="csX1059" y="csY1059"/>
                </a:cxn>
                <a:cxn ang="0">
                  <a:pos x="csX1060" y="csY1060"/>
                </a:cxn>
                <a:cxn ang="0">
                  <a:pos x="csX1061" y="csY1061"/>
                </a:cxn>
                <a:cxn ang="0">
                  <a:pos x="csX1062" y="csY1062"/>
                </a:cxn>
                <a:cxn ang="0">
                  <a:pos x="csX1063" y="csY1063"/>
                </a:cxn>
                <a:cxn ang="0">
                  <a:pos x="csX1064" y="csY1064"/>
                </a:cxn>
                <a:cxn ang="0">
                  <a:pos x="csX1065" y="csY1065"/>
                </a:cxn>
                <a:cxn ang="0">
                  <a:pos x="csX1066" y="csY1066"/>
                </a:cxn>
                <a:cxn ang="0">
                  <a:pos x="csX1067" y="csY1067"/>
                </a:cxn>
                <a:cxn ang="0">
                  <a:pos x="csX1068" y="csY1068"/>
                </a:cxn>
                <a:cxn ang="0">
                  <a:pos x="csX1069" y="csY1069"/>
                </a:cxn>
                <a:cxn ang="0">
                  <a:pos x="csX1070" y="csY1070"/>
                </a:cxn>
                <a:cxn ang="0">
                  <a:pos x="csX1071" y="csY1071"/>
                </a:cxn>
                <a:cxn ang="0">
                  <a:pos x="csX1072" y="csY1072"/>
                </a:cxn>
                <a:cxn ang="0">
                  <a:pos x="csX1073" y="csY1073"/>
                </a:cxn>
                <a:cxn ang="0">
                  <a:pos x="csX1074" y="csY1074"/>
                </a:cxn>
                <a:cxn ang="0">
                  <a:pos x="csX1075" y="csY1075"/>
                </a:cxn>
                <a:cxn ang="0">
                  <a:pos x="csX1076" y="csY1076"/>
                </a:cxn>
                <a:cxn ang="0">
                  <a:pos x="csX1077" y="csY1077"/>
                </a:cxn>
                <a:cxn ang="0">
                  <a:pos x="csX1078" y="csY1078"/>
                </a:cxn>
                <a:cxn ang="0">
                  <a:pos x="csX1079" y="csY1079"/>
                </a:cxn>
                <a:cxn ang="0">
                  <a:pos x="csX1080" y="csY1080"/>
                </a:cxn>
                <a:cxn ang="0">
                  <a:pos x="csX1081" y="csY1081"/>
                </a:cxn>
                <a:cxn ang="0">
                  <a:pos x="csX1082" y="csY1082"/>
                </a:cxn>
                <a:cxn ang="0">
                  <a:pos x="csX1083" y="csY1083"/>
                </a:cxn>
                <a:cxn ang="0">
                  <a:pos x="csX1084" y="csY1084"/>
                </a:cxn>
                <a:cxn ang="0">
                  <a:pos x="csX1085" y="csY1085"/>
                </a:cxn>
                <a:cxn ang="0">
                  <a:pos x="csX1086" y="csY1086"/>
                </a:cxn>
                <a:cxn ang="0">
                  <a:pos x="csX1087" y="csY1087"/>
                </a:cxn>
                <a:cxn ang="0">
                  <a:pos x="csX1088" y="csY1088"/>
                </a:cxn>
                <a:cxn ang="0">
                  <a:pos x="csX1089" y="csY1089"/>
                </a:cxn>
                <a:cxn ang="0">
                  <a:pos x="csX1090" y="csY1090"/>
                </a:cxn>
                <a:cxn ang="0">
                  <a:pos x="csX1091" y="csY1091"/>
                </a:cxn>
                <a:cxn ang="0">
                  <a:pos x="csX1092" y="csY1092"/>
                </a:cxn>
                <a:cxn ang="0">
                  <a:pos x="csX1093" y="csY1093"/>
                </a:cxn>
                <a:cxn ang="0">
                  <a:pos x="csX1094" y="csY1094"/>
                </a:cxn>
                <a:cxn ang="0">
                  <a:pos x="csX1095" y="csY1095"/>
                </a:cxn>
                <a:cxn ang="0">
                  <a:pos x="csX1096" y="csY1096"/>
                </a:cxn>
                <a:cxn ang="0">
                  <a:pos x="csX1097" y="csY1097"/>
                </a:cxn>
                <a:cxn ang="0">
                  <a:pos x="csX1098" y="csY1098"/>
                </a:cxn>
                <a:cxn ang="0">
                  <a:pos x="csX1099" y="csY1099"/>
                </a:cxn>
                <a:cxn ang="0">
                  <a:pos x="csX1100" y="csY1100"/>
                </a:cxn>
                <a:cxn ang="0">
                  <a:pos x="csX1101" y="csY1101"/>
                </a:cxn>
                <a:cxn ang="0">
                  <a:pos x="csX1102" y="csY1102"/>
                </a:cxn>
                <a:cxn ang="0">
                  <a:pos x="csX1103" y="csY1103"/>
                </a:cxn>
                <a:cxn ang="0">
                  <a:pos x="csX1104" y="csY1104"/>
                </a:cxn>
                <a:cxn ang="0">
                  <a:pos x="csX1105" y="csY1105"/>
                </a:cxn>
                <a:cxn ang="0">
                  <a:pos x="csX1106" y="csY1106"/>
                </a:cxn>
                <a:cxn ang="0">
                  <a:pos x="csX1107" y="csY1107"/>
                </a:cxn>
                <a:cxn ang="0">
                  <a:pos x="csX1108" y="csY1108"/>
                </a:cxn>
                <a:cxn ang="0">
                  <a:pos x="csX1109" y="csY1109"/>
                </a:cxn>
                <a:cxn ang="0">
                  <a:pos x="csX1110" y="csY1110"/>
                </a:cxn>
                <a:cxn ang="0">
                  <a:pos x="csX1111" y="csY1111"/>
                </a:cxn>
                <a:cxn ang="0">
                  <a:pos x="csX1112" y="csY1112"/>
                </a:cxn>
                <a:cxn ang="0">
                  <a:pos x="csX1113" y="csY1113"/>
                </a:cxn>
                <a:cxn ang="0">
                  <a:pos x="csX1114" y="csY1114"/>
                </a:cxn>
                <a:cxn ang="0">
                  <a:pos x="csX1115" y="csY1115"/>
                </a:cxn>
                <a:cxn ang="0">
                  <a:pos x="csX1116" y="csY1116"/>
                </a:cxn>
                <a:cxn ang="0">
                  <a:pos x="csX1117" y="csY1117"/>
                </a:cxn>
                <a:cxn ang="0">
                  <a:pos x="csX1118" y="csY1118"/>
                </a:cxn>
                <a:cxn ang="0">
                  <a:pos x="csX1119" y="csY1119"/>
                </a:cxn>
                <a:cxn ang="0">
                  <a:pos x="csX1120" y="csY1120"/>
                </a:cxn>
                <a:cxn ang="0">
                  <a:pos x="csX1121" y="csY1121"/>
                </a:cxn>
                <a:cxn ang="0">
                  <a:pos x="csX1122" y="csY1122"/>
                </a:cxn>
                <a:cxn ang="0">
                  <a:pos x="csX1123" y="csY1123"/>
                </a:cxn>
                <a:cxn ang="0">
                  <a:pos x="csX1124" y="csY1124"/>
                </a:cxn>
                <a:cxn ang="0">
                  <a:pos x="csX1125" y="csY1125"/>
                </a:cxn>
                <a:cxn ang="0">
                  <a:pos x="csX1126" y="csY1126"/>
                </a:cxn>
                <a:cxn ang="0">
                  <a:pos x="csX1127" y="csY1127"/>
                </a:cxn>
                <a:cxn ang="0">
                  <a:pos x="csX1128" y="csY1128"/>
                </a:cxn>
                <a:cxn ang="0">
                  <a:pos x="csX1129" y="csY1129"/>
                </a:cxn>
                <a:cxn ang="0">
                  <a:pos x="csX1130" y="csY1130"/>
                </a:cxn>
                <a:cxn ang="0">
                  <a:pos x="csX1131" y="csY1131"/>
                </a:cxn>
                <a:cxn ang="0">
                  <a:pos x="csX1132" y="csY1132"/>
                </a:cxn>
                <a:cxn ang="0">
                  <a:pos x="csX1133" y="csY1133"/>
                </a:cxn>
                <a:cxn ang="0">
                  <a:pos x="csX1134" y="csY1134"/>
                </a:cxn>
                <a:cxn ang="0">
                  <a:pos x="csX1135" y="csY1135"/>
                </a:cxn>
                <a:cxn ang="0">
                  <a:pos x="csX1136" y="csY1136"/>
                </a:cxn>
                <a:cxn ang="0">
                  <a:pos x="csX1137" y="csY1137"/>
                </a:cxn>
                <a:cxn ang="0">
                  <a:pos x="csX1138" y="csY1138"/>
                </a:cxn>
                <a:cxn ang="0">
                  <a:pos x="csX1139" y="csY1139"/>
                </a:cxn>
                <a:cxn ang="0">
                  <a:pos x="csX1140" y="csY1140"/>
                </a:cxn>
                <a:cxn ang="0">
                  <a:pos x="csX1141" y="csY1141"/>
                </a:cxn>
                <a:cxn ang="0">
                  <a:pos x="csX1142" y="csY1142"/>
                </a:cxn>
                <a:cxn ang="0">
                  <a:pos x="csX1143" y="csY1143"/>
                </a:cxn>
                <a:cxn ang="0">
                  <a:pos x="csX1144" y="csY1144"/>
                </a:cxn>
                <a:cxn ang="0">
                  <a:pos x="csX1145" y="csY1145"/>
                </a:cxn>
                <a:cxn ang="0">
                  <a:pos x="csX1146" y="csY1146"/>
                </a:cxn>
                <a:cxn ang="0">
                  <a:pos x="csX1147" y="csY1147"/>
                </a:cxn>
                <a:cxn ang="0">
                  <a:pos x="csX1148" y="csY1148"/>
                </a:cxn>
                <a:cxn ang="0">
                  <a:pos x="csX1149" y="csY1149"/>
                </a:cxn>
                <a:cxn ang="0">
                  <a:pos x="csX1150" y="csY1150"/>
                </a:cxn>
                <a:cxn ang="0">
                  <a:pos x="csX1151" y="csY1151"/>
                </a:cxn>
                <a:cxn ang="0">
                  <a:pos x="csX1152" y="csY1152"/>
                </a:cxn>
                <a:cxn ang="0">
                  <a:pos x="csX1153" y="csY1153"/>
                </a:cxn>
                <a:cxn ang="0">
                  <a:pos x="csX1154" y="csY1154"/>
                </a:cxn>
                <a:cxn ang="0">
                  <a:pos x="csX1155" y="csY1155"/>
                </a:cxn>
                <a:cxn ang="0">
                  <a:pos x="csX1156" y="csY1156"/>
                </a:cxn>
                <a:cxn ang="0">
                  <a:pos x="csX1157" y="csY1157"/>
                </a:cxn>
                <a:cxn ang="0">
                  <a:pos x="csX1158" y="csY1158"/>
                </a:cxn>
                <a:cxn ang="0">
                  <a:pos x="csX1159" y="csY1159"/>
                </a:cxn>
                <a:cxn ang="0">
                  <a:pos x="csX1160" y="csY1160"/>
                </a:cxn>
                <a:cxn ang="0">
                  <a:pos x="csX1161" y="csY1161"/>
                </a:cxn>
                <a:cxn ang="0">
                  <a:pos x="csX1162" y="csY1162"/>
                </a:cxn>
                <a:cxn ang="0">
                  <a:pos x="csX1163" y="csY1163"/>
                </a:cxn>
                <a:cxn ang="0">
                  <a:pos x="csX1164" y="csY1164"/>
                </a:cxn>
                <a:cxn ang="0">
                  <a:pos x="csX1165" y="csY1165"/>
                </a:cxn>
                <a:cxn ang="0">
                  <a:pos x="csX1166" y="csY1166"/>
                </a:cxn>
                <a:cxn ang="0">
                  <a:pos x="csX1167" y="csY1167"/>
                </a:cxn>
                <a:cxn ang="0">
                  <a:pos x="csX1168" y="csY1168"/>
                </a:cxn>
                <a:cxn ang="0">
                  <a:pos x="csX1169" y="csY1169"/>
                </a:cxn>
                <a:cxn ang="0">
                  <a:pos x="csX1170" y="csY1170"/>
                </a:cxn>
                <a:cxn ang="0">
                  <a:pos x="csX1171" y="csY1171"/>
                </a:cxn>
                <a:cxn ang="0">
                  <a:pos x="csX1172" y="csY1172"/>
                </a:cxn>
                <a:cxn ang="0">
                  <a:pos x="csX1173" y="csY1173"/>
                </a:cxn>
                <a:cxn ang="0">
                  <a:pos x="csX1174" y="csY1174"/>
                </a:cxn>
                <a:cxn ang="0">
                  <a:pos x="csX1175" y="csY1175"/>
                </a:cxn>
                <a:cxn ang="0">
                  <a:pos x="csX1176" y="csY1176"/>
                </a:cxn>
                <a:cxn ang="0">
                  <a:pos x="csX1177" y="csY1177"/>
                </a:cxn>
                <a:cxn ang="0">
                  <a:pos x="csX1178" y="csY1178"/>
                </a:cxn>
                <a:cxn ang="0">
                  <a:pos x="csX1179" y="csY1179"/>
                </a:cxn>
                <a:cxn ang="0">
                  <a:pos x="csX1180" y="csY1180"/>
                </a:cxn>
                <a:cxn ang="0">
                  <a:pos x="csX1181" y="csY1181"/>
                </a:cxn>
                <a:cxn ang="0">
                  <a:pos x="csX1182" y="csY1182"/>
                </a:cxn>
                <a:cxn ang="0">
                  <a:pos x="csX1183" y="csY1183"/>
                </a:cxn>
                <a:cxn ang="0">
                  <a:pos x="csX1184" y="csY1184"/>
                </a:cxn>
                <a:cxn ang="0">
                  <a:pos x="csX1185" y="csY1185"/>
                </a:cxn>
                <a:cxn ang="0">
                  <a:pos x="csX1186" y="csY1186"/>
                </a:cxn>
                <a:cxn ang="0">
                  <a:pos x="csX1187" y="csY1187"/>
                </a:cxn>
                <a:cxn ang="0">
                  <a:pos x="csX1188" y="csY1188"/>
                </a:cxn>
                <a:cxn ang="0">
                  <a:pos x="csX1189" y="csY1189"/>
                </a:cxn>
                <a:cxn ang="0">
                  <a:pos x="csX1190" y="csY1190"/>
                </a:cxn>
                <a:cxn ang="0">
                  <a:pos x="csX1191" y="csY1191"/>
                </a:cxn>
                <a:cxn ang="0">
                  <a:pos x="csX1192" y="csY1192"/>
                </a:cxn>
                <a:cxn ang="0">
                  <a:pos x="csX1193" y="csY1193"/>
                </a:cxn>
                <a:cxn ang="0">
                  <a:pos x="csX1194" y="csY1194"/>
                </a:cxn>
                <a:cxn ang="0">
                  <a:pos x="csX1195" y="csY1195"/>
                </a:cxn>
                <a:cxn ang="0">
                  <a:pos x="csX1196" y="csY1196"/>
                </a:cxn>
                <a:cxn ang="0">
                  <a:pos x="csX1197" y="csY1197"/>
                </a:cxn>
                <a:cxn ang="0">
                  <a:pos x="csX1198" y="csY1198"/>
                </a:cxn>
                <a:cxn ang="0">
                  <a:pos x="csX1199" y="csY1199"/>
                </a:cxn>
                <a:cxn ang="0">
                  <a:pos x="csX1200" y="csY1200"/>
                </a:cxn>
                <a:cxn ang="0">
                  <a:pos x="csX1201" y="csY1201"/>
                </a:cxn>
                <a:cxn ang="0">
                  <a:pos x="csX1202" y="csY1202"/>
                </a:cxn>
                <a:cxn ang="0">
                  <a:pos x="csX1203" y="csY1203"/>
                </a:cxn>
                <a:cxn ang="0">
                  <a:pos x="csX1204" y="csY1204"/>
                </a:cxn>
                <a:cxn ang="0">
                  <a:pos x="csX1205" y="csY1205"/>
                </a:cxn>
                <a:cxn ang="0">
                  <a:pos x="csX1206" y="csY1206"/>
                </a:cxn>
                <a:cxn ang="0">
                  <a:pos x="csX1207" y="csY1207"/>
                </a:cxn>
                <a:cxn ang="0">
                  <a:pos x="csX1208" y="csY1208"/>
                </a:cxn>
                <a:cxn ang="0">
                  <a:pos x="csX1209" y="csY1209"/>
                </a:cxn>
                <a:cxn ang="0">
                  <a:pos x="csX1210" y="csY1210"/>
                </a:cxn>
                <a:cxn ang="0">
                  <a:pos x="csX1211" y="csY1211"/>
                </a:cxn>
                <a:cxn ang="0">
                  <a:pos x="csX1212" y="csY1212"/>
                </a:cxn>
                <a:cxn ang="0">
                  <a:pos x="csX1213" y="csY1213"/>
                </a:cxn>
                <a:cxn ang="0">
                  <a:pos x="csX1214" y="csY1214"/>
                </a:cxn>
                <a:cxn ang="0">
                  <a:pos x="csX1215" y="csY1215"/>
                </a:cxn>
                <a:cxn ang="0">
                  <a:pos x="csX1216" y="csY1216"/>
                </a:cxn>
                <a:cxn ang="0">
                  <a:pos x="csX1217" y="csY1217"/>
                </a:cxn>
                <a:cxn ang="0">
                  <a:pos x="csX1218" y="csY1218"/>
                </a:cxn>
                <a:cxn ang="0">
                  <a:pos x="csX1219" y="csY1219"/>
                </a:cxn>
                <a:cxn ang="0">
                  <a:pos x="csX1220" y="csY1220"/>
                </a:cxn>
                <a:cxn ang="0">
                  <a:pos x="csX1221" y="csY1221"/>
                </a:cxn>
                <a:cxn ang="0">
                  <a:pos x="csX1222" y="csY1222"/>
                </a:cxn>
                <a:cxn ang="0">
                  <a:pos x="csX1223" y="csY1223"/>
                </a:cxn>
                <a:cxn ang="0">
                  <a:pos x="csX1224" y="csY1224"/>
                </a:cxn>
                <a:cxn ang="0">
                  <a:pos x="csX1225" y="csY1225"/>
                </a:cxn>
                <a:cxn ang="0">
                  <a:pos x="csX1226" y="csY1226"/>
                </a:cxn>
                <a:cxn ang="0">
                  <a:pos x="csX1227" y="csY1227"/>
                </a:cxn>
                <a:cxn ang="0">
                  <a:pos x="csX1228" y="csY1228"/>
                </a:cxn>
                <a:cxn ang="0">
                  <a:pos x="csX1229" y="csY1229"/>
                </a:cxn>
                <a:cxn ang="0">
                  <a:pos x="csX1230" y="csY1230"/>
                </a:cxn>
                <a:cxn ang="0">
                  <a:pos x="csX1231" y="csY1231"/>
                </a:cxn>
                <a:cxn ang="0">
                  <a:pos x="csX1232" y="csY1232"/>
                </a:cxn>
                <a:cxn ang="0">
                  <a:pos x="csX1233" y="csY1233"/>
                </a:cxn>
                <a:cxn ang="0">
                  <a:pos x="csX1234" y="csY1234"/>
                </a:cxn>
                <a:cxn ang="0">
                  <a:pos x="csX1235" y="csY1235"/>
                </a:cxn>
                <a:cxn ang="0">
                  <a:pos x="csX1236" y="csY1236"/>
                </a:cxn>
                <a:cxn ang="0">
                  <a:pos x="csX1237" y="csY1237"/>
                </a:cxn>
                <a:cxn ang="0">
                  <a:pos x="csX1238" y="csY1238"/>
                </a:cxn>
                <a:cxn ang="0">
                  <a:pos x="csX1239" y="csY1239"/>
                </a:cxn>
                <a:cxn ang="0">
                  <a:pos x="csX1240" y="csY1240"/>
                </a:cxn>
                <a:cxn ang="0">
                  <a:pos x="csX1241" y="csY1241"/>
                </a:cxn>
                <a:cxn ang="0">
                  <a:pos x="csX1242" y="csY1242"/>
                </a:cxn>
                <a:cxn ang="0">
                  <a:pos x="csX1243" y="csY1243"/>
                </a:cxn>
                <a:cxn ang="0">
                  <a:pos x="csX1244" y="csY1244"/>
                </a:cxn>
                <a:cxn ang="0">
                  <a:pos x="csX1245" y="csY1245"/>
                </a:cxn>
                <a:cxn ang="0">
                  <a:pos x="csX1246" y="csY1246"/>
                </a:cxn>
                <a:cxn ang="0">
                  <a:pos x="csX1247" y="csY1247"/>
                </a:cxn>
                <a:cxn ang="0">
                  <a:pos x="csX1248" y="csY1248"/>
                </a:cxn>
                <a:cxn ang="0">
                  <a:pos x="csX1249" y="csY1249"/>
                </a:cxn>
                <a:cxn ang="0">
                  <a:pos x="csX1250" y="csY1250"/>
                </a:cxn>
                <a:cxn ang="0">
                  <a:pos x="csX1251" y="csY1251"/>
                </a:cxn>
                <a:cxn ang="0">
                  <a:pos x="csX1252" y="csY1252"/>
                </a:cxn>
                <a:cxn ang="0">
                  <a:pos x="csX1253" y="csY1253"/>
                </a:cxn>
                <a:cxn ang="0">
                  <a:pos x="csX1254" y="csY1254"/>
                </a:cxn>
                <a:cxn ang="0">
                  <a:pos x="csX1255" y="csY1255"/>
                </a:cxn>
                <a:cxn ang="0">
                  <a:pos x="csX1256" y="csY1256"/>
                </a:cxn>
                <a:cxn ang="0">
                  <a:pos x="csX1257" y="csY1257"/>
                </a:cxn>
                <a:cxn ang="0">
                  <a:pos x="csX1258" y="csY1258"/>
                </a:cxn>
                <a:cxn ang="0">
                  <a:pos x="csX1259" y="csY1259"/>
                </a:cxn>
                <a:cxn ang="0">
                  <a:pos x="csX1260" y="csY1260"/>
                </a:cxn>
                <a:cxn ang="0">
                  <a:pos x="csX1261" y="csY1261"/>
                </a:cxn>
                <a:cxn ang="0">
                  <a:pos x="csX1262" y="csY1262"/>
                </a:cxn>
                <a:cxn ang="0">
                  <a:pos x="csX1263" y="csY1263"/>
                </a:cxn>
                <a:cxn ang="0">
                  <a:pos x="csX1264" y="csY1264"/>
                </a:cxn>
                <a:cxn ang="0">
                  <a:pos x="csX1265" y="csY1265"/>
                </a:cxn>
                <a:cxn ang="0">
                  <a:pos x="csX1266" y="csY1266"/>
                </a:cxn>
                <a:cxn ang="0">
                  <a:pos x="csX1267" y="csY1267"/>
                </a:cxn>
                <a:cxn ang="0">
                  <a:pos x="csX1268" y="csY1268"/>
                </a:cxn>
                <a:cxn ang="0">
                  <a:pos x="csX1269" y="csY1269"/>
                </a:cxn>
                <a:cxn ang="0">
                  <a:pos x="csX1270" y="csY1270"/>
                </a:cxn>
                <a:cxn ang="0">
                  <a:pos x="csX1271" y="csY1271"/>
                </a:cxn>
                <a:cxn ang="0">
                  <a:pos x="csX1272" y="csY1272"/>
                </a:cxn>
                <a:cxn ang="0">
                  <a:pos x="csX1273" y="csY1273"/>
                </a:cxn>
                <a:cxn ang="0">
                  <a:pos x="csX1274" y="csY1274"/>
                </a:cxn>
                <a:cxn ang="0">
                  <a:pos x="csX1275" y="csY1275"/>
                </a:cxn>
                <a:cxn ang="0">
                  <a:pos x="csX1276" y="csY1276"/>
                </a:cxn>
                <a:cxn ang="0">
                  <a:pos x="csX1277" y="csY1277"/>
                </a:cxn>
                <a:cxn ang="0">
                  <a:pos x="csX1278" y="csY1278"/>
                </a:cxn>
                <a:cxn ang="0">
                  <a:pos x="csX1279" y="csY1279"/>
                </a:cxn>
                <a:cxn ang="0">
                  <a:pos x="csX1280" y="csY1280"/>
                </a:cxn>
                <a:cxn ang="0">
                  <a:pos x="csX1281" y="csY1281"/>
                </a:cxn>
                <a:cxn ang="0">
                  <a:pos x="csX1282" y="csY1282"/>
                </a:cxn>
                <a:cxn ang="0">
                  <a:pos x="csX1283" y="csY1283"/>
                </a:cxn>
                <a:cxn ang="0">
                  <a:pos x="csX1284" y="csY1284"/>
                </a:cxn>
                <a:cxn ang="0">
                  <a:pos x="csX1285" y="csY1285"/>
                </a:cxn>
                <a:cxn ang="0">
                  <a:pos x="csX1286" y="csY1286"/>
                </a:cxn>
                <a:cxn ang="0">
                  <a:pos x="csX1287" y="csY1287"/>
                </a:cxn>
                <a:cxn ang="0">
                  <a:pos x="csX1288" y="csY1288"/>
                </a:cxn>
                <a:cxn ang="0">
                  <a:pos x="csX1289" y="csY1289"/>
                </a:cxn>
                <a:cxn ang="0">
                  <a:pos x="csX1290" y="csY1290"/>
                </a:cxn>
                <a:cxn ang="0">
                  <a:pos x="csX1291" y="csY1291"/>
                </a:cxn>
                <a:cxn ang="0">
                  <a:pos x="csX1292" y="csY1292"/>
                </a:cxn>
                <a:cxn ang="0">
                  <a:pos x="csX1293" y="csY1293"/>
                </a:cxn>
                <a:cxn ang="0">
                  <a:pos x="csX1294" y="csY1294"/>
                </a:cxn>
                <a:cxn ang="0">
                  <a:pos x="csX1295" y="csY1295"/>
                </a:cxn>
                <a:cxn ang="0">
                  <a:pos x="csX1296" y="csY1296"/>
                </a:cxn>
                <a:cxn ang="0">
                  <a:pos x="csX1297" y="csY1297"/>
                </a:cxn>
                <a:cxn ang="0">
                  <a:pos x="csX1298" y="csY1298"/>
                </a:cxn>
                <a:cxn ang="0">
                  <a:pos x="csX1299" y="csY1299"/>
                </a:cxn>
                <a:cxn ang="0">
                  <a:pos x="csX1300" y="csY1300"/>
                </a:cxn>
                <a:cxn ang="0">
                  <a:pos x="csX1301" y="csY1301"/>
                </a:cxn>
                <a:cxn ang="0">
                  <a:pos x="csX1302" y="csY1302"/>
                </a:cxn>
                <a:cxn ang="0">
                  <a:pos x="csX1303" y="csY1303"/>
                </a:cxn>
                <a:cxn ang="0">
                  <a:pos x="csX1304" y="csY1304"/>
                </a:cxn>
                <a:cxn ang="0">
                  <a:pos x="csX1305" y="csY1305"/>
                </a:cxn>
                <a:cxn ang="0">
                  <a:pos x="csX1306" y="csY1306"/>
                </a:cxn>
                <a:cxn ang="0">
                  <a:pos x="csX1307" y="csY1307"/>
                </a:cxn>
                <a:cxn ang="0">
                  <a:pos x="csX1308" y="csY1308"/>
                </a:cxn>
                <a:cxn ang="0">
                  <a:pos x="csX1309" y="csY1309"/>
                </a:cxn>
                <a:cxn ang="0">
                  <a:pos x="csX1310" y="csY1310"/>
                </a:cxn>
                <a:cxn ang="0">
                  <a:pos x="csX1311" y="csY1311"/>
                </a:cxn>
                <a:cxn ang="0">
                  <a:pos x="csX1312" y="csY1312"/>
                </a:cxn>
                <a:cxn ang="0">
                  <a:pos x="csX1313" y="csY1313"/>
                </a:cxn>
                <a:cxn ang="0">
                  <a:pos x="csX1314" y="csY1314"/>
                </a:cxn>
                <a:cxn ang="0">
                  <a:pos x="csX1315" y="csY1315"/>
                </a:cxn>
                <a:cxn ang="0">
                  <a:pos x="csX1316" y="csY1316"/>
                </a:cxn>
                <a:cxn ang="0">
                  <a:pos x="csX1317" y="csY1317"/>
                </a:cxn>
                <a:cxn ang="0">
                  <a:pos x="csX1318" y="csY1318"/>
                </a:cxn>
                <a:cxn ang="0">
                  <a:pos x="csX1319" y="csY1319"/>
                </a:cxn>
                <a:cxn ang="0">
                  <a:pos x="csX1320" y="csY1320"/>
                </a:cxn>
                <a:cxn ang="0">
                  <a:pos x="csX1321" y="csY1321"/>
                </a:cxn>
                <a:cxn ang="0">
                  <a:pos x="csX1322" y="csY1322"/>
                </a:cxn>
                <a:cxn ang="0">
                  <a:pos x="csX1323" y="csY1323"/>
                </a:cxn>
                <a:cxn ang="0">
                  <a:pos x="csX1324" y="csY1324"/>
                </a:cxn>
                <a:cxn ang="0">
                  <a:pos x="csX1325" y="csY1325"/>
                </a:cxn>
                <a:cxn ang="0">
                  <a:pos x="csX1326" y="csY1326"/>
                </a:cxn>
                <a:cxn ang="0">
                  <a:pos x="csX1327" y="csY1327"/>
                </a:cxn>
                <a:cxn ang="0">
                  <a:pos x="csX1328" y="csY1328"/>
                </a:cxn>
                <a:cxn ang="0">
                  <a:pos x="csX1329" y="csY1329"/>
                </a:cxn>
                <a:cxn ang="0">
                  <a:pos x="csX1330" y="csY1330"/>
                </a:cxn>
                <a:cxn ang="0">
                  <a:pos x="csX1331" y="csY1331"/>
                </a:cxn>
                <a:cxn ang="0">
                  <a:pos x="csX1332" y="csY1332"/>
                </a:cxn>
                <a:cxn ang="0">
                  <a:pos x="csX1333" y="csY1333"/>
                </a:cxn>
                <a:cxn ang="0">
                  <a:pos x="csX1334" y="csY1334"/>
                </a:cxn>
                <a:cxn ang="0">
                  <a:pos x="csX1335" y="csY1335"/>
                </a:cxn>
                <a:cxn ang="0">
                  <a:pos x="csX1336" y="csY1336"/>
                </a:cxn>
                <a:cxn ang="0">
                  <a:pos x="csX1337" y="csY1337"/>
                </a:cxn>
                <a:cxn ang="0">
                  <a:pos x="csX1338" y="csY1338"/>
                </a:cxn>
                <a:cxn ang="0">
                  <a:pos x="csX1339" y="csY1339"/>
                </a:cxn>
                <a:cxn ang="0">
                  <a:pos x="csX1340" y="csY1340"/>
                </a:cxn>
                <a:cxn ang="0">
                  <a:pos x="csX1341" y="csY1341"/>
                </a:cxn>
                <a:cxn ang="0">
                  <a:pos x="csX1342" y="csY1342"/>
                </a:cxn>
                <a:cxn ang="0">
                  <a:pos x="csX1343" y="csY1343"/>
                </a:cxn>
                <a:cxn ang="0">
                  <a:pos x="csX1344" y="csY1344"/>
                </a:cxn>
                <a:cxn ang="0">
                  <a:pos x="csX1345" y="csY1345"/>
                </a:cxn>
                <a:cxn ang="0">
                  <a:pos x="csX1346" y="csY1346"/>
                </a:cxn>
                <a:cxn ang="0">
                  <a:pos x="csX1347" y="csY1347"/>
                </a:cxn>
                <a:cxn ang="0">
                  <a:pos x="csX1348" y="csY1348"/>
                </a:cxn>
                <a:cxn ang="0">
                  <a:pos x="csX1349" y="csY1349"/>
                </a:cxn>
                <a:cxn ang="0">
                  <a:pos x="csX1350" y="csY1350"/>
                </a:cxn>
                <a:cxn ang="0">
                  <a:pos x="csX1351" y="csY1351"/>
                </a:cxn>
                <a:cxn ang="0">
                  <a:pos x="csX1352" y="csY1352"/>
                </a:cxn>
                <a:cxn ang="0">
                  <a:pos x="csX1353" y="csY1353"/>
                </a:cxn>
                <a:cxn ang="0">
                  <a:pos x="csX1354" y="csY1354"/>
                </a:cxn>
                <a:cxn ang="0">
                  <a:pos x="csX1355" y="csY1355"/>
                </a:cxn>
                <a:cxn ang="0">
                  <a:pos x="csX1356" y="csY1356"/>
                </a:cxn>
                <a:cxn ang="0">
                  <a:pos x="csX1357" y="csY1357"/>
                </a:cxn>
                <a:cxn ang="0">
                  <a:pos x="csX1358" y="csY1358"/>
                </a:cxn>
                <a:cxn ang="0">
                  <a:pos x="csX1359" y="csY1359"/>
                </a:cxn>
                <a:cxn ang="0">
                  <a:pos x="csX1360" y="csY1360"/>
                </a:cxn>
                <a:cxn ang="0">
                  <a:pos x="csX1361" y="csY1361"/>
                </a:cxn>
                <a:cxn ang="0">
                  <a:pos x="csX1362" y="csY1362"/>
                </a:cxn>
                <a:cxn ang="0">
                  <a:pos x="csX1363" y="csY1363"/>
                </a:cxn>
                <a:cxn ang="0">
                  <a:pos x="csX1364" y="csY1364"/>
                </a:cxn>
                <a:cxn ang="0">
                  <a:pos x="csX1365" y="csY1365"/>
                </a:cxn>
                <a:cxn ang="0">
                  <a:pos x="csX1366" y="csY1366"/>
                </a:cxn>
                <a:cxn ang="0">
                  <a:pos x="csX1367" y="csY1367"/>
                </a:cxn>
                <a:cxn ang="0">
                  <a:pos x="csX1368" y="csY1368"/>
                </a:cxn>
                <a:cxn ang="0">
                  <a:pos x="csX1369" y="csY1369"/>
                </a:cxn>
                <a:cxn ang="0">
                  <a:pos x="csX1370" y="csY1370"/>
                </a:cxn>
                <a:cxn ang="0">
                  <a:pos x="csX1371" y="csY1371"/>
                </a:cxn>
                <a:cxn ang="0">
                  <a:pos x="csX1372" y="csY1372"/>
                </a:cxn>
                <a:cxn ang="0">
                  <a:pos x="csX1373" y="csY1373"/>
                </a:cxn>
                <a:cxn ang="0">
                  <a:pos x="csX1374" y="csY1374"/>
                </a:cxn>
                <a:cxn ang="0">
                  <a:pos x="csX1375" y="csY1375"/>
                </a:cxn>
                <a:cxn ang="0">
                  <a:pos x="csX1376" y="csY1376"/>
                </a:cxn>
                <a:cxn ang="0">
                  <a:pos x="csX1377" y="csY1377"/>
                </a:cxn>
                <a:cxn ang="0">
                  <a:pos x="csX1378" y="csY1378"/>
                </a:cxn>
                <a:cxn ang="0">
                  <a:pos x="csX1379" y="csY1379"/>
                </a:cxn>
                <a:cxn ang="0">
                  <a:pos x="csX1380" y="csY1380"/>
                </a:cxn>
                <a:cxn ang="0">
                  <a:pos x="csX1381" y="csY1381"/>
                </a:cxn>
                <a:cxn ang="0">
                  <a:pos x="csX1382" y="csY1382"/>
                </a:cxn>
                <a:cxn ang="0">
                  <a:pos x="csX1383" y="csY1383"/>
                </a:cxn>
                <a:cxn ang="0">
                  <a:pos x="csX1384" y="csY1384"/>
                </a:cxn>
                <a:cxn ang="0">
                  <a:pos x="csX1385" y="csY1385"/>
                </a:cxn>
                <a:cxn ang="0">
                  <a:pos x="csX1386" y="csY1386"/>
                </a:cxn>
                <a:cxn ang="0">
                  <a:pos x="csX1387" y="csY1387"/>
                </a:cxn>
                <a:cxn ang="0">
                  <a:pos x="csX1388" y="csY1388"/>
                </a:cxn>
                <a:cxn ang="0">
                  <a:pos x="csX1389" y="csY1389"/>
                </a:cxn>
                <a:cxn ang="0">
                  <a:pos x="csX1390" y="csY1390"/>
                </a:cxn>
                <a:cxn ang="0">
                  <a:pos x="csX1391" y="csY1391"/>
                </a:cxn>
                <a:cxn ang="0">
                  <a:pos x="csX1392" y="csY1392"/>
                </a:cxn>
                <a:cxn ang="0">
                  <a:pos x="csX1393" y="csY1393"/>
                </a:cxn>
                <a:cxn ang="0">
                  <a:pos x="csX1394" y="csY1394"/>
                </a:cxn>
                <a:cxn ang="0">
                  <a:pos x="csX1395" y="csY1395"/>
                </a:cxn>
                <a:cxn ang="0">
                  <a:pos x="csX1396" y="csY1396"/>
                </a:cxn>
                <a:cxn ang="0">
                  <a:pos x="csX1397" y="csY1397"/>
                </a:cxn>
                <a:cxn ang="0">
                  <a:pos x="csX1398" y="csY1398"/>
                </a:cxn>
                <a:cxn ang="0">
                  <a:pos x="csX1399" y="csY1399"/>
                </a:cxn>
                <a:cxn ang="0">
                  <a:pos x="csX1400" y="csY1400"/>
                </a:cxn>
                <a:cxn ang="0">
                  <a:pos x="csX1401" y="csY1401"/>
                </a:cxn>
                <a:cxn ang="0">
                  <a:pos x="csX1402" y="csY1402"/>
                </a:cxn>
                <a:cxn ang="0">
                  <a:pos x="csX1403" y="csY1403"/>
                </a:cxn>
                <a:cxn ang="0">
                  <a:pos x="csX1404" y="csY1404"/>
                </a:cxn>
                <a:cxn ang="0">
                  <a:pos x="csX1405" y="csY1405"/>
                </a:cxn>
                <a:cxn ang="0">
                  <a:pos x="csX1406" y="csY1406"/>
                </a:cxn>
                <a:cxn ang="0">
                  <a:pos x="csX1407" y="csY1407"/>
                </a:cxn>
                <a:cxn ang="0">
                  <a:pos x="csX1408" y="csY1408"/>
                </a:cxn>
                <a:cxn ang="0">
                  <a:pos x="csX1409" y="csY1409"/>
                </a:cxn>
                <a:cxn ang="0">
                  <a:pos x="csX1410" y="csY1410"/>
                </a:cxn>
                <a:cxn ang="0">
                  <a:pos x="csX1411" y="csY1411"/>
                </a:cxn>
                <a:cxn ang="0">
                  <a:pos x="csX1412" y="csY1412"/>
                </a:cxn>
                <a:cxn ang="0">
                  <a:pos x="csX1413" y="csY1413"/>
                </a:cxn>
                <a:cxn ang="0">
                  <a:pos x="csX1414" y="csY1414"/>
                </a:cxn>
                <a:cxn ang="0">
                  <a:pos x="csX1415" y="csY1415"/>
                </a:cxn>
                <a:cxn ang="0">
                  <a:pos x="csX1416" y="csY1416"/>
                </a:cxn>
                <a:cxn ang="0">
                  <a:pos x="csX1417" y="csY1417"/>
                </a:cxn>
                <a:cxn ang="0">
                  <a:pos x="csX1418" y="csY1418"/>
                </a:cxn>
                <a:cxn ang="0">
                  <a:pos x="csX1419" y="csY1419"/>
                </a:cxn>
                <a:cxn ang="0">
                  <a:pos x="csX1420" y="csY1420"/>
                </a:cxn>
                <a:cxn ang="0">
                  <a:pos x="csX1421" y="csY1421"/>
                </a:cxn>
                <a:cxn ang="0">
                  <a:pos x="csX1422" y="csY1422"/>
                </a:cxn>
                <a:cxn ang="0">
                  <a:pos x="csX1423" y="csY1423"/>
                </a:cxn>
                <a:cxn ang="0">
                  <a:pos x="csX1424" y="csY1424"/>
                </a:cxn>
                <a:cxn ang="0">
                  <a:pos x="csX1425" y="csY1425"/>
                </a:cxn>
                <a:cxn ang="0">
                  <a:pos x="csX1426" y="csY1426"/>
                </a:cxn>
                <a:cxn ang="0">
                  <a:pos x="csX1427" y="csY1427"/>
                </a:cxn>
                <a:cxn ang="0">
                  <a:pos x="csX1428" y="csY1428"/>
                </a:cxn>
                <a:cxn ang="0">
                  <a:pos x="csX1429" y="csY1429"/>
                </a:cxn>
                <a:cxn ang="0">
                  <a:pos x="csX1430" y="csY1430"/>
                </a:cxn>
                <a:cxn ang="0">
                  <a:pos x="csX1431" y="csY1431"/>
                </a:cxn>
                <a:cxn ang="0">
                  <a:pos x="csX1432" y="csY1432"/>
                </a:cxn>
                <a:cxn ang="0">
                  <a:pos x="csX1433" y="csY1433"/>
                </a:cxn>
                <a:cxn ang="0">
                  <a:pos x="csX1434" y="csY1434"/>
                </a:cxn>
                <a:cxn ang="0">
                  <a:pos x="csX1435" y="csY1435"/>
                </a:cxn>
                <a:cxn ang="0">
                  <a:pos x="csX1436" y="csY1436"/>
                </a:cxn>
                <a:cxn ang="0">
                  <a:pos x="csX1437" y="csY1437"/>
                </a:cxn>
                <a:cxn ang="0">
                  <a:pos x="csX1438" y="csY1438"/>
                </a:cxn>
                <a:cxn ang="0">
                  <a:pos x="csX1439" y="csY1439"/>
                </a:cxn>
                <a:cxn ang="0">
                  <a:pos x="csX1440" y="csY1440"/>
                </a:cxn>
                <a:cxn ang="0">
                  <a:pos x="csX1441" y="csY1441"/>
                </a:cxn>
                <a:cxn ang="0">
                  <a:pos x="csX1442" y="csY1442"/>
                </a:cxn>
                <a:cxn ang="0">
                  <a:pos x="csX1443" y="csY1443"/>
                </a:cxn>
                <a:cxn ang="0">
                  <a:pos x="csX1444" y="csY1444"/>
                </a:cxn>
                <a:cxn ang="0">
                  <a:pos x="csX1445" y="csY1445"/>
                </a:cxn>
                <a:cxn ang="0">
                  <a:pos x="csX1446" y="csY1446"/>
                </a:cxn>
                <a:cxn ang="0">
                  <a:pos x="csX1447" y="csY1447"/>
                </a:cxn>
                <a:cxn ang="0">
                  <a:pos x="csX1448" y="csY1448"/>
                </a:cxn>
                <a:cxn ang="0">
                  <a:pos x="csX1449" y="csY1449"/>
                </a:cxn>
                <a:cxn ang="0">
                  <a:pos x="csX1450" y="csY1450"/>
                </a:cxn>
                <a:cxn ang="0">
                  <a:pos x="csX1451" y="csY1451"/>
                </a:cxn>
                <a:cxn ang="0">
                  <a:pos x="csX1452" y="csY1452"/>
                </a:cxn>
                <a:cxn ang="0">
                  <a:pos x="csX1453" y="csY1453"/>
                </a:cxn>
                <a:cxn ang="0">
                  <a:pos x="csX1454" y="csY1454"/>
                </a:cxn>
                <a:cxn ang="0">
                  <a:pos x="csX1455" y="csY1455"/>
                </a:cxn>
                <a:cxn ang="0">
                  <a:pos x="csX1456" y="csY1456"/>
                </a:cxn>
                <a:cxn ang="0">
                  <a:pos x="csX1457" y="csY1457"/>
                </a:cxn>
                <a:cxn ang="0">
                  <a:pos x="csX1458" y="csY1458"/>
                </a:cxn>
                <a:cxn ang="0">
                  <a:pos x="csX1459" y="csY1459"/>
                </a:cxn>
                <a:cxn ang="0">
                  <a:pos x="csX1460" y="csY1460"/>
                </a:cxn>
                <a:cxn ang="0">
                  <a:pos x="csX1461" y="csY1461"/>
                </a:cxn>
                <a:cxn ang="0">
                  <a:pos x="csX1462" y="csY1462"/>
                </a:cxn>
                <a:cxn ang="0">
                  <a:pos x="csX1463" y="csY1463"/>
                </a:cxn>
                <a:cxn ang="0">
                  <a:pos x="csX1464" y="csY1464"/>
                </a:cxn>
                <a:cxn ang="0">
                  <a:pos x="csX1465" y="csY1465"/>
                </a:cxn>
                <a:cxn ang="0">
                  <a:pos x="csX1466" y="csY1466"/>
                </a:cxn>
                <a:cxn ang="0">
                  <a:pos x="csX1467" y="csY1467"/>
                </a:cxn>
                <a:cxn ang="0">
                  <a:pos x="csX1468" y="csY1468"/>
                </a:cxn>
                <a:cxn ang="0">
                  <a:pos x="csX1469" y="csY1469"/>
                </a:cxn>
                <a:cxn ang="0">
                  <a:pos x="csX1470" y="csY1470"/>
                </a:cxn>
                <a:cxn ang="0">
                  <a:pos x="csX1471" y="csY1471"/>
                </a:cxn>
                <a:cxn ang="0">
                  <a:pos x="csX1472" y="csY1472"/>
                </a:cxn>
                <a:cxn ang="0">
                  <a:pos x="csX1473" y="csY1473"/>
                </a:cxn>
                <a:cxn ang="0">
                  <a:pos x="csX1474" y="csY1474"/>
                </a:cxn>
                <a:cxn ang="0">
                  <a:pos x="csX1475" y="csY1475"/>
                </a:cxn>
                <a:cxn ang="0">
                  <a:pos x="csX1476" y="csY1476"/>
                </a:cxn>
                <a:cxn ang="0">
                  <a:pos x="csX1477" y="csY1477"/>
                </a:cxn>
                <a:cxn ang="0">
                  <a:pos x="csX1478" y="csY1478"/>
                </a:cxn>
                <a:cxn ang="0">
                  <a:pos x="csX1479" y="csY1479"/>
                </a:cxn>
                <a:cxn ang="0">
                  <a:pos x="csX1480" y="csY1480"/>
                </a:cxn>
                <a:cxn ang="0">
                  <a:pos x="csX1481" y="csY1481"/>
                </a:cxn>
                <a:cxn ang="0">
                  <a:pos x="csX1482" y="csY1482"/>
                </a:cxn>
                <a:cxn ang="0">
                  <a:pos x="csX1483" y="csY1483"/>
                </a:cxn>
                <a:cxn ang="0">
                  <a:pos x="csX1484" y="csY1484"/>
                </a:cxn>
                <a:cxn ang="0">
                  <a:pos x="csX1485" y="csY1485"/>
                </a:cxn>
                <a:cxn ang="0">
                  <a:pos x="csX1486" y="csY1486"/>
                </a:cxn>
                <a:cxn ang="0">
                  <a:pos x="csX1487" y="csY1487"/>
                </a:cxn>
                <a:cxn ang="0">
                  <a:pos x="csX1488" y="csY1488"/>
                </a:cxn>
                <a:cxn ang="0">
                  <a:pos x="csX1489" y="csY1489"/>
                </a:cxn>
                <a:cxn ang="0">
                  <a:pos x="csX1490" y="csY1490"/>
                </a:cxn>
                <a:cxn ang="0">
                  <a:pos x="csX1491" y="csY1491"/>
                </a:cxn>
                <a:cxn ang="0">
                  <a:pos x="csX1492" y="csY1492"/>
                </a:cxn>
                <a:cxn ang="0">
                  <a:pos x="csX1493" y="csY1493"/>
                </a:cxn>
                <a:cxn ang="0">
                  <a:pos x="csX1494" y="csY1494"/>
                </a:cxn>
                <a:cxn ang="0">
                  <a:pos x="csX1495" y="csY1495"/>
                </a:cxn>
                <a:cxn ang="0">
                  <a:pos x="csX1496" y="csY1496"/>
                </a:cxn>
                <a:cxn ang="0">
                  <a:pos x="csX1497" y="csY1497"/>
                </a:cxn>
                <a:cxn ang="0">
                  <a:pos x="csX1498" y="csY1498"/>
                </a:cxn>
                <a:cxn ang="0">
                  <a:pos x="csX1499" y="csY1499"/>
                </a:cxn>
                <a:cxn ang="0">
                  <a:pos x="csX1500" y="csY1500"/>
                </a:cxn>
                <a:cxn ang="0">
                  <a:pos x="csX1501" y="csY1501"/>
                </a:cxn>
                <a:cxn ang="0">
                  <a:pos x="csX1502" y="csY1502"/>
                </a:cxn>
                <a:cxn ang="0">
                  <a:pos x="csX1503" y="csY1503"/>
                </a:cxn>
                <a:cxn ang="0">
                  <a:pos x="csX1504" y="csY1504"/>
                </a:cxn>
                <a:cxn ang="0">
                  <a:pos x="csX1505" y="csY1505"/>
                </a:cxn>
                <a:cxn ang="0">
                  <a:pos x="csX1506" y="csY1506"/>
                </a:cxn>
                <a:cxn ang="0">
                  <a:pos x="csX1507" y="csY1507"/>
                </a:cxn>
                <a:cxn ang="0">
                  <a:pos x="csX1508" y="csY1508"/>
                </a:cxn>
                <a:cxn ang="0">
                  <a:pos x="csX1509" y="csY1509"/>
                </a:cxn>
                <a:cxn ang="0">
                  <a:pos x="csX1510" y="csY1510"/>
                </a:cxn>
                <a:cxn ang="0">
                  <a:pos x="csX1511" y="csY1511"/>
                </a:cxn>
                <a:cxn ang="0">
                  <a:pos x="csX1512" y="csY1512"/>
                </a:cxn>
                <a:cxn ang="0">
                  <a:pos x="csX1513" y="csY1513"/>
                </a:cxn>
                <a:cxn ang="0">
                  <a:pos x="csX1514" y="csY1514"/>
                </a:cxn>
                <a:cxn ang="0">
                  <a:pos x="csX1515" y="csY1515"/>
                </a:cxn>
                <a:cxn ang="0">
                  <a:pos x="csX1516" y="csY1516"/>
                </a:cxn>
                <a:cxn ang="0">
                  <a:pos x="csX1517" y="csY1517"/>
                </a:cxn>
                <a:cxn ang="0">
                  <a:pos x="csX1518" y="csY1518"/>
                </a:cxn>
                <a:cxn ang="0">
                  <a:pos x="csX1519" y="csY1519"/>
                </a:cxn>
                <a:cxn ang="0">
                  <a:pos x="csX1520" y="csY1520"/>
                </a:cxn>
              </a:cxnLst>
              <a:rect l="l" t="t" r="r" b="b"/>
              <a:pathLst>
                <a:path w="3861828" h="4807419">
                  <a:moveTo>
                    <a:pt x="387358" y="79397"/>
                  </a:moveTo>
                  <a:lnTo>
                    <a:pt x="393239" y="90998"/>
                  </a:lnTo>
                  <a:cubicBezTo>
                    <a:pt x="395846" y="96004"/>
                    <a:pt x="397209" y="101564"/>
                    <a:pt x="397212" y="107208"/>
                  </a:cubicBezTo>
                  <a:lnTo>
                    <a:pt x="397212" y="421081"/>
                  </a:lnTo>
                  <a:lnTo>
                    <a:pt x="675328" y="421081"/>
                  </a:lnTo>
                  <a:lnTo>
                    <a:pt x="675328" y="107208"/>
                  </a:lnTo>
                  <a:cubicBezTo>
                    <a:pt x="675331" y="101564"/>
                    <a:pt x="676694" y="96004"/>
                    <a:pt x="679301" y="90998"/>
                  </a:cubicBezTo>
                  <a:lnTo>
                    <a:pt x="685183" y="79397"/>
                  </a:lnTo>
                  <a:close/>
                  <a:moveTo>
                    <a:pt x="659435" y="107208"/>
                  </a:moveTo>
                  <a:lnTo>
                    <a:pt x="659435" y="405189"/>
                  </a:lnTo>
                  <a:lnTo>
                    <a:pt x="413105" y="405189"/>
                  </a:lnTo>
                  <a:lnTo>
                    <a:pt x="413105" y="107208"/>
                  </a:lnTo>
                  <a:cubicBezTo>
                    <a:pt x="413109" y="103192"/>
                    <a:pt x="412628" y="99190"/>
                    <a:pt x="411673" y="95289"/>
                  </a:cubicBezTo>
                  <a:lnTo>
                    <a:pt x="660867" y="95289"/>
                  </a:lnTo>
                  <a:cubicBezTo>
                    <a:pt x="659912" y="99190"/>
                    <a:pt x="659431" y="103192"/>
                    <a:pt x="659436" y="107208"/>
                  </a:cubicBezTo>
                  <a:close/>
                  <a:moveTo>
                    <a:pt x="736988" y="79397"/>
                  </a:moveTo>
                  <a:lnTo>
                    <a:pt x="742870" y="90998"/>
                  </a:lnTo>
                  <a:cubicBezTo>
                    <a:pt x="745477" y="96004"/>
                    <a:pt x="746839" y="101564"/>
                    <a:pt x="746843" y="107208"/>
                  </a:cubicBezTo>
                  <a:lnTo>
                    <a:pt x="746843" y="421081"/>
                  </a:lnTo>
                  <a:lnTo>
                    <a:pt x="1024958" y="421081"/>
                  </a:lnTo>
                  <a:lnTo>
                    <a:pt x="1024958" y="107208"/>
                  </a:lnTo>
                  <a:cubicBezTo>
                    <a:pt x="1024962" y="101564"/>
                    <a:pt x="1026325" y="96004"/>
                    <a:pt x="1028931" y="90998"/>
                  </a:cubicBezTo>
                  <a:lnTo>
                    <a:pt x="1034814" y="79397"/>
                  </a:lnTo>
                  <a:close/>
                  <a:moveTo>
                    <a:pt x="1009066" y="107208"/>
                  </a:moveTo>
                  <a:lnTo>
                    <a:pt x="1009066" y="405189"/>
                  </a:lnTo>
                  <a:lnTo>
                    <a:pt x="762735" y="405189"/>
                  </a:lnTo>
                  <a:lnTo>
                    <a:pt x="762735" y="107208"/>
                  </a:lnTo>
                  <a:cubicBezTo>
                    <a:pt x="762740" y="103192"/>
                    <a:pt x="762259" y="99190"/>
                    <a:pt x="761304" y="95289"/>
                  </a:cubicBezTo>
                  <a:lnTo>
                    <a:pt x="1010498" y="95289"/>
                  </a:lnTo>
                  <a:cubicBezTo>
                    <a:pt x="1009542" y="99190"/>
                    <a:pt x="1009062" y="103192"/>
                    <a:pt x="1009066" y="107208"/>
                  </a:cubicBezTo>
                  <a:close/>
                  <a:moveTo>
                    <a:pt x="1086619" y="79397"/>
                  </a:moveTo>
                  <a:lnTo>
                    <a:pt x="1092500" y="90998"/>
                  </a:lnTo>
                  <a:cubicBezTo>
                    <a:pt x="1095107" y="96004"/>
                    <a:pt x="1096470" y="101564"/>
                    <a:pt x="1096474" y="107208"/>
                  </a:cubicBezTo>
                  <a:lnTo>
                    <a:pt x="1096474" y="421081"/>
                  </a:lnTo>
                  <a:lnTo>
                    <a:pt x="1374589" y="421081"/>
                  </a:lnTo>
                  <a:lnTo>
                    <a:pt x="1374589" y="107208"/>
                  </a:lnTo>
                  <a:cubicBezTo>
                    <a:pt x="1374593" y="101564"/>
                    <a:pt x="1375955" y="96004"/>
                    <a:pt x="1378562" y="90998"/>
                  </a:cubicBezTo>
                  <a:lnTo>
                    <a:pt x="1384444" y="79397"/>
                  </a:lnTo>
                  <a:close/>
                  <a:moveTo>
                    <a:pt x="1358696" y="107208"/>
                  </a:moveTo>
                  <a:lnTo>
                    <a:pt x="1358696" y="405189"/>
                  </a:lnTo>
                  <a:lnTo>
                    <a:pt x="1112366" y="405189"/>
                  </a:lnTo>
                  <a:lnTo>
                    <a:pt x="1112366" y="107208"/>
                  </a:lnTo>
                  <a:cubicBezTo>
                    <a:pt x="1112370" y="103192"/>
                    <a:pt x="1111890" y="99190"/>
                    <a:pt x="1110934" y="95289"/>
                  </a:cubicBezTo>
                  <a:lnTo>
                    <a:pt x="1360128" y="95289"/>
                  </a:lnTo>
                  <a:cubicBezTo>
                    <a:pt x="1359173" y="99190"/>
                    <a:pt x="1358692" y="103192"/>
                    <a:pt x="1358697" y="107208"/>
                  </a:cubicBezTo>
                  <a:close/>
                  <a:moveTo>
                    <a:pt x="1436249" y="79397"/>
                  </a:moveTo>
                  <a:lnTo>
                    <a:pt x="1442131" y="90998"/>
                  </a:lnTo>
                  <a:cubicBezTo>
                    <a:pt x="1444738" y="96004"/>
                    <a:pt x="1446101" y="101564"/>
                    <a:pt x="1446104" y="107208"/>
                  </a:cubicBezTo>
                  <a:lnTo>
                    <a:pt x="1446104" y="421081"/>
                  </a:lnTo>
                  <a:lnTo>
                    <a:pt x="1724220" y="421081"/>
                  </a:lnTo>
                  <a:lnTo>
                    <a:pt x="1724220" y="107208"/>
                  </a:lnTo>
                  <a:cubicBezTo>
                    <a:pt x="1724223" y="101564"/>
                    <a:pt x="1725586" y="96004"/>
                    <a:pt x="1728193" y="90998"/>
                  </a:cubicBezTo>
                  <a:lnTo>
                    <a:pt x="1734075" y="79397"/>
                  </a:lnTo>
                  <a:close/>
                  <a:moveTo>
                    <a:pt x="1708327" y="107208"/>
                  </a:moveTo>
                  <a:lnTo>
                    <a:pt x="1708327" y="405189"/>
                  </a:lnTo>
                  <a:lnTo>
                    <a:pt x="1461997" y="405189"/>
                  </a:lnTo>
                  <a:lnTo>
                    <a:pt x="1461997" y="107208"/>
                  </a:lnTo>
                  <a:cubicBezTo>
                    <a:pt x="1462001" y="103192"/>
                    <a:pt x="1461520" y="99190"/>
                    <a:pt x="1460565" y="95289"/>
                  </a:cubicBezTo>
                  <a:lnTo>
                    <a:pt x="1709759" y="95289"/>
                  </a:lnTo>
                  <a:cubicBezTo>
                    <a:pt x="1708804" y="99190"/>
                    <a:pt x="1708323" y="103192"/>
                    <a:pt x="1708327" y="107208"/>
                  </a:cubicBezTo>
                  <a:close/>
                  <a:moveTo>
                    <a:pt x="1785880" y="79397"/>
                  </a:moveTo>
                  <a:lnTo>
                    <a:pt x="1791762" y="90998"/>
                  </a:lnTo>
                  <a:cubicBezTo>
                    <a:pt x="1794369" y="96004"/>
                    <a:pt x="1795731" y="101564"/>
                    <a:pt x="1795735" y="107208"/>
                  </a:cubicBezTo>
                  <a:lnTo>
                    <a:pt x="1795735" y="421081"/>
                  </a:lnTo>
                  <a:lnTo>
                    <a:pt x="2073850" y="421081"/>
                  </a:lnTo>
                  <a:lnTo>
                    <a:pt x="2073850" y="107208"/>
                  </a:lnTo>
                  <a:cubicBezTo>
                    <a:pt x="2073854" y="101564"/>
                    <a:pt x="2075216" y="96004"/>
                    <a:pt x="2077823" y="90998"/>
                  </a:cubicBezTo>
                  <a:lnTo>
                    <a:pt x="2083705" y="79397"/>
                  </a:lnTo>
                  <a:close/>
                  <a:moveTo>
                    <a:pt x="2057958" y="107208"/>
                  </a:moveTo>
                  <a:lnTo>
                    <a:pt x="2057958" y="405189"/>
                  </a:lnTo>
                  <a:lnTo>
                    <a:pt x="1811627" y="405189"/>
                  </a:lnTo>
                  <a:lnTo>
                    <a:pt x="1811627" y="107208"/>
                  </a:lnTo>
                  <a:cubicBezTo>
                    <a:pt x="1811632" y="103192"/>
                    <a:pt x="1811151" y="99190"/>
                    <a:pt x="1810195" y="95289"/>
                  </a:cubicBezTo>
                  <a:lnTo>
                    <a:pt x="2059389" y="95289"/>
                  </a:lnTo>
                  <a:cubicBezTo>
                    <a:pt x="2058434" y="99190"/>
                    <a:pt x="2057953" y="103192"/>
                    <a:pt x="2057958" y="107208"/>
                  </a:cubicBezTo>
                  <a:close/>
                  <a:moveTo>
                    <a:pt x="2135510" y="79397"/>
                  </a:moveTo>
                  <a:lnTo>
                    <a:pt x="2141392" y="90998"/>
                  </a:lnTo>
                  <a:cubicBezTo>
                    <a:pt x="2143999" y="96004"/>
                    <a:pt x="2145362" y="101564"/>
                    <a:pt x="2145365" y="107208"/>
                  </a:cubicBezTo>
                  <a:lnTo>
                    <a:pt x="2145365" y="421081"/>
                  </a:lnTo>
                  <a:lnTo>
                    <a:pt x="2423481" y="421081"/>
                  </a:lnTo>
                  <a:lnTo>
                    <a:pt x="2423481" y="107208"/>
                  </a:lnTo>
                  <a:cubicBezTo>
                    <a:pt x="2423485" y="101564"/>
                    <a:pt x="2424847" y="96004"/>
                    <a:pt x="2427454" y="90998"/>
                  </a:cubicBezTo>
                  <a:lnTo>
                    <a:pt x="2433336" y="79397"/>
                  </a:lnTo>
                  <a:close/>
                  <a:moveTo>
                    <a:pt x="2407588" y="107208"/>
                  </a:moveTo>
                  <a:lnTo>
                    <a:pt x="2407588" y="405189"/>
                  </a:lnTo>
                  <a:lnTo>
                    <a:pt x="2161258" y="405189"/>
                  </a:lnTo>
                  <a:lnTo>
                    <a:pt x="2161258" y="107208"/>
                  </a:lnTo>
                  <a:cubicBezTo>
                    <a:pt x="2161262" y="103192"/>
                    <a:pt x="2160781" y="99190"/>
                    <a:pt x="2159826" y="95289"/>
                  </a:cubicBezTo>
                  <a:lnTo>
                    <a:pt x="2409020" y="95289"/>
                  </a:lnTo>
                  <a:cubicBezTo>
                    <a:pt x="2408065" y="99190"/>
                    <a:pt x="2407584" y="103192"/>
                    <a:pt x="2407588" y="107208"/>
                  </a:cubicBezTo>
                  <a:close/>
                  <a:moveTo>
                    <a:pt x="2485141" y="79397"/>
                  </a:moveTo>
                  <a:lnTo>
                    <a:pt x="2491023" y="90998"/>
                  </a:lnTo>
                  <a:cubicBezTo>
                    <a:pt x="2493630" y="96004"/>
                    <a:pt x="2494993" y="101564"/>
                    <a:pt x="2494996" y="107208"/>
                  </a:cubicBezTo>
                  <a:lnTo>
                    <a:pt x="2494996" y="421081"/>
                  </a:lnTo>
                  <a:lnTo>
                    <a:pt x="2773111" y="421081"/>
                  </a:lnTo>
                  <a:lnTo>
                    <a:pt x="2773111" y="107208"/>
                  </a:lnTo>
                  <a:cubicBezTo>
                    <a:pt x="2773115" y="101564"/>
                    <a:pt x="2774477" y="96004"/>
                    <a:pt x="2777084" y="90998"/>
                  </a:cubicBezTo>
                  <a:lnTo>
                    <a:pt x="2782966" y="79397"/>
                  </a:lnTo>
                  <a:close/>
                  <a:moveTo>
                    <a:pt x="2757219" y="107208"/>
                  </a:moveTo>
                  <a:lnTo>
                    <a:pt x="2757219" y="405189"/>
                  </a:lnTo>
                  <a:lnTo>
                    <a:pt x="2510888" y="405189"/>
                  </a:lnTo>
                  <a:lnTo>
                    <a:pt x="2510888" y="107208"/>
                  </a:lnTo>
                  <a:cubicBezTo>
                    <a:pt x="2510893" y="103192"/>
                    <a:pt x="2510412" y="99190"/>
                    <a:pt x="2509457" y="95289"/>
                  </a:cubicBezTo>
                  <a:lnTo>
                    <a:pt x="2758651" y="95289"/>
                  </a:lnTo>
                  <a:cubicBezTo>
                    <a:pt x="2757695" y="99190"/>
                    <a:pt x="2757215" y="103192"/>
                    <a:pt x="2757219" y="107208"/>
                  </a:cubicBezTo>
                  <a:close/>
                  <a:moveTo>
                    <a:pt x="2834771" y="79397"/>
                  </a:moveTo>
                  <a:lnTo>
                    <a:pt x="2840653" y="90998"/>
                  </a:lnTo>
                  <a:cubicBezTo>
                    <a:pt x="2843260" y="96004"/>
                    <a:pt x="2844623" y="101564"/>
                    <a:pt x="2844627" y="107208"/>
                  </a:cubicBezTo>
                  <a:lnTo>
                    <a:pt x="2844627" y="421081"/>
                  </a:lnTo>
                  <a:lnTo>
                    <a:pt x="3122742" y="421081"/>
                  </a:lnTo>
                  <a:lnTo>
                    <a:pt x="3122742" y="107208"/>
                  </a:lnTo>
                  <a:cubicBezTo>
                    <a:pt x="3122746" y="101564"/>
                    <a:pt x="3124108" y="96004"/>
                    <a:pt x="3126715" y="90998"/>
                  </a:cubicBezTo>
                  <a:lnTo>
                    <a:pt x="3132597" y="79397"/>
                  </a:lnTo>
                  <a:close/>
                  <a:moveTo>
                    <a:pt x="3106849" y="107208"/>
                  </a:moveTo>
                  <a:lnTo>
                    <a:pt x="3106849" y="405189"/>
                  </a:lnTo>
                  <a:lnTo>
                    <a:pt x="2860519" y="405189"/>
                  </a:lnTo>
                  <a:lnTo>
                    <a:pt x="2860519" y="107208"/>
                  </a:lnTo>
                  <a:cubicBezTo>
                    <a:pt x="2860523" y="103192"/>
                    <a:pt x="2860043" y="99190"/>
                    <a:pt x="2859087" y="95289"/>
                  </a:cubicBezTo>
                  <a:lnTo>
                    <a:pt x="3108281" y="95289"/>
                  </a:lnTo>
                  <a:cubicBezTo>
                    <a:pt x="3107326" y="99190"/>
                    <a:pt x="3106845" y="103192"/>
                    <a:pt x="3106849" y="107208"/>
                  </a:cubicBezTo>
                  <a:close/>
                  <a:moveTo>
                    <a:pt x="3184402" y="79397"/>
                  </a:moveTo>
                  <a:lnTo>
                    <a:pt x="3190284" y="90998"/>
                  </a:lnTo>
                  <a:cubicBezTo>
                    <a:pt x="3192891" y="96004"/>
                    <a:pt x="3194254" y="101564"/>
                    <a:pt x="3194257" y="107208"/>
                  </a:cubicBezTo>
                  <a:lnTo>
                    <a:pt x="3194257" y="421081"/>
                  </a:lnTo>
                  <a:lnTo>
                    <a:pt x="3472372" y="421081"/>
                  </a:lnTo>
                  <a:lnTo>
                    <a:pt x="3472372" y="107208"/>
                  </a:lnTo>
                  <a:cubicBezTo>
                    <a:pt x="3472376" y="101564"/>
                    <a:pt x="3473738" y="96004"/>
                    <a:pt x="3476345" y="90998"/>
                  </a:cubicBezTo>
                  <a:lnTo>
                    <a:pt x="3482227" y="79397"/>
                  </a:lnTo>
                  <a:close/>
                  <a:moveTo>
                    <a:pt x="3456480" y="107208"/>
                  </a:moveTo>
                  <a:lnTo>
                    <a:pt x="3456480" y="405189"/>
                  </a:lnTo>
                  <a:lnTo>
                    <a:pt x="3210149" y="405189"/>
                  </a:lnTo>
                  <a:lnTo>
                    <a:pt x="3210149" y="107208"/>
                  </a:lnTo>
                  <a:cubicBezTo>
                    <a:pt x="3210154" y="103192"/>
                    <a:pt x="3209673" y="99190"/>
                    <a:pt x="3208718" y="95289"/>
                  </a:cubicBezTo>
                  <a:lnTo>
                    <a:pt x="3457912" y="95289"/>
                  </a:lnTo>
                  <a:cubicBezTo>
                    <a:pt x="3456956" y="99190"/>
                    <a:pt x="3456476" y="103192"/>
                    <a:pt x="3456480" y="107208"/>
                  </a:cubicBezTo>
                  <a:close/>
                  <a:moveTo>
                    <a:pt x="3184402" y="79397"/>
                  </a:moveTo>
                  <a:lnTo>
                    <a:pt x="3190284" y="90998"/>
                  </a:lnTo>
                  <a:cubicBezTo>
                    <a:pt x="3192891" y="96004"/>
                    <a:pt x="3194254" y="101564"/>
                    <a:pt x="3194257" y="107208"/>
                  </a:cubicBezTo>
                  <a:lnTo>
                    <a:pt x="3194257" y="421081"/>
                  </a:lnTo>
                  <a:lnTo>
                    <a:pt x="3472372" y="421081"/>
                  </a:lnTo>
                  <a:lnTo>
                    <a:pt x="3472372" y="107208"/>
                  </a:lnTo>
                  <a:cubicBezTo>
                    <a:pt x="3472376" y="101564"/>
                    <a:pt x="3473738" y="96004"/>
                    <a:pt x="3476345" y="90998"/>
                  </a:cubicBezTo>
                  <a:lnTo>
                    <a:pt x="3482227" y="79397"/>
                  </a:lnTo>
                  <a:close/>
                  <a:moveTo>
                    <a:pt x="3456480" y="107208"/>
                  </a:moveTo>
                  <a:lnTo>
                    <a:pt x="3456480" y="405189"/>
                  </a:lnTo>
                  <a:lnTo>
                    <a:pt x="3210149" y="405189"/>
                  </a:lnTo>
                  <a:lnTo>
                    <a:pt x="3210149" y="107208"/>
                  </a:lnTo>
                  <a:cubicBezTo>
                    <a:pt x="3210154" y="103192"/>
                    <a:pt x="3209673" y="99190"/>
                    <a:pt x="3208718" y="95289"/>
                  </a:cubicBezTo>
                  <a:lnTo>
                    <a:pt x="3457912" y="95289"/>
                  </a:lnTo>
                  <a:cubicBezTo>
                    <a:pt x="3456956" y="99190"/>
                    <a:pt x="3456476" y="103192"/>
                    <a:pt x="3456480" y="107208"/>
                  </a:cubicBezTo>
                  <a:close/>
                  <a:moveTo>
                    <a:pt x="2834771" y="79397"/>
                  </a:moveTo>
                  <a:lnTo>
                    <a:pt x="2840653" y="90998"/>
                  </a:lnTo>
                  <a:cubicBezTo>
                    <a:pt x="2843260" y="96004"/>
                    <a:pt x="2844623" y="101564"/>
                    <a:pt x="2844627" y="107208"/>
                  </a:cubicBezTo>
                  <a:lnTo>
                    <a:pt x="2844627" y="421081"/>
                  </a:lnTo>
                  <a:lnTo>
                    <a:pt x="3122742" y="421081"/>
                  </a:lnTo>
                  <a:lnTo>
                    <a:pt x="3122742" y="107208"/>
                  </a:lnTo>
                  <a:cubicBezTo>
                    <a:pt x="3122746" y="101564"/>
                    <a:pt x="3124108" y="96004"/>
                    <a:pt x="3126715" y="90998"/>
                  </a:cubicBezTo>
                  <a:lnTo>
                    <a:pt x="3132597" y="79397"/>
                  </a:lnTo>
                  <a:close/>
                  <a:moveTo>
                    <a:pt x="3106849" y="107208"/>
                  </a:moveTo>
                  <a:lnTo>
                    <a:pt x="3106849" y="405189"/>
                  </a:lnTo>
                  <a:lnTo>
                    <a:pt x="2860519" y="405189"/>
                  </a:lnTo>
                  <a:lnTo>
                    <a:pt x="2860519" y="107208"/>
                  </a:lnTo>
                  <a:cubicBezTo>
                    <a:pt x="2860523" y="103192"/>
                    <a:pt x="2860043" y="99190"/>
                    <a:pt x="2859087" y="95289"/>
                  </a:cubicBezTo>
                  <a:lnTo>
                    <a:pt x="3108281" y="95289"/>
                  </a:lnTo>
                  <a:cubicBezTo>
                    <a:pt x="3107326" y="99190"/>
                    <a:pt x="3106845" y="103192"/>
                    <a:pt x="3106849" y="107208"/>
                  </a:cubicBezTo>
                  <a:close/>
                  <a:moveTo>
                    <a:pt x="2485141" y="79397"/>
                  </a:moveTo>
                  <a:lnTo>
                    <a:pt x="2491023" y="90998"/>
                  </a:lnTo>
                  <a:cubicBezTo>
                    <a:pt x="2493630" y="96004"/>
                    <a:pt x="2494993" y="101564"/>
                    <a:pt x="2494996" y="107208"/>
                  </a:cubicBezTo>
                  <a:lnTo>
                    <a:pt x="2494996" y="421081"/>
                  </a:lnTo>
                  <a:lnTo>
                    <a:pt x="2773111" y="421081"/>
                  </a:lnTo>
                  <a:lnTo>
                    <a:pt x="2773111" y="107208"/>
                  </a:lnTo>
                  <a:cubicBezTo>
                    <a:pt x="2773115" y="101564"/>
                    <a:pt x="2774477" y="96004"/>
                    <a:pt x="2777084" y="90998"/>
                  </a:cubicBezTo>
                  <a:lnTo>
                    <a:pt x="2782966" y="79397"/>
                  </a:lnTo>
                  <a:close/>
                  <a:moveTo>
                    <a:pt x="2757219" y="107208"/>
                  </a:moveTo>
                  <a:lnTo>
                    <a:pt x="2757219" y="405189"/>
                  </a:lnTo>
                  <a:lnTo>
                    <a:pt x="2510888" y="405189"/>
                  </a:lnTo>
                  <a:lnTo>
                    <a:pt x="2510888" y="107208"/>
                  </a:lnTo>
                  <a:cubicBezTo>
                    <a:pt x="2510893" y="103192"/>
                    <a:pt x="2510412" y="99190"/>
                    <a:pt x="2509457" y="95289"/>
                  </a:cubicBezTo>
                  <a:lnTo>
                    <a:pt x="2758651" y="95289"/>
                  </a:lnTo>
                  <a:cubicBezTo>
                    <a:pt x="2757695" y="99190"/>
                    <a:pt x="2757215" y="103192"/>
                    <a:pt x="2757219" y="107208"/>
                  </a:cubicBezTo>
                  <a:close/>
                  <a:moveTo>
                    <a:pt x="2135510" y="79397"/>
                  </a:moveTo>
                  <a:lnTo>
                    <a:pt x="2141392" y="90998"/>
                  </a:lnTo>
                  <a:cubicBezTo>
                    <a:pt x="2143999" y="96004"/>
                    <a:pt x="2145362" y="101564"/>
                    <a:pt x="2145365" y="107208"/>
                  </a:cubicBezTo>
                  <a:lnTo>
                    <a:pt x="2145365" y="421081"/>
                  </a:lnTo>
                  <a:lnTo>
                    <a:pt x="2423481" y="421081"/>
                  </a:lnTo>
                  <a:lnTo>
                    <a:pt x="2423481" y="107208"/>
                  </a:lnTo>
                  <a:cubicBezTo>
                    <a:pt x="2423485" y="101564"/>
                    <a:pt x="2424847" y="96004"/>
                    <a:pt x="2427454" y="90998"/>
                  </a:cubicBezTo>
                  <a:lnTo>
                    <a:pt x="2433336" y="79397"/>
                  </a:lnTo>
                  <a:close/>
                  <a:moveTo>
                    <a:pt x="2407588" y="107208"/>
                  </a:moveTo>
                  <a:lnTo>
                    <a:pt x="2407588" y="405189"/>
                  </a:lnTo>
                  <a:lnTo>
                    <a:pt x="2161258" y="405189"/>
                  </a:lnTo>
                  <a:lnTo>
                    <a:pt x="2161258" y="107208"/>
                  </a:lnTo>
                  <a:cubicBezTo>
                    <a:pt x="2161262" y="103192"/>
                    <a:pt x="2160781" y="99190"/>
                    <a:pt x="2159826" y="95289"/>
                  </a:cubicBezTo>
                  <a:lnTo>
                    <a:pt x="2409020" y="95289"/>
                  </a:lnTo>
                  <a:cubicBezTo>
                    <a:pt x="2408065" y="99190"/>
                    <a:pt x="2407584" y="103192"/>
                    <a:pt x="2407588" y="107208"/>
                  </a:cubicBezTo>
                  <a:close/>
                  <a:moveTo>
                    <a:pt x="1785880" y="79397"/>
                  </a:moveTo>
                  <a:lnTo>
                    <a:pt x="1791762" y="90998"/>
                  </a:lnTo>
                  <a:cubicBezTo>
                    <a:pt x="1794369" y="96004"/>
                    <a:pt x="1795731" y="101564"/>
                    <a:pt x="1795735" y="107208"/>
                  </a:cubicBezTo>
                  <a:lnTo>
                    <a:pt x="1795735" y="421081"/>
                  </a:lnTo>
                  <a:lnTo>
                    <a:pt x="2073850" y="421081"/>
                  </a:lnTo>
                  <a:lnTo>
                    <a:pt x="2073850" y="107208"/>
                  </a:lnTo>
                  <a:cubicBezTo>
                    <a:pt x="2073854" y="101564"/>
                    <a:pt x="2075216" y="96004"/>
                    <a:pt x="2077823" y="90998"/>
                  </a:cubicBezTo>
                  <a:lnTo>
                    <a:pt x="2083705" y="79397"/>
                  </a:lnTo>
                  <a:close/>
                  <a:moveTo>
                    <a:pt x="2057958" y="107208"/>
                  </a:moveTo>
                  <a:lnTo>
                    <a:pt x="2057958" y="405189"/>
                  </a:lnTo>
                  <a:lnTo>
                    <a:pt x="1811627" y="405189"/>
                  </a:lnTo>
                  <a:lnTo>
                    <a:pt x="1811627" y="107208"/>
                  </a:lnTo>
                  <a:cubicBezTo>
                    <a:pt x="1811632" y="103192"/>
                    <a:pt x="1811151" y="99190"/>
                    <a:pt x="1810195" y="95289"/>
                  </a:cubicBezTo>
                  <a:lnTo>
                    <a:pt x="2059389" y="95289"/>
                  </a:lnTo>
                  <a:cubicBezTo>
                    <a:pt x="2058434" y="99190"/>
                    <a:pt x="2057953" y="103192"/>
                    <a:pt x="2057958" y="107208"/>
                  </a:cubicBezTo>
                  <a:close/>
                  <a:moveTo>
                    <a:pt x="1436249" y="79397"/>
                  </a:moveTo>
                  <a:lnTo>
                    <a:pt x="1442131" y="90998"/>
                  </a:lnTo>
                  <a:cubicBezTo>
                    <a:pt x="1444738" y="96004"/>
                    <a:pt x="1446101" y="101564"/>
                    <a:pt x="1446104" y="107208"/>
                  </a:cubicBezTo>
                  <a:lnTo>
                    <a:pt x="1446104" y="421081"/>
                  </a:lnTo>
                  <a:lnTo>
                    <a:pt x="1724220" y="421081"/>
                  </a:lnTo>
                  <a:lnTo>
                    <a:pt x="1724220" y="107208"/>
                  </a:lnTo>
                  <a:cubicBezTo>
                    <a:pt x="1724223" y="101564"/>
                    <a:pt x="1725586" y="96004"/>
                    <a:pt x="1728193" y="90998"/>
                  </a:cubicBezTo>
                  <a:lnTo>
                    <a:pt x="1734075" y="79397"/>
                  </a:lnTo>
                  <a:close/>
                  <a:moveTo>
                    <a:pt x="1708327" y="107208"/>
                  </a:moveTo>
                  <a:lnTo>
                    <a:pt x="1708327" y="405189"/>
                  </a:lnTo>
                  <a:lnTo>
                    <a:pt x="1461997" y="405189"/>
                  </a:lnTo>
                  <a:lnTo>
                    <a:pt x="1461997" y="107208"/>
                  </a:lnTo>
                  <a:cubicBezTo>
                    <a:pt x="1462001" y="103192"/>
                    <a:pt x="1461520" y="99190"/>
                    <a:pt x="1460565" y="95289"/>
                  </a:cubicBezTo>
                  <a:lnTo>
                    <a:pt x="1709759" y="95289"/>
                  </a:lnTo>
                  <a:cubicBezTo>
                    <a:pt x="1708804" y="99190"/>
                    <a:pt x="1708323" y="103192"/>
                    <a:pt x="1708327" y="107208"/>
                  </a:cubicBezTo>
                  <a:close/>
                  <a:moveTo>
                    <a:pt x="1086619" y="79397"/>
                  </a:moveTo>
                  <a:lnTo>
                    <a:pt x="1092500" y="90998"/>
                  </a:lnTo>
                  <a:cubicBezTo>
                    <a:pt x="1095107" y="96004"/>
                    <a:pt x="1096470" y="101564"/>
                    <a:pt x="1096474" y="107208"/>
                  </a:cubicBezTo>
                  <a:lnTo>
                    <a:pt x="1096474" y="421081"/>
                  </a:lnTo>
                  <a:lnTo>
                    <a:pt x="1374589" y="421081"/>
                  </a:lnTo>
                  <a:lnTo>
                    <a:pt x="1374589" y="107208"/>
                  </a:lnTo>
                  <a:cubicBezTo>
                    <a:pt x="1374593" y="101564"/>
                    <a:pt x="1375955" y="96004"/>
                    <a:pt x="1378562" y="90998"/>
                  </a:cubicBezTo>
                  <a:lnTo>
                    <a:pt x="1384444" y="79397"/>
                  </a:lnTo>
                  <a:close/>
                  <a:moveTo>
                    <a:pt x="1358696" y="107208"/>
                  </a:moveTo>
                  <a:lnTo>
                    <a:pt x="1358696" y="405189"/>
                  </a:lnTo>
                  <a:lnTo>
                    <a:pt x="1112366" y="405189"/>
                  </a:lnTo>
                  <a:lnTo>
                    <a:pt x="1112366" y="107208"/>
                  </a:lnTo>
                  <a:cubicBezTo>
                    <a:pt x="1112370" y="103192"/>
                    <a:pt x="1111890" y="99190"/>
                    <a:pt x="1110934" y="95289"/>
                  </a:cubicBezTo>
                  <a:lnTo>
                    <a:pt x="1360128" y="95289"/>
                  </a:lnTo>
                  <a:cubicBezTo>
                    <a:pt x="1359173" y="99190"/>
                    <a:pt x="1358692" y="103192"/>
                    <a:pt x="1358697" y="107208"/>
                  </a:cubicBezTo>
                  <a:close/>
                  <a:moveTo>
                    <a:pt x="736988" y="79397"/>
                  </a:moveTo>
                  <a:lnTo>
                    <a:pt x="742870" y="90998"/>
                  </a:lnTo>
                  <a:cubicBezTo>
                    <a:pt x="745477" y="96004"/>
                    <a:pt x="746839" y="101564"/>
                    <a:pt x="746843" y="107208"/>
                  </a:cubicBezTo>
                  <a:lnTo>
                    <a:pt x="746843" y="421081"/>
                  </a:lnTo>
                  <a:lnTo>
                    <a:pt x="1024958" y="421081"/>
                  </a:lnTo>
                  <a:lnTo>
                    <a:pt x="1024958" y="107208"/>
                  </a:lnTo>
                  <a:cubicBezTo>
                    <a:pt x="1024962" y="101564"/>
                    <a:pt x="1026325" y="96004"/>
                    <a:pt x="1028931" y="90998"/>
                  </a:cubicBezTo>
                  <a:lnTo>
                    <a:pt x="1034814" y="79397"/>
                  </a:lnTo>
                  <a:close/>
                  <a:moveTo>
                    <a:pt x="1009066" y="107208"/>
                  </a:moveTo>
                  <a:lnTo>
                    <a:pt x="1009066" y="405189"/>
                  </a:lnTo>
                  <a:lnTo>
                    <a:pt x="762735" y="405189"/>
                  </a:lnTo>
                  <a:lnTo>
                    <a:pt x="762735" y="107208"/>
                  </a:lnTo>
                  <a:cubicBezTo>
                    <a:pt x="762740" y="103192"/>
                    <a:pt x="762259" y="99190"/>
                    <a:pt x="761304" y="95289"/>
                  </a:cubicBezTo>
                  <a:lnTo>
                    <a:pt x="1010498" y="95289"/>
                  </a:lnTo>
                  <a:cubicBezTo>
                    <a:pt x="1009542" y="99190"/>
                    <a:pt x="1009062" y="103192"/>
                    <a:pt x="1009066" y="107208"/>
                  </a:cubicBezTo>
                  <a:close/>
                  <a:moveTo>
                    <a:pt x="387358" y="79397"/>
                  </a:moveTo>
                  <a:lnTo>
                    <a:pt x="393239" y="90998"/>
                  </a:lnTo>
                  <a:cubicBezTo>
                    <a:pt x="395846" y="96004"/>
                    <a:pt x="397209" y="101564"/>
                    <a:pt x="397212" y="107208"/>
                  </a:cubicBezTo>
                  <a:lnTo>
                    <a:pt x="397212" y="421081"/>
                  </a:lnTo>
                  <a:lnTo>
                    <a:pt x="675328" y="421081"/>
                  </a:lnTo>
                  <a:lnTo>
                    <a:pt x="675328" y="107208"/>
                  </a:lnTo>
                  <a:cubicBezTo>
                    <a:pt x="675331" y="101564"/>
                    <a:pt x="676694" y="96004"/>
                    <a:pt x="679301" y="90998"/>
                  </a:cubicBezTo>
                  <a:lnTo>
                    <a:pt x="685183" y="79397"/>
                  </a:lnTo>
                  <a:close/>
                  <a:moveTo>
                    <a:pt x="659435" y="107208"/>
                  </a:moveTo>
                  <a:lnTo>
                    <a:pt x="659435" y="405189"/>
                  </a:lnTo>
                  <a:lnTo>
                    <a:pt x="413105" y="405189"/>
                  </a:lnTo>
                  <a:lnTo>
                    <a:pt x="413105" y="107208"/>
                  </a:lnTo>
                  <a:cubicBezTo>
                    <a:pt x="413109" y="103192"/>
                    <a:pt x="412628" y="99190"/>
                    <a:pt x="411673" y="95289"/>
                  </a:cubicBezTo>
                  <a:lnTo>
                    <a:pt x="660867" y="95289"/>
                  </a:lnTo>
                  <a:cubicBezTo>
                    <a:pt x="659912" y="99190"/>
                    <a:pt x="659431" y="103192"/>
                    <a:pt x="659436" y="107208"/>
                  </a:cubicBezTo>
                  <a:close/>
                  <a:moveTo>
                    <a:pt x="3184402" y="79397"/>
                  </a:moveTo>
                  <a:lnTo>
                    <a:pt x="3190284" y="90998"/>
                  </a:lnTo>
                  <a:cubicBezTo>
                    <a:pt x="3192891" y="96004"/>
                    <a:pt x="3194254" y="101564"/>
                    <a:pt x="3194257" y="107208"/>
                  </a:cubicBezTo>
                  <a:lnTo>
                    <a:pt x="3194257" y="421081"/>
                  </a:lnTo>
                  <a:lnTo>
                    <a:pt x="3472372" y="421081"/>
                  </a:lnTo>
                  <a:lnTo>
                    <a:pt x="3472372" y="107208"/>
                  </a:lnTo>
                  <a:cubicBezTo>
                    <a:pt x="3472376" y="101564"/>
                    <a:pt x="3473738" y="96004"/>
                    <a:pt x="3476345" y="90998"/>
                  </a:cubicBezTo>
                  <a:lnTo>
                    <a:pt x="3482227" y="79397"/>
                  </a:lnTo>
                  <a:close/>
                  <a:moveTo>
                    <a:pt x="3456480" y="107208"/>
                  </a:moveTo>
                  <a:lnTo>
                    <a:pt x="3456480" y="405189"/>
                  </a:lnTo>
                  <a:lnTo>
                    <a:pt x="3210149" y="405189"/>
                  </a:lnTo>
                  <a:lnTo>
                    <a:pt x="3210149" y="107208"/>
                  </a:lnTo>
                  <a:cubicBezTo>
                    <a:pt x="3210154" y="103192"/>
                    <a:pt x="3209673" y="99190"/>
                    <a:pt x="3208718" y="95289"/>
                  </a:cubicBezTo>
                  <a:lnTo>
                    <a:pt x="3457912" y="95289"/>
                  </a:lnTo>
                  <a:cubicBezTo>
                    <a:pt x="3456956" y="99190"/>
                    <a:pt x="3456476" y="103192"/>
                    <a:pt x="3456480" y="107208"/>
                  </a:cubicBezTo>
                  <a:close/>
                  <a:moveTo>
                    <a:pt x="2834771" y="79397"/>
                  </a:moveTo>
                  <a:lnTo>
                    <a:pt x="2840653" y="90998"/>
                  </a:lnTo>
                  <a:cubicBezTo>
                    <a:pt x="2843260" y="96004"/>
                    <a:pt x="2844623" y="101564"/>
                    <a:pt x="2844627" y="107208"/>
                  </a:cubicBezTo>
                  <a:lnTo>
                    <a:pt x="2844627" y="421081"/>
                  </a:lnTo>
                  <a:lnTo>
                    <a:pt x="3122742" y="421081"/>
                  </a:lnTo>
                  <a:lnTo>
                    <a:pt x="3122742" y="107208"/>
                  </a:lnTo>
                  <a:cubicBezTo>
                    <a:pt x="3122746" y="101564"/>
                    <a:pt x="3124108" y="96004"/>
                    <a:pt x="3126715" y="90998"/>
                  </a:cubicBezTo>
                  <a:lnTo>
                    <a:pt x="3132597" y="79397"/>
                  </a:lnTo>
                  <a:close/>
                  <a:moveTo>
                    <a:pt x="3106849" y="107208"/>
                  </a:moveTo>
                  <a:lnTo>
                    <a:pt x="3106849" y="405189"/>
                  </a:lnTo>
                  <a:lnTo>
                    <a:pt x="2860519" y="405189"/>
                  </a:lnTo>
                  <a:lnTo>
                    <a:pt x="2860519" y="107208"/>
                  </a:lnTo>
                  <a:cubicBezTo>
                    <a:pt x="2860523" y="103192"/>
                    <a:pt x="2860043" y="99190"/>
                    <a:pt x="2859087" y="95289"/>
                  </a:cubicBezTo>
                  <a:lnTo>
                    <a:pt x="3108281" y="95289"/>
                  </a:lnTo>
                  <a:cubicBezTo>
                    <a:pt x="3107326" y="99190"/>
                    <a:pt x="3106845" y="103192"/>
                    <a:pt x="3106849" y="107208"/>
                  </a:cubicBezTo>
                  <a:close/>
                  <a:moveTo>
                    <a:pt x="2485141" y="79397"/>
                  </a:moveTo>
                  <a:lnTo>
                    <a:pt x="2491023" y="90998"/>
                  </a:lnTo>
                  <a:cubicBezTo>
                    <a:pt x="2493630" y="96004"/>
                    <a:pt x="2494993" y="101564"/>
                    <a:pt x="2494996" y="107208"/>
                  </a:cubicBezTo>
                  <a:lnTo>
                    <a:pt x="2494996" y="421081"/>
                  </a:lnTo>
                  <a:lnTo>
                    <a:pt x="2773111" y="421081"/>
                  </a:lnTo>
                  <a:lnTo>
                    <a:pt x="2773111" y="107208"/>
                  </a:lnTo>
                  <a:cubicBezTo>
                    <a:pt x="2773115" y="101564"/>
                    <a:pt x="2774477" y="96004"/>
                    <a:pt x="2777084" y="90998"/>
                  </a:cubicBezTo>
                  <a:lnTo>
                    <a:pt x="2782966" y="79397"/>
                  </a:lnTo>
                  <a:close/>
                  <a:moveTo>
                    <a:pt x="2757219" y="107208"/>
                  </a:moveTo>
                  <a:lnTo>
                    <a:pt x="2757219" y="405189"/>
                  </a:lnTo>
                  <a:lnTo>
                    <a:pt x="2510888" y="405189"/>
                  </a:lnTo>
                  <a:lnTo>
                    <a:pt x="2510888" y="107208"/>
                  </a:lnTo>
                  <a:cubicBezTo>
                    <a:pt x="2510893" y="103192"/>
                    <a:pt x="2510412" y="99190"/>
                    <a:pt x="2509457" y="95289"/>
                  </a:cubicBezTo>
                  <a:lnTo>
                    <a:pt x="2758651" y="95289"/>
                  </a:lnTo>
                  <a:cubicBezTo>
                    <a:pt x="2757695" y="99190"/>
                    <a:pt x="2757215" y="103192"/>
                    <a:pt x="2757219" y="107208"/>
                  </a:cubicBezTo>
                  <a:close/>
                  <a:moveTo>
                    <a:pt x="2135510" y="79397"/>
                  </a:moveTo>
                  <a:lnTo>
                    <a:pt x="2141392" y="90998"/>
                  </a:lnTo>
                  <a:cubicBezTo>
                    <a:pt x="2143999" y="96004"/>
                    <a:pt x="2145362" y="101564"/>
                    <a:pt x="2145365" y="107208"/>
                  </a:cubicBezTo>
                  <a:lnTo>
                    <a:pt x="2145365" y="421081"/>
                  </a:lnTo>
                  <a:lnTo>
                    <a:pt x="2423481" y="421081"/>
                  </a:lnTo>
                  <a:lnTo>
                    <a:pt x="2423481" y="107208"/>
                  </a:lnTo>
                  <a:cubicBezTo>
                    <a:pt x="2423485" y="101564"/>
                    <a:pt x="2424847" y="96004"/>
                    <a:pt x="2427454" y="90998"/>
                  </a:cubicBezTo>
                  <a:lnTo>
                    <a:pt x="2433336" y="79397"/>
                  </a:lnTo>
                  <a:close/>
                  <a:moveTo>
                    <a:pt x="2407588" y="107208"/>
                  </a:moveTo>
                  <a:lnTo>
                    <a:pt x="2407588" y="405189"/>
                  </a:lnTo>
                  <a:lnTo>
                    <a:pt x="2161258" y="405189"/>
                  </a:lnTo>
                  <a:lnTo>
                    <a:pt x="2161258" y="107208"/>
                  </a:lnTo>
                  <a:cubicBezTo>
                    <a:pt x="2161262" y="103192"/>
                    <a:pt x="2160781" y="99190"/>
                    <a:pt x="2159826" y="95289"/>
                  </a:cubicBezTo>
                  <a:lnTo>
                    <a:pt x="2409020" y="95289"/>
                  </a:lnTo>
                  <a:cubicBezTo>
                    <a:pt x="2408065" y="99190"/>
                    <a:pt x="2407584" y="103192"/>
                    <a:pt x="2407588" y="107208"/>
                  </a:cubicBezTo>
                  <a:close/>
                  <a:moveTo>
                    <a:pt x="1785880" y="79397"/>
                  </a:moveTo>
                  <a:lnTo>
                    <a:pt x="1791762" y="90998"/>
                  </a:lnTo>
                  <a:cubicBezTo>
                    <a:pt x="1794369" y="96004"/>
                    <a:pt x="1795731" y="101564"/>
                    <a:pt x="1795735" y="107208"/>
                  </a:cubicBezTo>
                  <a:lnTo>
                    <a:pt x="1795735" y="421081"/>
                  </a:lnTo>
                  <a:lnTo>
                    <a:pt x="2073850" y="421081"/>
                  </a:lnTo>
                  <a:lnTo>
                    <a:pt x="2073850" y="107208"/>
                  </a:lnTo>
                  <a:cubicBezTo>
                    <a:pt x="2073854" y="101564"/>
                    <a:pt x="2075216" y="96004"/>
                    <a:pt x="2077823" y="90998"/>
                  </a:cubicBezTo>
                  <a:lnTo>
                    <a:pt x="2083705" y="79397"/>
                  </a:lnTo>
                  <a:close/>
                  <a:moveTo>
                    <a:pt x="2057958" y="107208"/>
                  </a:moveTo>
                  <a:lnTo>
                    <a:pt x="2057958" y="405189"/>
                  </a:lnTo>
                  <a:lnTo>
                    <a:pt x="1811627" y="405189"/>
                  </a:lnTo>
                  <a:lnTo>
                    <a:pt x="1811627" y="107208"/>
                  </a:lnTo>
                  <a:cubicBezTo>
                    <a:pt x="1811632" y="103192"/>
                    <a:pt x="1811151" y="99190"/>
                    <a:pt x="1810195" y="95289"/>
                  </a:cubicBezTo>
                  <a:lnTo>
                    <a:pt x="2059389" y="95289"/>
                  </a:lnTo>
                  <a:cubicBezTo>
                    <a:pt x="2058434" y="99190"/>
                    <a:pt x="2057953" y="103192"/>
                    <a:pt x="2057958" y="107208"/>
                  </a:cubicBezTo>
                  <a:close/>
                  <a:moveTo>
                    <a:pt x="1436249" y="79397"/>
                  </a:moveTo>
                  <a:lnTo>
                    <a:pt x="1442131" y="90998"/>
                  </a:lnTo>
                  <a:cubicBezTo>
                    <a:pt x="1444738" y="96004"/>
                    <a:pt x="1446101" y="101564"/>
                    <a:pt x="1446104" y="107208"/>
                  </a:cubicBezTo>
                  <a:lnTo>
                    <a:pt x="1446104" y="421081"/>
                  </a:lnTo>
                  <a:lnTo>
                    <a:pt x="1724220" y="421081"/>
                  </a:lnTo>
                  <a:lnTo>
                    <a:pt x="1724220" y="107208"/>
                  </a:lnTo>
                  <a:cubicBezTo>
                    <a:pt x="1724223" y="101564"/>
                    <a:pt x="1725586" y="96004"/>
                    <a:pt x="1728193" y="90998"/>
                  </a:cubicBezTo>
                  <a:lnTo>
                    <a:pt x="1734075" y="79397"/>
                  </a:lnTo>
                  <a:close/>
                  <a:moveTo>
                    <a:pt x="1708327" y="107208"/>
                  </a:moveTo>
                  <a:lnTo>
                    <a:pt x="1708327" y="405189"/>
                  </a:lnTo>
                  <a:lnTo>
                    <a:pt x="1461997" y="405189"/>
                  </a:lnTo>
                  <a:lnTo>
                    <a:pt x="1461997" y="107208"/>
                  </a:lnTo>
                  <a:cubicBezTo>
                    <a:pt x="1462001" y="103192"/>
                    <a:pt x="1461520" y="99190"/>
                    <a:pt x="1460565" y="95289"/>
                  </a:cubicBezTo>
                  <a:lnTo>
                    <a:pt x="1709759" y="95289"/>
                  </a:lnTo>
                  <a:cubicBezTo>
                    <a:pt x="1708804" y="99190"/>
                    <a:pt x="1708323" y="103192"/>
                    <a:pt x="1708327" y="107208"/>
                  </a:cubicBezTo>
                  <a:close/>
                  <a:moveTo>
                    <a:pt x="1086619" y="79397"/>
                  </a:moveTo>
                  <a:lnTo>
                    <a:pt x="1092500" y="90998"/>
                  </a:lnTo>
                  <a:cubicBezTo>
                    <a:pt x="1095107" y="96004"/>
                    <a:pt x="1096470" y="101564"/>
                    <a:pt x="1096474" y="107208"/>
                  </a:cubicBezTo>
                  <a:lnTo>
                    <a:pt x="1096474" y="421081"/>
                  </a:lnTo>
                  <a:lnTo>
                    <a:pt x="1374589" y="421081"/>
                  </a:lnTo>
                  <a:lnTo>
                    <a:pt x="1374589" y="107208"/>
                  </a:lnTo>
                  <a:cubicBezTo>
                    <a:pt x="1374593" y="101564"/>
                    <a:pt x="1375955" y="96004"/>
                    <a:pt x="1378562" y="90998"/>
                  </a:cubicBezTo>
                  <a:lnTo>
                    <a:pt x="1384444" y="79397"/>
                  </a:lnTo>
                  <a:close/>
                  <a:moveTo>
                    <a:pt x="1358696" y="107208"/>
                  </a:moveTo>
                  <a:lnTo>
                    <a:pt x="1358696" y="405189"/>
                  </a:lnTo>
                  <a:lnTo>
                    <a:pt x="1112366" y="405189"/>
                  </a:lnTo>
                  <a:lnTo>
                    <a:pt x="1112366" y="107208"/>
                  </a:lnTo>
                  <a:cubicBezTo>
                    <a:pt x="1112370" y="103192"/>
                    <a:pt x="1111890" y="99190"/>
                    <a:pt x="1110934" y="95289"/>
                  </a:cubicBezTo>
                  <a:lnTo>
                    <a:pt x="1360128" y="95289"/>
                  </a:lnTo>
                  <a:cubicBezTo>
                    <a:pt x="1359173" y="99190"/>
                    <a:pt x="1358692" y="103192"/>
                    <a:pt x="1358697" y="107208"/>
                  </a:cubicBezTo>
                  <a:close/>
                  <a:moveTo>
                    <a:pt x="736988" y="79397"/>
                  </a:moveTo>
                  <a:lnTo>
                    <a:pt x="742870" y="90998"/>
                  </a:lnTo>
                  <a:cubicBezTo>
                    <a:pt x="745477" y="96004"/>
                    <a:pt x="746839" y="101564"/>
                    <a:pt x="746843" y="107208"/>
                  </a:cubicBezTo>
                  <a:lnTo>
                    <a:pt x="746843" y="421081"/>
                  </a:lnTo>
                  <a:lnTo>
                    <a:pt x="1024958" y="421081"/>
                  </a:lnTo>
                  <a:lnTo>
                    <a:pt x="1024958" y="107208"/>
                  </a:lnTo>
                  <a:cubicBezTo>
                    <a:pt x="1024962" y="101564"/>
                    <a:pt x="1026325" y="96004"/>
                    <a:pt x="1028931" y="90998"/>
                  </a:cubicBezTo>
                  <a:lnTo>
                    <a:pt x="1034814" y="79397"/>
                  </a:lnTo>
                  <a:close/>
                  <a:moveTo>
                    <a:pt x="1009066" y="107208"/>
                  </a:moveTo>
                  <a:lnTo>
                    <a:pt x="1009066" y="405189"/>
                  </a:lnTo>
                  <a:lnTo>
                    <a:pt x="762735" y="405189"/>
                  </a:lnTo>
                  <a:lnTo>
                    <a:pt x="762735" y="107208"/>
                  </a:lnTo>
                  <a:cubicBezTo>
                    <a:pt x="762740" y="103192"/>
                    <a:pt x="762259" y="99190"/>
                    <a:pt x="761304" y="95289"/>
                  </a:cubicBezTo>
                  <a:lnTo>
                    <a:pt x="1010498" y="95289"/>
                  </a:lnTo>
                  <a:cubicBezTo>
                    <a:pt x="1009542" y="99190"/>
                    <a:pt x="1009062" y="103192"/>
                    <a:pt x="1009066" y="107208"/>
                  </a:cubicBezTo>
                  <a:close/>
                  <a:moveTo>
                    <a:pt x="387358" y="79397"/>
                  </a:moveTo>
                  <a:lnTo>
                    <a:pt x="393239" y="90998"/>
                  </a:lnTo>
                  <a:cubicBezTo>
                    <a:pt x="395846" y="96004"/>
                    <a:pt x="397209" y="101564"/>
                    <a:pt x="397212" y="107208"/>
                  </a:cubicBezTo>
                  <a:lnTo>
                    <a:pt x="397212" y="421081"/>
                  </a:lnTo>
                  <a:lnTo>
                    <a:pt x="675328" y="421081"/>
                  </a:lnTo>
                  <a:lnTo>
                    <a:pt x="675328" y="107208"/>
                  </a:lnTo>
                  <a:cubicBezTo>
                    <a:pt x="675331" y="101564"/>
                    <a:pt x="676694" y="96004"/>
                    <a:pt x="679301" y="90998"/>
                  </a:cubicBezTo>
                  <a:lnTo>
                    <a:pt x="685183" y="79397"/>
                  </a:lnTo>
                  <a:close/>
                  <a:moveTo>
                    <a:pt x="659435" y="107208"/>
                  </a:moveTo>
                  <a:lnTo>
                    <a:pt x="659435" y="405189"/>
                  </a:lnTo>
                  <a:lnTo>
                    <a:pt x="413105" y="405189"/>
                  </a:lnTo>
                  <a:lnTo>
                    <a:pt x="413105" y="107208"/>
                  </a:lnTo>
                  <a:cubicBezTo>
                    <a:pt x="413109" y="103192"/>
                    <a:pt x="412628" y="99190"/>
                    <a:pt x="411673" y="95289"/>
                  </a:cubicBezTo>
                  <a:lnTo>
                    <a:pt x="660867" y="95289"/>
                  </a:lnTo>
                  <a:cubicBezTo>
                    <a:pt x="659912" y="99190"/>
                    <a:pt x="659431" y="103192"/>
                    <a:pt x="659436" y="107208"/>
                  </a:cubicBezTo>
                  <a:close/>
                  <a:moveTo>
                    <a:pt x="3184402" y="79397"/>
                  </a:moveTo>
                  <a:lnTo>
                    <a:pt x="3190284" y="90998"/>
                  </a:lnTo>
                  <a:cubicBezTo>
                    <a:pt x="3192891" y="96004"/>
                    <a:pt x="3194254" y="101564"/>
                    <a:pt x="3194257" y="107208"/>
                  </a:cubicBezTo>
                  <a:lnTo>
                    <a:pt x="3194257" y="421081"/>
                  </a:lnTo>
                  <a:lnTo>
                    <a:pt x="3472372" y="421081"/>
                  </a:lnTo>
                  <a:lnTo>
                    <a:pt x="3472372" y="107208"/>
                  </a:lnTo>
                  <a:cubicBezTo>
                    <a:pt x="3472376" y="101564"/>
                    <a:pt x="3473738" y="96004"/>
                    <a:pt x="3476345" y="90998"/>
                  </a:cubicBezTo>
                  <a:lnTo>
                    <a:pt x="3482227" y="79397"/>
                  </a:lnTo>
                  <a:close/>
                  <a:moveTo>
                    <a:pt x="3456480" y="107208"/>
                  </a:moveTo>
                  <a:lnTo>
                    <a:pt x="3456480" y="405189"/>
                  </a:lnTo>
                  <a:lnTo>
                    <a:pt x="3210149" y="405189"/>
                  </a:lnTo>
                  <a:lnTo>
                    <a:pt x="3210149" y="107208"/>
                  </a:lnTo>
                  <a:cubicBezTo>
                    <a:pt x="3210154" y="103192"/>
                    <a:pt x="3209673" y="99190"/>
                    <a:pt x="3208718" y="95289"/>
                  </a:cubicBezTo>
                  <a:lnTo>
                    <a:pt x="3457912" y="95289"/>
                  </a:lnTo>
                  <a:cubicBezTo>
                    <a:pt x="3456956" y="99190"/>
                    <a:pt x="3456476" y="103192"/>
                    <a:pt x="3456480" y="107208"/>
                  </a:cubicBezTo>
                  <a:close/>
                  <a:moveTo>
                    <a:pt x="2834771" y="79397"/>
                  </a:moveTo>
                  <a:lnTo>
                    <a:pt x="2840653" y="90998"/>
                  </a:lnTo>
                  <a:cubicBezTo>
                    <a:pt x="2843260" y="96004"/>
                    <a:pt x="2844623" y="101564"/>
                    <a:pt x="2844627" y="107208"/>
                  </a:cubicBezTo>
                  <a:lnTo>
                    <a:pt x="2844627" y="421081"/>
                  </a:lnTo>
                  <a:lnTo>
                    <a:pt x="3122742" y="421081"/>
                  </a:lnTo>
                  <a:lnTo>
                    <a:pt x="3122742" y="107208"/>
                  </a:lnTo>
                  <a:cubicBezTo>
                    <a:pt x="3122746" y="101564"/>
                    <a:pt x="3124108" y="96004"/>
                    <a:pt x="3126715" y="90998"/>
                  </a:cubicBezTo>
                  <a:lnTo>
                    <a:pt x="3132597" y="79397"/>
                  </a:lnTo>
                  <a:close/>
                  <a:moveTo>
                    <a:pt x="3106849" y="107208"/>
                  </a:moveTo>
                  <a:lnTo>
                    <a:pt x="3106849" y="405189"/>
                  </a:lnTo>
                  <a:lnTo>
                    <a:pt x="2860519" y="405189"/>
                  </a:lnTo>
                  <a:lnTo>
                    <a:pt x="2860519" y="107208"/>
                  </a:lnTo>
                  <a:cubicBezTo>
                    <a:pt x="2860523" y="103192"/>
                    <a:pt x="2860043" y="99190"/>
                    <a:pt x="2859087" y="95289"/>
                  </a:cubicBezTo>
                  <a:lnTo>
                    <a:pt x="3108281" y="95289"/>
                  </a:lnTo>
                  <a:cubicBezTo>
                    <a:pt x="3107326" y="99190"/>
                    <a:pt x="3106845" y="103192"/>
                    <a:pt x="3106849" y="107208"/>
                  </a:cubicBezTo>
                  <a:close/>
                  <a:moveTo>
                    <a:pt x="2485141" y="79397"/>
                  </a:moveTo>
                  <a:lnTo>
                    <a:pt x="2491023" y="90998"/>
                  </a:lnTo>
                  <a:cubicBezTo>
                    <a:pt x="2493630" y="96004"/>
                    <a:pt x="2494993" y="101564"/>
                    <a:pt x="2494996" y="107208"/>
                  </a:cubicBezTo>
                  <a:lnTo>
                    <a:pt x="2494996" y="421081"/>
                  </a:lnTo>
                  <a:lnTo>
                    <a:pt x="2773111" y="421081"/>
                  </a:lnTo>
                  <a:lnTo>
                    <a:pt x="2773111" y="107208"/>
                  </a:lnTo>
                  <a:cubicBezTo>
                    <a:pt x="2773115" y="101564"/>
                    <a:pt x="2774477" y="96004"/>
                    <a:pt x="2777084" y="90998"/>
                  </a:cubicBezTo>
                  <a:lnTo>
                    <a:pt x="2782966" y="79397"/>
                  </a:lnTo>
                  <a:close/>
                  <a:moveTo>
                    <a:pt x="2757219" y="107208"/>
                  </a:moveTo>
                  <a:lnTo>
                    <a:pt x="2757219" y="405189"/>
                  </a:lnTo>
                  <a:lnTo>
                    <a:pt x="2510888" y="405189"/>
                  </a:lnTo>
                  <a:lnTo>
                    <a:pt x="2510888" y="107208"/>
                  </a:lnTo>
                  <a:cubicBezTo>
                    <a:pt x="2510893" y="103192"/>
                    <a:pt x="2510412" y="99190"/>
                    <a:pt x="2509457" y="95289"/>
                  </a:cubicBezTo>
                  <a:lnTo>
                    <a:pt x="2758651" y="95289"/>
                  </a:lnTo>
                  <a:cubicBezTo>
                    <a:pt x="2757695" y="99190"/>
                    <a:pt x="2757215" y="103192"/>
                    <a:pt x="2757219" y="107208"/>
                  </a:cubicBezTo>
                  <a:close/>
                  <a:moveTo>
                    <a:pt x="2135510" y="79397"/>
                  </a:moveTo>
                  <a:lnTo>
                    <a:pt x="2141392" y="90998"/>
                  </a:lnTo>
                  <a:cubicBezTo>
                    <a:pt x="2143999" y="96004"/>
                    <a:pt x="2145362" y="101564"/>
                    <a:pt x="2145365" y="107208"/>
                  </a:cubicBezTo>
                  <a:lnTo>
                    <a:pt x="2145365" y="421081"/>
                  </a:lnTo>
                  <a:lnTo>
                    <a:pt x="2423481" y="421081"/>
                  </a:lnTo>
                  <a:lnTo>
                    <a:pt x="2423481" y="107208"/>
                  </a:lnTo>
                  <a:cubicBezTo>
                    <a:pt x="2423485" y="101564"/>
                    <a:pt x="2424847" y="96004"/>
                    <a:pt x="2427454" y="90998"/>
                  </a:cubicBezTo>
                  <a:lnTo>
                    <a:pt x="2433336" y="79397"/>
                  </a:lnTo>
                  <a:close/>
                  <a:moveTo>
                    <a:pt x="2407588" y="107208"/>
                  </a:moveTo>
                  <a:lnTo>
                    <a:pt x="2407588" y="405189"/>
                  </a:lnTo>
                  <a:lnTo>
                    <a:pt x="2161258" y="405189"/>
                  </a:lnTo>
                  <a:lnTo>
                    <a:pt x="2161258" y="107208"/>
                  </a:lnTo>
                  <a:cubicBezTo>
                    <a:pt x="2161262" y="103192"/>
                    <a:pt x="2160781" y="99190"/>
                    <a:pt x="2159826" y="95289"/>
                  </a:cubicBezTo>
                  <a:lnTo>
                    <a:pt x="2409020" y="95289"/>
                  </a:lnTo>
                  <a:cubicBezTo>
                    <a:pt x="2408065" y="99190"/>
                    <a:pt x="2407584" y="103192"/>
                    <a:pt x="2407588" y="107208"/>
                  </a:cubicBezTo>
                  <a:close/>
                  <a:moveTo>
                    <a:pt x="1785880" y="79397"/>
                  </a:moveTo>
                  <a:lnTo>
                    <a:pt x="1791762" y="90998"/>
                  </a:lnTo>
                  <a:cubicBezTo>
                    <a:pt x="1794369" y="96004"/>
                    <a:pt x="1795731" y="101564"/>
                    <a:pt x="1795735" y="107208"/>
                  </a:cubicBezTo>
                  <a:lnTo>
                    <a:pt x="1795735" y="421081"/>
                  </a:lnTo>
                  <a:lnTo>
                    <a:pt x="2073850" y="421081"/>
                  </a:lnTo>
                  <a:lnTo>
                    <a:pt x="2073850" y="107208"/>
                  </a:lnTo>
                  <a:cubicBezTo>
                    <a:pt x="2073854" y="101564"/>
                    <a:pt x="2075216" y="96004"/>
                    <a:pt x="2077823" y="90998"/>
                  </a:cubicBezTo>
                  <a:lnTo>
                    <a:pt x="2083705" y="79397"/>
                  </a:lnTo>
                  <a:close/>
                  <a:moveTo>
                    <a:pt x="2057958" y="107208"/>
                  </a:moveTo>
                  <a:lnTo>
                    <a:pt x="2057958" y="405189"/>
                  </a:lnTo>
                  <a:lnTo>
                    <a:pt x="1811627" y="405189"/>
                  </a:lnTo>
                  <a:lnTo>
                    <a:pt x="1811627" y="107208"/>
                  </a:lnTo>
                  <a:cubicBezTo>
                    <a:pt x="1811632" y="103192"/>
                    <a:pt x="1811151" y="99190"/>
                    <a:pt x="1810195" y="95289"/>
                  </a:cubicBezTo>
                  <a:lnTo>
                    <a:pt x="2059389" y="95289"/>
                  </a:lnTo>
                  <a:cubicBezTo>
                    <a:pt x="2058434" y="99190"/>
                    <a:pt x="2057953" y="103192"/>
                    <a:pt x="2057958" y="107208"/>
                  </a:cubicBezTo>
                  <a:close/>
                  <a:moveTo>
                    <a:pt x="1436249" y="79397"/>
                  </a:moveTo>
                  <a:lnTo>
                    <a:pt x="1442131" y="90998"/>
                  </a:lnTo>
                  <a:cubicBezTo>
                    <a:pt x="1444738" y="96004"/>
                    <a:pt x="1446101" y="101564"/>
                    <a:pt x="1446104" y="107208"/>
                  </a:cubicBezTo>
                  <a:lnTo>
                    <a:pt x="1446104" y="421081"/>
                  </a:lnTo>
                  <a:lnTo>
                    <a:pt x="1724220" y="421081"/>
                  </a:lnTo>
                  <a:lnTo>
                    <a:pt x="1724220" y="107208"/>
                  </a:lnTo>
                  <a:cubicBezTo>
                    <a:pt x="1724223" y="101564"/>
                    <a:pt x="1725586" y="96004"/>
                    <a:pt x="1728193" y="90998"/>
                  </a:cubicBezTo>
                  <a:lnTo>
                    <a:pt x="1734075" y="79397"/>
                  </a:lnTo>
                  <a:close/>
                  <a:moveTo>
                    <a:pt x="1708327" y="107208"/>
                  </a:moveTo>
                  <a:lnTo>
                    <a:pt x="1708327" y="405189"/>
                  </a:lnTo>
                  <a:lnTo>
                    <a:pt x="1461997" y="405189"/>
                  </a:lnTo>
                  <a:lnTo>
                    <a:pt x="1461997" y="107208"/>
                  </a:lnTo>
                  <a:cubicBezTo>
                    <a:pt x="1462001" y="103192"/>
                    <a:pt x="1461520" y="99190"/>
                    <a:pt x="1460565" y="95289"/>
                  </a:cubicBezTo>
                  <a:lnTo>
                    <a:pt x="1709759" y="95289"/>
                  </a:lnTo>
                  <a:cubicBezTo>
                    <a:pt x="1708804" y="99190"/>
                    <a:pt x="1708323" y="103192"/>
                    <a:pt x="1708327" y="107208"/>
                  </a:cubicBezTo>
                  <a:close/>
                  <a:moveTo>
                    <a:pt x="1086619" y="79397"/>
                  </a:moveTo>
                  <a:lnTo>
                    <a:pt x="1092500" y="90998"/>
                  </a:lnTo>
                  <a:cubicBezTo>
                    <a:pt x="1095107" y="96004"/>
                    <a:pt x="1096470" y="101564"/>
                    <a:pt x="1096474" y="107208"/>
                  </a:cubicBezTo>
                  <a:lnTo>
                    <a:pt x="1096474" y="421081"/>
                  </a:lnTo>
                  <a:lnTo>
                    <a:pt x="1374589" y="421081"/>
                  </a:lnTo>
                  <a:lnTo>
                    <a:pt x="1374589" y="107208"/>
                  </a:lnTo>
                  <a:cubicBezTo>
                    <a:pt x="1374593" y="101564"/>
                    <a:pt x="1375955" y="96004"/>
                    <a:pt x="1378562" y="90998"/>
                  </a:cubicBezTo>
                  <a:lnTo>
                    <a:pt x="1384444" y="79397"/>
                  </a:lnTo>
                  <a:close/>
                  <a:moveTo>
                    <a:pt x="1358696" y="107208"/>
                  </a:moveTo>
                  <a:lnTo>
                    <a:pt x="1358696" y="405189"/>
                  </a:lnTo>
                  <a:lnTo>
                    <a:pt x="1112366" y="405189"/>
                  </a:lnTo>
                  <a:lnTo>
                    <a:pt x="1112366" y="107208"/>
                  </a:lnTo>
                  <a:cubicBezTo>
                    <a:pt x="1112370" y="103192"/>
                    <a:pt x="1111890" y="99190"/>
                    <a:pt x="1110934" y="95289"/>
                  </a:cubicBezTo>
                  <a:lnTo>
                    <a:pt x="1360128" y="95289"/>
                  </a:lnTo>
                  <a:cubicBezTo>
                    <a:pt x="1359173" y="99190"/>
                    <a:pt x="1358692" y="103192"/>
                    <a:pt x="1358697" y="107208"/>
                  </a:cubicBezTo>
                  <a:close/>
                  <a:moveTo>
                    <a:pt x="736988" y="79397"/>
                  </a:moveTo>
                  <a:lnTo>
                    <a:pt x="742870" y="90998"/>
                  </a:lnTo>
                  <a:cubicBezTo>
                    <a:pt x="745477" y="96004"/>
                    <a:pt x="746839" y="101564"/>
                    <a:pt x="746843" y="107208"/>
                  </a:cubicBezTo>
                  <a:lnTo>
                    <a:pt x="746843" y="421081"/>
                  </a:lnTo>
                  <a:lnTo>
                    <a:pt x="1024958" y="421081"/>
                  </a:lnTo>
                  <a:lnTo>
                    <a:pt x="1024958" y="107208"/>
                  </a:lnTo>
                  <a:cubicBezTo>
                    <a:pt x="1024962" y="101564"/>
                    <a:pt x="1026325" y="96004"/>
                    <a:pt x="1028931" y="90998"/>
                  </a:cubicBezTo>
                  <a:lnTo>
                    <a:pt x="1034814" y="79397"/>
                  </a:lnTo>
                  <a:close/>
                  <a:moveTo>
                    <a:pt x="1009066" y="107208"/>
                  </a:moveTo>
                  <a:lnTo>
                    <a:pt x="1009066" y="405189"/>
                  </a:lnTo>
                  <a:lnTo>
                    <a:pt x="762735" y="405189"/>
                  </a:lnTo>
                  <a:lnTo>
                    <a:pt x="762735" y="107208"/>
                  </a:lnTo>
                  <a:cubicBezTo>
                    <a:pt x="762740" y="103192"/>
                    <a:pt x="762259" y="99190"/>
                    <a:pt x="761304" y="95289"/>
                  </a:cubicBezTo>
                  <a:lnTo>
                    <a:pt x="1010498" y="95289"/>
                  </a:lnTo>
                  <a:cubicBezTo>
                    <a:pt x="1009542" y="99190"/>
                    <a:pt x="1009062" y="103192"/>
                    <a:pt x="1009066" y="107208"/>
                  </a:cubicBezTo>
                  <a:close/>
                  <a:moveTo>
                    <a:pt x="387358" y="79397"/>
                  </a:moveTo>
                  <a:lnTo>
                    <a:pt x="393239" y="90998"/>
                  </a:lnTo>
                  <a:cubicBezTo>
                    <a:pt x="395846" y="96004"/>
                    <a:pt x="397209" y="101564"/>
                    <a:pt x="397212" y="107208"/>
                  </a:cubicBezTo>
                  <a:lnTo>
                    <a:pt x="397212" y="421081"/>
                  </a:lnTo>
                  <a:lnTo>
                    <a:pt x="675328" y="421081"/>
                  </a:lnTo>
                  <a:lnTo>
                    <a:pt x="675328" y="107208"/>
                  </a:lnTo>
                  <a:cubicBezTo>
                    <a:pt x="675331" y="101564"/>
                    <a:pt x="676694" y="96004"/>
                    <a:pt x="679301" y="90998"/>
                  </a:cubicBezTo>
                  <a:lnTo>
                    <a:pt x="685183" y="79397"/>
                  </a:lnTo>
                  <a:close/>
                  <a:moveTo>
                    <a:pt x="659435" y="107208"/>
                  </a:moveTo>
                  <a:lnTo>
                    <a:pt x="659435" y="405189"/>
                  </a:lnTo>
                  <a:lnTo>
                    <a:pt x="413105" y="405189"/>
                  </a:lnTo>
                  <a:lnTo>
                    <a:pt x="413105" y="107208"/>
                  </a:lnTo>
                  <a:cubicBezTo>
                    <a:pt x="413109" y="103192"/>
                    <a:pt x="412628" y="99190"/>
                    <a:pt x="411673" y="95289"/>
                  </a:cubicBezTo>
                  <a:lnTo>
                    <a:pt x="660867" y="95289"/>
                  </a:lnTo>
                  <a:cubicBezTo>
                    <a:pt x="659912" y="99190"/>
                    <a:pt x="659431" y="103192"/>
                    <a:pt x="659436" y="107208"/>
                  </a:cubicBezTo>
                  <a:close/>
                  <a:moveTo>
                    <a:pt x="3184402" y="79397"/>
                  </a:moveTo>
                  <a:lnTo>
                    <a:pt x="3190284" y="90998"/>
                  </a:lnTo>
                  <a:cubicBezTo>
                    <a:pt x="3192891" y="96004"/>
                    <a:pt x="3194254" y="101564"/>
                    <a:pt x="3194257" y="107208"/>
                  </a:cubicBezTo>
                  <a:lnTo>
                    <a:pt x="3194257" y="421081"/>
                  </a:lnTo>
                  <a:lnTo>
                    <a:pt x="3472372" y="421081"/>
                  </a:lnTo>
                  <a:lnTo>
                    <a:pt x="3472372" y="107208"/>
                  </a:lnTo>
                  <a:cubicBezTo>
                    <a:pt x="3472376" y="101564"/>
                    <a:pt x="3473738" y="96004"/>
                    <a:pt x="3476345" y="90998"/>
                  </a:cubicBezTo>
                  <a:lnTo>
                    <a:pt x="3482227" y="79397"/>
                  </a:lnTo>
                  <a:close/>
                  <a:moveTo>
                    <a:pt x="3456480" y="107208"/>
                  </a:moveTo>
                  <a:lnTo>
                    <a:pt x="3456480" y="405189"/>
                  </a:lnTo>
                  <a:lnTo>
                    <a:pt x="3210149" y="405189"/>
                  </a:lnTo>
                  <a:lnTo>
                    <a:pt x="3210149" y="107208"/>
                  </a:lnTo>
                  <a:cubicBezTo>
                    <a:pt x="3210154" y="103192"/>
                    <a:pt x="3209673" y="99190"/>
                    <a:pt x="3208718" y="95289"/>
                  </a:cubicBezTo>
                  <a:lnTo>
                    <a:pt x="3457912" y="95289"/>
                  </a:lnTo>
                  <a:cubicBezTo>
                    <a:pt x="3456956" y="99190"/>
                    <a:pt x="3456476" y="103192"/>
                    <a:pt x="3456480" y="107208"/>
                  </a:cubicBezTo>
                  <a:close/>
                  <a:moveTo>
                    <a:pt x="2834771" y="79397"/>
                  </a:moveTo>
                  <a:lnTo>
                    <a:pt x="2840653" y="90998"/>
                  </a:lnTo>
                  <a:cubicBezTo>
                    <a:pt x="2843260" y="96004"/>
                    <a:pt x="2844623" y="101564"/>
                    <a:pt x="2844627" y="107208"/>
                  </a:cubicBezTo>
                  <a:lnTo>
                    <a:pt x="2844627" y="421081"/>
                  </a:lnTo>
                  <a:lnTo>
                    <a:pt x="3122742" y="421081"/>
                  </a:lnTo>
                  <a:lnTo>
                    <a:pt x="3122742" y="107208"/>
                  </a:lnTo>
                  <a:cubicBezTo>
                    <a:pt x="3122746" y="101564"/>
                    <a:pt x="3124108" y="96004"/>
                    <a:pt x="3126715" y="90998"/>
                  </a:cubicBezTo>
                  <a:lnTo>
                    <a:pt x="3132597" y="79397"/>
                  </a:lnTo>
                  <a:close/>
                  <a:moveTo>
                    <a:pt x="3106849" y="107208"/>
                  </a:moveTo>
                  <a:lnTo>
                    <a:pt x="3106849" y="405189"/>
                  </a:lnTo>
                  <a:lnTo>
                    <a:pt x="2860519" y="405189"/>
                  </a:lnTo>
                  <a:lnTo>
                    <a:pt x="2860519" y="107208"/>
                  </a:lnTo>
                  <a:cubicBezTo>
                    <a:pt x="2860523" y="103192"/>
                    <a:pt x="2860043" y="99190"/>
                    <a:pt x="2859087" y="95289"/>
                  </a:cubicBezTo>
                  <a:lnTo>
                    <a:pt x="3108281" y="95289"/>
                  </a:lnTo>
                  <a:cubicBezTo>
                    <a:pt x="3107326" y="99190"/>
                    <a:pt x="3106845" y="103192"/>
                    <a:pt x="3106849" y="107208"/>
                  </a:cubicBezTo>
                  <a:close/>
                  <a:moveTo>
                    <a:pt x="2485141" y="79397"/>
                  </a:moveTo>
                  <a:lnTo>
                    <a:pt x="2491023" y="90998"/>
                  </a:lnTo>
                  <a:cubicBezTo>
                    <a:pt x="2493630" y="96004"/>
                    <a:pt x="2494993" y="101564"/>
                    <a:pt x="2494996" y="107208"/>
                  </a:cubicBezTo>
                  <a:lnTo>
                    <a:pt x="2494996" y="421081"/>
                  </a:lnTo>
                  <a:lnTo>
                    <a:pt x="2773111" y="421081"/>
                  </a:lnTo>
                  <a:lnTo>
                    <a:pt x="2773111" y="107208"/>
                  </a:lnTo>
                  <a:cubicBezTo>
                    <a:pt x="2773115" y="101564"/>
                    <a:pt x="2774477" y="96004"/>
                    <a:pt x="2777084" y="90998"/>
                  </a:cubicBezTo>
                  <a:lnTo>
                    <a:pt x="2782966" y="79397"/>
                  </a:lnTo>
                  <a:close/>
                  <a:moveTo>
                    <a:pt x="2757219" y="107208"/>
                  </a:moveTo>
                  <a:lnTo>
                    <a:pt x="2757219" y="405189"/>
                  </a:lnTo>
                  <a:lnTo>
                    <a:pt x="2510888" y="405189"/>
                  </a:lnTo>
                  <a:lnTo>
                    <a:pt x="2510888" y="107208"/>
                  </a:lnTo>
                  <a:cubicBezTo>
                    <a:pt x="2510893" y="103192"/>
                    <a:pt x="2510412" y="99190"/>
                    <a:pt x="2509457" y="95289"/>
                  </a:cubicBezTo>
                  <a:lnTo>
                    <a:pt x="2758651" y="95289"/>
                  </a:lnTo>
                  <a:cubicBezTo>
                    <a:pt x="2757695" y="99190"/>
                    <a:pt x="2757215" y="103192"/>
                    <a:pt x="2757219" y="107208"/>
                  </a:cubicBezTo>
                  <a:close/>
                  <a:moveTo>
                    <a:pt x="2135510" y="79397"/>
                  </a:moveTo>
                  <a:lnTo>
                    <a:pt x="2141392" y="90998"/>
                  </a:lnTo>
                  <a:cubicBezTo>
                    <a:pt x="2143999" y="96004"/>
                    <a:pt x="2145362" y="101564"/>
                    <a:pt x="2145365" y="107208"/>
                  </a:cubicBezTo>
                  <a:lnTo>
                    <a:pt x="2145365" y="421081"/>
                  </a:lnTo>
                  <a:lnTo>
                    <a:pt x="2423481" y="421081"/>
                  </a:lnTo>
                  <a:lnTo>
                    <a:pt x="2423481" y="107208"/>
                  </a:lnTo>
                  <a:cubicBezTo>
                    <a:pt x="2423485" y="101564"/>
                    <a:pt x="2424847" y="96004"/>
                    <a:pt x="2427454" y="90998"/>
                  </a:cubicBezTo>
                  <a:lnTo>
                    <a:pt x="2433336" y="79397"/>
                  </a:lnTo>
                  <a:close/>
                  <a:moveTo>
                    <a:pt x="2407588" y="107208"/>
                  </a:moveTo>
                  <a:lnTo>
                    <a:pt x="2407588" y="405189"/>
                  </a:lnTo>
                  <a:lnTo>
                    <a:pt x="2161258" y="405189"/>
                  </a:lnTo>
                  <a:lnTo>
                    <a:pt x="2161258" y="107208"/>
                  </a:lnTo>
                  <a:cubicBezTo>
                    <a:pt x="2161262" y="103192"/>
                    <a:pt x="2160781" y="99190"/>
                    <a:pt x="2159826" y="95289"/>
                  </a:cubicBezTo>
                  <a:lnTo>
                    <a:pt x="2409020" y="95289"/>
                  </a:lnTo>
                  <a:cubicBezTo>
                    <a:pt x="2408065" y="99190"/>
                    <a:pt x="2407584" y="103192"/>
                    <a:pt x="2407588" y="107208"/>
                  </a:cubicBezTo>
                  <a:close/>
                  <a:moveTo>
                    <a:pt x="1785880" y="79397"/>
                  </a:moveTo>
                  <a:lnTo>
                    <a:pt x="1791762" y="90998"/>
                  </a:lnTo>
                  <a:cubicBezTo>
                    <a:pt x="1794369" y="96004"/>
                    <a:pt x="1795731" y="101564"/>
                    <a:pt x="1795735" y="107208"/>
                  </a:cubicBezTo>
                  <a:lnTo>
                    <a:pt x="1795735" y="421081"/>
                  </a:lnTo>
                  <a:lnTo>
                    <a:pt x="2073850" y="421081"/>
                  </a:lnTo>
                  <a:lnTo>
                    <a:pt x="2073850" y="107208"/>
                  </a:lnTo>
                  <a:cubicBezTo>
                    <a:pt x="2073854" y="101564"/>
                    <a:pt x="2075216" y="96004"/>
                    <a:pt x="2077823" y="90998"/>
                  </a:cubicBezTo>
                  <a:lnTo>
                    <a:pt x="2083705" y="79397"/>
                  </a:lnTo>
                  <a:close/>
                  <a:moveTo>
                    <a:pt x="2057958" y="107208"/>
                  </a:moveTo>
                  <a:lnTo>
                    <a:pt x="2057958" y="405189"/>
                  </a:lnTo>
                  <a:lnTo>
                    <a:pt x="1811627" y="405189"/>
                  </a:lnTo>
                  <a:lnTo>
                    <a:pt x="1811627" y="107208"/>
                  </a:lnTo>
                  <a:cubicBezTo>
                    <a:pt x="1811632" y="103192"/>
                    <a:pt x="1811151" y="99190"/>
                    <a:pt x="1810195" y="95289"/>
                  </a:cubicBezTo>
                  <a:lnTo>
                    <a:pt x="2059389" y="95289"/>
                  </a:lnTo>
                  <a:cubicBezTo>
                    <a:pt x="2058434" y="99190"/>
                    <a:pt x="2057953" y="103192"/>
                    <a:pt x="2057958" y="107208"/>
                  </a:cubicBezTo>
                  <a:close/>
                  <a:moveTo>
                    <a:pt x="1436249" y="79397"/>
                  </a:moveTo>
                  <a:lnTo>
                    <a:pt x="1442131" y="90998"/>
                  </a:lnTo>
                  <a:cubicBezTo>
                    <a:pt x="1444738" y="96004"/>
                    <a:pt x="1446101" y="101564"/>
                    <a:pt x="1446104" y="107208"/>
                  </a:cubicBezTo>
                  <a:lnTo>
                    <a:pt x="1446104" y="421081"/>
                  </a:lnTo>
                  <a:lnTo>
                    <a:pt x="1724220" y="421081"/>
                  </a:lnTo>
                  <a:lnTo>
                    <a:pt x="1724220" y="107208"/>
                  </a:lnTo>
                  <a:cubicBezTo>
                    <a:pt x="1724223" y="101564"/>
                    <a:pt x="1725586" y="96004"/>
                    <a:pt x="1728193" y="90998"/>
                  </a:cubicBezTo>
                  <a:lnTo>
                    <a:pt x="1734075" y="79397"/>
                  </a:lnTo>
                  <a:close/>
                  <a:moveTo>
                    <a:pt x="1708327" y="107208"/>
                  </a:moveTo>
                  <a:lnTo>
                    <a:pt x="1708327" y="405189"/>
                  </a:lnTo>
                  <a:lnTo>
                    <a:pt x="1461997" y="405189"/>
                  </a:lnTo>
                  <a:lnTo>
                    <a:pt x="1461997" y="107208"/>
                  </a:lnTo>
                  <a:cubicBezTo>
                    <a:pt x="1462001" y="103192"/>
                    <a:pt x="1461520" y="99190"/>
                    <a:pt x="1460565" y="95289"/>
                  </a:cubicBezTo>
                  <a:lnTo>
                    <a:pt x="1709759" y="95289"/>
                  </a:lnTo>
                  <a:cubicBezTo>
                    <a:pt x="1708804" y="99190"/>
                    <a:pt x="1708323" y="103192"/>
                    <a:pt x="1708327" y="107208"/>
                  </a:cubicBezTo>
                  <a:close/>
                  <a:moveTo>
                    <a:pt x="1086619" y="79397"/>
                  </a:moveTo>
                  <a:lnTo>
                    <a:pt x="1092500" y="90998"/>
                  </a:lnTo>
                  <a:cubicBezTo>
                    <a:pt x="1095107" y="96004"/>
                    <a:pt x="1096470" y="101564"/>
                    <a:pt x="1096474" y="107208"/>
                  </a:cubicBezTo>
                  <a:lnTo>
                    <a:pt x="1096474" y="421081"/>
                  </a:lnTo>
                  <a:lnTo>
                    <a:pt x="1374589" y="421081"/>
                  </a:lnTo>
                  <a:lnTo>
                    <a:pt x="1374589" y="107208"/>
                  </a:lnTo>
                  <a:cubicBezTo>
                    <a:pt x="1374593" y="101564"/>
                    <a:pt x="1375955" y="96004"/>
                    <a:pt x="1378562" y="90998"/>
                  </a:cubicBezTo>
                  <a:lnTo>
                    <a:pt x="1384444" y="79397"/>
                  </a:lnTo>
                  <a:close/>
                  <a:moveTo>
                    <a:pt x="1358696" y="107208"/>
                  </a:moveTo>
                  <a:lnTo>
                    <a:pt x="1358696" y="405189"/>
                  </a:lnTo>
                  <a:lnTo>
                    <a:pt x="1112366" y="405189"/>
                  </a:lnTo>
                  <a:lnTo>
                    <a:pt x="1112366" y="107208"/>
                  </a:lnTo>
                  <a:cubicBezTo>
                    <a:pt x="1112370" y="103192"/>
                    <a:pt x="1111890" y="99190"/>
                    <a:pt x="1110934" y="95289"/>
                  </a:cubicBezTo>
                  <a:lnTo>
                    <a:pt x="1360128" y="95289"/>
                  </a:lnTo>
                  <a:cubicBezTo>
                    <a:pt x="1359173" y="99190"/>
                    <a:pt x="1358692" y="103192"/>
                    <a:pt x="1358697" y="107208"/>
                  </a:cubicBezTo>
                  <a:close/>
                  <a:moveTo>
                    <a:pt x="736988" y="79397"/>
                  </a:moveTo>
                  <a:lnTo>
                    <a:pt x="742870" y="90998"/>
                  </a:lnTo>
                  <a:cubicBezTo>
                    <a:pt x="745477" y="96004"/>
                    <a:pt x="746839" y="101564"/>
                    <a:pt x="746843" y="107208"/>
                  </a:cubicBezTo>
                  <a:lnTo>
                    <a:pt x="746843" y="421081"/>
                  </a:lnTo>
                  <a:lnTo>
                    <a:pt x="1024958" y="421081"/>
                  </a:lnTo>
                  <a:lnTo>
                    <a:pt x="1024958" y="107208"/>
                  </a:lnTo>
                  <a:cubicBezTo>
                    <a:pt x="1024962" y="101564"/>
                    <a:pt x="1026325" y="96004"/>
                    <a:pt x="1028931" y="90998"/>
                  </a:cubicBezTo>
                  <a:lnTo>
                    <a:pt x="1034814" y="79397"/>
                  </a:lnTo>
                  <a:close/>
                  <a:moveTo>
                    <a:pt x="1009066" y="107208"/>
                  </a:moveTo>
                  <a:lnTo>
                    <a:pt x="1009066" y="405189"/>
                  </a:lnTo>
                  <a:lnTo>
                    <a:pt x="762735" y="405189"/>
                  </a:lnTo>
                  <a:lnTo>
                    <a:pt x="762735" y="107208"/>
                  </a:lnTo>
                  <a:cubicBezTo>
                    <a:pt x="762740" y="103192"/>
                    <a:pt x="762259" y="99190"/>
                    <a:pt x="761304" y="95289"/>
                  </a:cubicBezTo>
                  <a:lnTo>
                    <a:pt x="1010498" y="95289"/>
                  </a:lnTo>
                  <a:cubicBezTo>
                    <a:pt x="1009542" y="99190"/>
                    <a:pt x="1009062" y="103192"/>
                    <a:pt x="1009066" y="107208"/>
                  </a:cubicBezTo>
                  <a:close/>
                  <a:moveTo>
                    <a:pt x="387358" y="79397"/>
                  </a:moveTo>
                  <a:lnTo>
                    <a:pt x="393239" y="90998"/>
                  </a:lnTo>
                  <a:cubicBezTo>
                    <a:pt x="395846" y="96004"/>
                    <a:pt x="397209" y="101564"/>
                    <a:pt x="397212" y="107208"/>
                  </a:cubicBezTo>
                  <a:lnTo>
                    <a:pt x="397212" y="421081"/>
                  </a:lnTo>
                  <a:lnTo>
                    <a:pt x="675328" y="421081"/>
                  </a:lnTo>
                  <a:lnTo>
                    <a:pt x="675328" y="107208"/>
                  </a:lnTo>
                  <a:cubicBezTo>
                    <a:pt x="675331" y="101564"/>
                    <a:pt x="676694" y="96004"/>
                    <a:pt x="679301" y="90998"/>
                  </a:cubicBezTo>
                  <a:lnTo>
                    <a:pt x="685183" y="79397"/>
                  </a:lnTo>
                  <a:close/>
                  <a:moveTo>
                    <a:pt x="659435" y="107208"/>
                  </a:moveTo>
                  <a:lnTo>
                    <a:pt x="659435" y="405189"/>
                  </a:lnTo>
                  <a:lnTo>
                    <a:pt x="413105" y="405189"/>
                  </a:lnTo>
                  <a:lnTo>
                    <a:pt x="413105" y="107208"/>
                  </a:lnTo>
                  <a:cubicBezTo>
                    <a:pt x="413109" y="103192"/>
                    <a:pt x="412628" y="99190"/>
                    <a:pt x="411673" y="95289"/>
                  </a:cubicBezTo>
                  <a:lnTo>
                    <a:pt x="660867" y="95289"/>
                  </a:lnTo>
                  <a:cubicBezTo>
                    <a:pt x="659912" y="99190"/>
                    <a:pt x="659431" y="103192"/>
                    <a:pt x="659436" y="107208"/>
                  </a:cubicBezTo>
                  <a:close/>
                  <a:moveTo>
                    <a:pt x="3184402" y="79397"/>
                  </a:moveTo>
                  <a:lnTo>
                    <a:pt x="3190284" y="90998"/>
                  </a:lnTo>
                  <a:cubicBezTo>
                    <a:pt x="3192891" y="96004"/>
                    <a:pt x="3194254" y="101564"/>
                    <a:pt x="3194257" y="107208"/>
                  </a:cubicBezTo>
                  <a:lnTo>
                    <a:pt x="3194257" y="421081"/>
                  </a:lnTo>
                  <a:lnTo>
                    <a:pt x="3472372" y="421081"/>
                  </a:lnTo>
                  <a:lnTo>
                    <a:pt x="3472372" y="107208"/>
                  </a:lnTo>
                  <a:cubicBezTo>
                    <a:pt x="3472376" y="101564"/>
                    <a:pt x="3473738" y="96004"/>
                    <a:pt x="3476345" y="90998"/>
                  </a:cubicBezTo>
                  <a:lnTo>
                    <a:pt x="3482227" y="79397"/>
                  </a:lnTo>
                  <a:close/>
                  <a:moveTo>
                    <a:pt x="3456480" y="107208"/>
                  </a:moveTo>
                  <a:lnTo>
                    <a:pt x="3456480" y="405189"/>
                  </a:lnTo>
                  <a:lnTo>
                    <a:pt x="3210149" y="405189"/>
                  </a:lnTo>
                  <a:lnTo>
                    <a:pt x="3210149" y="107208"/>
                  </a:lnTo>
                  <a:cubicBezTo>
                    <a:pt x="3210154" y="103192"/>
                    <a:pt x="3209673" y="99190"/>
                    <a:pt x="3208718" y="95289"/>
                  </a:cubicBezTo>
                  <a:lnTo>
                    <a:pt x="3457912" y="95289"/>
                  </a:lnTo>
                  <a:cubicBezTo>
                    <a:pt x="3456956" y="99190"/>
                    <a:pt x="3456476" y="103192"/>
                    <a:pt x="3456480" y="107208"/>
                  </a:cubicBezTo>
                  <a:close/>
                  <a:moveTo>
                    <a:pt x="2840653" y="90998"/>
                  </a:moveTo>
                  <a:cubicBezTo>
                    <a:pt x="2843260" y="96004"/>
                    <a:pt x="2844623" y="101564"/>
                    <a:pt x="2844627" y="107208"/>
                  </a:cubicBezTo>
                  <a:lnTo>
                    <a:pt x="2844627" y="421081"/>
                  </a:lnTo>
                  <a:lnTo>
                    <a:pt x="3122742" y="421081"/>
                  </a:lnTo>
                  <a:lnTo>
                    <a:pt x="3122742" y="107208"/>
                  </a:lnTo>
                  <a:cubicBezTo>
                    <a:pt x="3122746" y="101564"/>
                    <a:pt x="3124108" y="96004"/>
                    <a:pt x="3126715" y="90998"/>
                  </a:cubicBezTo>
                  <a:lnTo>
                    <a:pt x="3132597" y="79397"/>
                  </a:lnTo>
                  <a:lnTo>
                    <a:pt x="2834771" y="79397"/>
                  </a:lnTo>
                  <a:close/>
                  <a:moveTo>
                    <a:pt x="3108281" y="95289"/>
                  </a:moveTo>
                  <a:cubicBezTo>
                    <a:pt x="3107326" y="99190"/>
                    <a:pt x="3106845" y="103192"/>
                    <a:pt x="3106849" y="107208"/>
                  </a:cubicBezTo>
                  <a:lnTo>
                    <a:pt x="3106849" y="405189"/>
                  </a:lnTo>
                  <a:lnTo>
                    <a:pt x="2860519" y="405189"/>
                  </a:lnTo>
                  <a:lnTo>
                    <a:pt x="2860519" y="107208"/>
                  </a:lnTo>
                  <a:cubicBezTo>
                    <a:pt x="2860523" y="103192"/>
                    <a:pt x="2860043" y="99190"/>
                    <a:pt x="2859087" y="95289"/>
                  </a:cubicBezTo>
                  <a:close/>
                  <a:moveTo>
                    <a:pt x="2491023" y="90998"/>
                  </a:moveTo>
                  <a:cubicBezTo>
                    <a:pt x="2493630" y="96004"/>
                    <a:pt x="2494993" y="101564"/>
                    <a:pt x="2494996" y="107208"/>
                  </a:cubicBezTo>
                  <a:lnTo>
                    <a:pt x="2494996" y="421081"/>
                  </a:lnTo>
                  <a:lnTo>
                    <a:pt x="2773111" y="421081"/>
                  </a:lnTo>
                  <a:lnTo>
                    <a:pt x="2773111" y="107208"/>
                  </a:lnTo>
                  <a:cubicBezTo>
                    <a:pt x="2773115" y="101564"/>
                    <a:pt x="2774477" y="96004"/>
                    <a:pt x="2777084" y="90998"/>
                  </a:cubicBezTo>
                  <a:lnTo>
                    <a:pt x="2782966" y="79397"/>
                  </a:lnTo>
                  <a:lnTo>
                    <a:pt x="2485141" y="79397"/>
                  </a:lnTo>
                  <a:close/>
                  <a:moveTo>
                    <a:pt x="2758651" y="95289"/>
                  </a:moveTo>
                  <a:cubicBezTo>
                    <a:pt x="2757695" y="99190"/>
                    <a:pt x="2757215" y="103192"/>
                    <a:pt x="2757219" y="107208"/>
                  </a:cubicBezTo>
                  <a:lnTo>
                    <a:pt x="2757219" y="405189"/>
                  </a:lnTo>
                  <a:lnTo>
                    <a:pt x="2510888" y="405189"/>
                  </a:lnTo>
                  <a:lnTo>
                    <a:pt x="2510888" y="107208"/>
                  </a:lnTo>
                  <a:cubicBezTo>
                    <a:pt x="2510893" y="103192"/>
                    <a:pt x="2510412" y="99190"/>
                    <a:pt x="2509457" y="95289"/>
                  </a:cubicBezTo>
                  <a:close/>
                  <a:moveTo>
                    <a:pt x="2141392" y="90998"/>
                  </a:moveTo>
                  <a:cubicBezTo>
                    <a:pt x="2143999" y="96004"/>
                    <a:pt x="2145362" y="101564"/>
                    <a:pt x="2145365" y="107208"/>
                  </a:cubicBezTo>
                  <a:lnTo>
                    <a:pt x="2145365" y="421081"/>
                  </a:lnTo>
                  <a:lnTo>
                    <a:pt x="2423481" y="421081"/>
                  </a:lnTo>
                  <a:lnTo>
                    <a:pt x="2423481" y="107208"/>
                  </a:lnTo>
                  <a:cubicBezTo>
                    <a:pt x="2423485" y="101564"/>
                    <a:pt x="2424847" y="96004"/>
                    <a:pt x="2427454" y="90998"/>
                  </a:cubicBezTo>
                  <a:lnTo>
                    <a:pt x="2433336" y="79397"/>
                  </a:lnTo>
                  <a:lnTo>
                    <a:pt x="2135510" y="79397"/>
                  </a:lnTo>
                  <a:close/>
                  <a:moveTo>
                    <a:pt x="2409020" y="95289"/>
                  </a:moveTo>
                  <a:cubicBezTo>
                    <a:pt x="2408065" y="99190"/>
                    <a:pt x="2407584" y="103192"/>
                    <a:pt x="2407588" y="107208"/>
                  </a:cubicBezTo>
                  <a:lnTo>
                    <a:pt x="2407588" y="405189"/>
                  </a:lnTo>
                  <a:lnTo>
                    <a:pt x="2161258" y="405189"/>
                  </a:lnTo>
                  <a:lnTo>
                    <a:pt x="2161258" y="107208"/>
                  </a:lnTo>
                  <a:cubicBezTo>
                    <a:pt x="2161262" y="103192"/>
                    <a:pt x="2160781" y="99190"/>
                    <a:pt x="2159826" y="95289"/>
                  </a:cubicBezTo>
                  <a:close/>
                  <a:moveTo>
                    <a:pt x="1791762" y="90998"/>
                  </a:moveTo>
                  <a:cubicBezTo>
                    <a:pt x="1794369" y="96004"/>
                    <a:pt x="1795731" y="101564"/>
                    <a:pt x="1795735" y="107208"/>
                  </a:cubicBezTo>
                  <a:lnTo>
                    <a:pt x="1795735" y="421081"/>
                  </a:lnTo>
                  <a:lnTo>
                    <a:pt x="2073850" y="421081"/>
                  </a:lnTo>
                  <a:lnTo>
                    <a:pt x="2073850" y="107208"/>
                  </a:lnTo>
                  <a:cubicBezTo>
                    <a:pt x="2073854" y="101564"/>
                    <a:pt x="2075216" y="96004"/>
                    <a:pt x="2077823" y="90998"/>
                  </a:cubicBezTo>
                  <a:lnTo>
                    <a:pt x="2083705" y="79397"/>
                  </a:lnTo>
                  <a:lnTo>
                    <a:pt x="1785880" y="79397"/>
                  </a:lnTo>
                  <a:close/>
                  <a:moveTo>
                    <a:pt x="2059389" y="95289"/>
                  </a:moveTo>
                  <a:cubicBezTo>
                    <a:pt x="2058434" y="99190"/>
                    <a:pt x="2057953" y="103192"/>
                    <a:pt x="2057958" y="107208"/>
                  </a:cubicBezTo>
                  <a:lnTo>
                    <a:pt x="2057958" y="405189"/>
                  </a:lnTo>
                  <a:lnTo>
                    <a:pt x="1811627" y="405189"/>
                  </a:lnTo>
                  <a:lnTo>
                    <a:pt x="1811627" y="107208"/>
                  </a:lnTo>
                  <a:cubicBezTo>
                    <a:pt x="1811632" y="103192"/>
                    <a:pt x="1811151" y="99190"/>
                    <a:pt x="1810195" y="95289"/>
                  </a:cubicBezTo>
                  <a:close/>
                  <a:moveTo>
                    <a:pt x="1442131" y="90998"/>
                  </a:moveTo>
                  <a:cubicBezTo>
                    <a:pt x="1444738" y="96004"/>
                    <a:pt x="1446101" y="101564"/>
                    <a:pt x="1446104" y="107208"/>
                  </a:cubicBezTo>
                  <a:lnTo>
                    <a:pt x="1446104" y="421081"/>
                  </a:lnTo>
                  <a:lnTo>
                    <a:pt x="1724220" y="421081"/>
                  </a:lnTo>
                  <a:lnTo>
                    <a:pt x="1724220" y="107208"/>
                  </a:lnTo>
                  <a:cubicBezTo>
                    <a:pt x="1724223" y="101564"/>
                    <a:pt x="1725586" y="96004"/>
                    <a:pt x="1728193" y="90998"/>
                  </a:cubicBezTo>
                  <a:lnTo>
                    <a:pt x="1734075" y="79397"/>
                  </a:lnTo>
                  <a:lnTo>
                    <a:pt x="1436249" y="79397"/>
                  </a:lnTo>
                  <a:close/>
                  <a:moveTo>
                    <a:pt x="1709759" y="95289"/>
                  </a:moveTo>
                  <a:cubicBezTo>
                    <a:pt x="1708804" y="99190"/>
                    <a:pt x="1708323" y="103192"/>
                    <a:pt x="1708327" y="107208"/>
                  </a:cubicBezTo>
                  <a:lnTo>
                    <a:pt x="1708327" y="405189"/>
                  </a:lnTo>
                  <a:lnTo>
                    <a:pt x="1461997" y="405189"/>
                  </a:lnTo>
                  <a:lnTo>
                    <a:pt x="1461997" y="107208"/>
                  </a:lnTo>
                  <a:cubicBezTo>
                    <a:pt x="1462001" y="103192"/>
                    <a:pt x="1461520" y="99190"/>
                    <a:pt x="1460565" y="95289"/>
                  </a:cubicBezTo>
                  <a:close/>
                  <a:moveTo>
                    <a:pt x="1092500" y="90998"/>
                  </a:moveTo>
                  <a:cubicBezTo>
                    <a:pt x="1095107" y="96004"/>
                    <a:pt x="1096470" y="101564"/>
                    <a:pt x="1096474" y="107208"/>
                  </a:cubicBezTo>
                  <a:lnTo>
                    <a:pt x="1096474" y="421081"/>
                  </a:lnTo>
                  <a:lnTo>
                    <a:pt x="1374589" y="421081"/>
                  </a:lnTo>
                  <a:lnTo>
                    <a:pt x="1374589" y="107208"/>
                  </a:lnTo>
                  <a:cubicBezTo>
                    <a:pt x="1374593" y="101564"/>
                    <a:pt x="1375955" y="96004"/>
                    <a:pt x="1378562" y="90998"/>
                  </a:cubicBezTo>
                  <a:lnTo>
                    <a:pt x="1384444" y="79397"/>
                  </a:lnTo>
                  <a:lnTo>
                    <a:pt x="1086619" y="79397"/>
                  </a:lnTo>
                  <a:close/>
                  <a:moveTo>
                    <a:pt x="1360128" y="95289"/>
                  </a:moveTo>
                  <a:cubicBezTo>
                    <a:pt x="1359173" y="99190"/>
                    <a:pt x="1358692" y="103192"/>
                    <a:pt x="1358697" y="107208"/>
                  </a:cubicBezTo>
                  <a:lnTo>
                    <a:pt x="1358696" y="405189"/>
                  </a:lnTo>
                  <a:lnTo>
                    <a:pt x="1112366" y="405189"/>
                  </a:lnTo>
                  <a:lnTo>
                    <a:pt x="1112366" y="107208"/>
                  </a:lnTo>
                  <a:cubicBezTo>
                    <a:pt x="1112370" y="103192"/>
                    <a:pt x="1111890" y="99190"/>
                    <a:pt x="1110934" y="95289"/>
                  </a:cubicBezTo>
                  <a:close/>
                  <a:moveTo>
                    <a:pt x="742870" y="90998"/>
                  </a:moveTo>
                  <a:cubicBezTo>
                    <a:pt x="745477" y="96004"/>
                    <a:pt x="746839" y="101564"/>
                    <a:pt x="746843" y="107208"/>
                  </a:cubicBezTo>
                  <a:lnTo>
                    <a:pt x="746843" y="421081"/>
                  </a:lnTo>
                  <a:lnTo>
                    <a:pt x="1024958" y="421081"/>
                  </a:lnTo>
                  <a:lnTo>
                    <a:pt x="1024958" y="107208"/>
                  </a:lnTo>
                  <a:cubicBezTo>
                    <a:pt x="1024962" y="101564"/>
                    <a:pt x="1026325" y="96004"/>
                    <a:pt x="1028931" y="90998"/>
                  </a:cubicBezTo>
                  <a:lnTo>
                    <a:pt x="1034814" y="79397"/>
                  </a:lnTo>
                  <a:lnTo>
                    <a:pt x="736988" y="79397"/>
                  </a:lnTo>
                  <a:close/>
                  <a:moveTo>
                    <a:pt x="1010498" y="95289"/>
                  </a:moveTo>
                  <a:cubicBezTo>
                    <a:pt x="1009542" y="99190"/>
                    <a:pt x="1009062" y="103192"/>
                    <a:pt x="1009066" y="107208"/>
                  </a:cubicBezTo>
                  <a:lnTo>
                    <a:pt x="1009066" y="405189"/>
                  </a:lnTo>
                  <a:lnTo>
                    <a:pt x="762735" y="405189"/>
                  </a:lnTo>
                  <a:lnTo>
                    <a:pt x="762735" y="107208"/>
                  </a:lnTo>
                  <a:cubicBezTo>
                    <a:pt x="762740" y="103192"/>
                    <a:pt x="762259" y="99190"/>
                    <a:pt x="761304" y="95289"/>
                  </a:cubicBezTo>
                  <a:close/>
                  <a:moveTo>
                    <a:pt x="393239" y="90998"/>
                  </a:moveTo>
                  <a:cubicBezTo>
                    <a:pt x="395846" y="96004"/>
                    <a:pt x="397209" y="101564"/>
                    <a:pt x="397212" y="107208"/>
                  </a:cubicBezTo>
                  <a:lnTo>
                    <a:pt x="397212" y="421081"/>
                  </a:lnTo>
                  <a:lnTo>
                    <a:pt x="675328" y="421081"/>
                  </a:lnTo>
                  <a:lnTo>
                    <a:pt x="675328" y="107208"/>
                  </a:lnTo>
                  <a:cubicBezTo>
                    <a:pt x="675331" y="101564"/>
                    <a:pt x="676694" y="96004"/>
                    <a:pt x="679301" y="90998"/>
                  </a:cubicBezTo>
                  <a:lnTo>
                    <a:pt x="685183" y="79397"/>
                  </a:lnTo>
                  <a:lnTo>
                    <a:pt x="387358" y="79397"/>
                  </a:lnTo>
                  <a:close/>
                  <a:moveTo>
                    <a:pt x="660867" y="95289"/>
                  </a:moveTo>
                  <a:cubicBezTo>
                    <a:pt x="659912" y="99190"/>
                    <a:pt x="659431" y="103192"/>
                    <a:pt x="659436" y="107208"/>
                  </a:cubicBezTo>
                  <a:lnTo>
                    <a:pt x="659435" y="405189"/>
                  </a:lnTo>
                  <a:lnTo>
                    <a:pt x="413105" y="405189"/>
                  </a:lnTo>
                  <a:lnTo>
                    <a:pt x="413105" y="107208"/>
                  </a:lnTo>
                  <a:cubicBezTo>
                    <a:pt x="413109" y="103192"/>
                    <a:pt x="412628" y="99190"/>
                    <a:pt x="411673" y="95289"/>
                  </a:cubicBezTo>
                  <a:close/>
                  <a:moveTo>
                    <a:pt x="3190284" y="90998"/>
                  </a:moveTo>
                  <a:cubicBezTo>
                    <a:pt x="3192891" y="96004"/>
                    <a:pt x="3194254" y="101564"/>
                    <a:pt x="3194257" y="107208"/>
                  </a:cubicBezTo>
                  <a:lnTo>
                    <a:pt x="3194257" y="421081"/>
                  </a:lnTo>
                  <a:lnTo>
                    <a:pt x="3472372" y="421081"/>
                  </a:lnTo>
                  <a:lnTo>
                    <a:pt x="3472372" y="107208"/>
                  </a:lnTo>
                  <a:cubicBezTo>
                    <a:pt x="3472376" y="101564"/>
                    <a:pt x="3473738" y="96004"/>
                    <a:pt x="3476345" y="90998"/>
                  </a:cubicBezTo>
                  <a:lnTo>
                    <a:pt x="3482227" y="79397"/>
                  </a:lnTo>
                  <a:lnTo>
                    <a:pt x="3184402" y="79397"/>
                  </a:lnTo>
                  <a:close/>
                  <a:moveTo>
                    <a:pt x="3457912" y="95289"/>
                  </a:moveTo>
                  <a:cubicBezTo>
                    <a:pt x="3456956" y="99190"/>
                    <a:pt x="3456476" y="103192"/>
                    <a:pt x="3456480" y="107208"/>
                  </a:cubicBezTo>
                  <a:lnTo>
                    <a:pt x="3456480" y="405189"/>
                  </a:lnTo>
                  <a:lnTo>
                    <a:pt x="3210149" y="405189"/>
                  </a:lnTo>
                  <a:lnTo>
                    <a:pt x="3210149" y="107208"/>
                  </a:lnTo>
                  <a:cubicBezTo>
                    <a:pt x="3210154" y="103192"/>
                    <a:pt x="3209673" y="99190"/>
                    <a:pt x="3208718" y="95289"/>
                  </a:cubicBezTo>
                  <a:close/>
                  <a:moveTo>
                    <a:pt x="2840653" y="90998"/>
                  </a:moveTo>
                  <a:cubicBezTo>
                    <a:pt x="2843260" y="96004"/>
                    <a:pt x="2844623" y="101564"/>
                    <a:pt x="2844627" y="107208"/>
                  </a:cubicBezTo>
                  <a:lnTo>
                    <a:pt x="2844627" y="421081"/>
                  </a:lnTo>
                  <a:lnTo>
                    <a:pt x="3122742" y="421081"/>
                  </a:lnTo>
                  <a:lnTo>
                    <a:pt x="3122742" y="107208"/>
                  </a:lnTo>
                  <a:cubicBezTo>
                    <a:pt x="3122746" y="101564"/>
                    <a:pt x="3124108" y="96004"/>
                    <a:pt x="3126715" y="90998"/>
                  </a:cubicBezTo>
                  <a:lnTo>
                    <a:pt x="3132597" y="79397"/>
                  </a:lnTo>
                  <a:lnTo>
                    <a:pt x="2834771" y="79397"/>
                  </a:lnTo>
                  <a:close/>
                  <a:moveTo>
                    <a:pt x="3108281" y="95289"/>
                  </a:moveTo>
                  <a:cubicBezTo>
                    <a:pt x="3107326" y="99190"/>
                    <a:pt x="3106845" y="103192"/>
                    <a:pt x="3106849" y="107208"/>
                  </a:cubicBezTo>
                  <a:lnTo>
                    <a:pt x="3106849" y="405189"/>
                  </a:lnTo>
                  <a:lnTo>
                    <a:pt x="2860519" y="405189"/>
                  </a:lnTo>
                  <a:lnTo>
                    <a:pt x="2860519" y="107208"/>
                  </a:lnTo>
                  <a:cubicBezTo>
                    <a:pt x="2860523" y="103192"/>
                    <a:pt x="2860043" y="99190"/>
                    <a:pt x="2859087" y="95289"/>
                  </a:cubicBezTo>
                  <a:close/>
                  <a:moveTo>
                    <a:pt x="2491023" y="90998"/>
                  </a:moveTo>
                  <a:cubicBezTo>
                    <a:pt x="2493630" y="96004"/>
                    <a:pt x="2494993" y="101564"/>
                    <a:pt x="2494996" y="107208"/>
                  </a:cubicBezTo>
                  <a:lnTo>
                    <a:pt x="2494996" y="421081"/>
                  </a:lnTo>
                  <a:lnTo>
                    <a:pt x="2773111" y="421081"/>
                  </a:lnTo>
                  <a:lnTo>
                    <a:pt x="2773111" y="107208"/>
                  </a:lnTo>
                  <a:cubicBezTo>
                    <a:pt x="2773115" y="101564"/>
                    <a:pt x="2774477" y="96004"/>
                    <a:pt x="2777084" y="90998"/>
                  </a:cubicBezTo>
                  <a:lnTo>
                    <a:pt x="2782966" y="79397"/>
                  </a:lnTo>
                  <a:lnTo>
                    <a:pt x="2485141" y="79397"/>
                  </a:lnTo>
                  <a:close/>
                  <a:moveTo>
                    <a:pt x="2758651" y="95289"/>
                  </a:moveTo>
                  <a:cubicBezTo>
                    <a:pt x="2757695" y="99190"/>
                    <a:pt x="2757215" y="103192"/>
                    <a:pt x="2757219" y="107208"/>
                  </a:cubicBezTo>
                  <a:lnTo>
                    <a:pt x="2757219" y="405189"/>
                  </a:lnTo>
                  <a:lnTo>
                    <a:pt x="2510888" y="405189"/>
                  </a:lnTo>
                  <a:lnTo>
                    <a:pt x="2510888" y="107208"/>
                  </a:lnTo>
                  <a:cubicBezTo>
                    <a:pt x="2510893" y="103192"/>
                    <a:pt x="2510412" y="99190"/>
                    <a:pt x="2509457" y="95289"/>
                  </a:cubicBezTo>
                  <a:close/>
                  <a:moveTo>
                    <a:pt x="2141392" y="90998"/>
                  </a:moveTo>
                  <a:cubicBezTo>
                    <a:pt x="2143999" y="96004"/>
                    <a:pt x="2145362" y="101564"/>
                    <a:pt x="2145365" y="107208"/>
                  </a:cubicBezTo>
                  <a:lnTo>
                    <a:pt x="2145365" y="421081"/>
                  </a:lnTo>
                  <a:lnTo>
                    <a:pt x="2423481" y="421081"/>
                  </a:lnTo>
                  <a:lnTo>
                    <a:pt x="2423481" y="107208"/>
                  </a:lnTo>
                  <a:cubicBezTo>
                    <a:pt x="2423485" y="101564"/>
                    <a:pt x="2424847" y="96004"/>
                    <a:pt x="2427454" y="90998"/>
                  </a:cubicBezTo>
                  <a:lnTo>
                    <a:pt x="2433336" y="79397"/>
                  </a:lnTo>
                  <a:lnTo>
                    <a:pt x="2135510" y="79397"/>
                  </a:lnTo>
                  <a:close/>
                  <a:moveTo>
                    <a:pt x="2409020" y="95289"/>
                  </a:moveTo>
                  <a:cubicBezTo>
                    <a:pt x="2408065" y="99190"/>
                    <a:pt x="2407584" y="103192"/>
                    <a:pt x="2407588" y="107208"/>
                  </a:cubicBezTo>
                  <a:lnTo>
                    <a:pt x="2407588" y="405189"/>
                  </a:lnTo>
                  <a:lnTo>
                    <a:pt x="2161258" y="405189"/>
                  </a:lnTo>
                  <a:lnTo>
                    <a:pt x="2161258" y="107208"/>
                  </a:lnTo>
                  <a:cubicBezTo>
                    <a:pt x="2161262" y="103192"/>
                    <a:pt x="2160781" y="99190"/>
                    <a:pt x="2159826" y="95289"/>
                  </a:cubicBezTo>
                  <a:close/>
                  <a:moveTo>
                    <a:pt x="1791762" y="90998"/>
                  </a:moveTo>
                  <a:cubicBezTo>
                    <a:pt x="1794369" y="96004"/>
                    <a:pt x="1795731" y="101564"/>
                    <a:pt x="1795735" y="107208"/>
                  </a:cubicBezTo>
                  <a:lnTo>
                    <a:pt x="1795735" y="421081"/>
                  </a:lnTo>
                  <a:lnTo>
                    <a:pt x="2073850" y="421081"/>
                  </a:lnTo>
                  <a:lnTo>
                    <a:pt x="2073850" y="107208"/>
                  </a:lnTo>
                  <a:cubicBezTo>
                    <a:pt x="2073854" y="101564"/>
                    <a:pt x="2075216" y="96004"/>
                    <a:pt x="2077823" y="90998"/>
                  </a:cubicBezTo>
                  <a:lnTo>
                    <a:pt x="2083705" y="79397"/>
                  </a:lnTo>
                  <a:lnTo>
                    <a:pt x="1785880" y="79397"/>
                  </a:lnTo>
                  <a:close/>
                  <a:moveTo>
                    <a:pt x="2059389" y="95289"/>
                  </a:moveTo>
                  <a:cubicBezTo>
                    <a:pt x="2058434" y="99190"/>
                    <a:pt x="2057953" y="103192"/>
                    <a:pt x="2057958" y="107208"/>
                  </a:cubicBezTo>
                  <a:lnTo>
                    <a:pt x="2057958" y="405189"/>
                  </a:lnTo>
                  <a:lnTo>
                    <a:pt x="1811627" y="405189"/>
                  </a:lnTo>
                  <a:lnTo>
                    <a:pt x="1811627" y="107208"/>
                  </a:lnTo>
                  <a:cubicBezTo>
                    <a:pt x="1811632" y="103192"/>
                    <a:pt x="1811151" y="99190"/>
                    <a:pt x="1810195" y="95289"/>
                  </a:cubicBezTo>
                  <a:close/>
                  <a:moveTo>
                    <a:pt x="1442131" y="90998"/>
                  </a:moveTo>
                  <a:cubicBezTo>
                    <a:pt x="1444738" y="96004"/>
                    <a:pt x="1446101" y="101564"/>
                    <a:pt x="1446104" y="107208"/>
                  </a:cubicBezTo>
                  <a:lnTo>
                    <a:pt x="1446104" y="421081"/>
                  </a:lnTo>
                  <a:lnTo>
                    <a:pt x="1724220" y="421081"/>
                  </a:lnTo>
                  <a:lnTo>
                    <a:pt x="1724220" y="107208"/>
                  </a:lnTo>
                  <a:cubicBezTo>
                    <a:pt x="1724223" y="101564"/>
                    <a:pt x="1725586" y="96004"/>
                    <a:pt x="1728193" y="90998"/>
                  </a:cubicBezTo>
                  <a:lnTo>
                    <a:pt x="1734075" y="79397"/>
                  </a:lnTo>
                  <a:lnTo>
                    <a:pt x="1436249" y="79397"/>
                  </a:lnTo>
                  <a:close/>
                  <a:moveTo>
                    <a:pt x="1709759" y="95289"/>
                  </a:moveTo>
                  <a:cubicBezTo>
                    <a:pt x="1708804" y="99190"/>
                    <a:pt x="1708323" y="103192"/>
                    <a:pt x="1708327" y="107208"/>
                  </a:cubicBezTo>
                  <a:lnTo>
                    <a:pt x="1708327" y="405189"/>
                  </a:lnTo>
                  <a:lnTo>
                    <a:pt x="1461997" y="405189"/>
                  </a:lnTo>
                  <a:lnTo>
                    <a:pt x="1461997" y="107208"/>
                  </a:lnTo>
                  <a:cubicBezTo>
                    <a:pt x="1462001" y="103192"/>
                    <a:pt x="1461520" y="99190"/>
                    <a:pt x="1460565" y="95289"/>
                  </a:cubicBezTo>
                  <a:close/>
                  <a:moveTo>
                    <a:pt x="1092500" y="90998"/>
                  </a:moveTo>
                  <a:cubicBezTo>
                    <a:pt x="1095107" y="96004"/>
                    <a:pt x="1096470" y="101564"/>
                    <a:pt x="1096474" y="107208"/>
                  </a:cubicBezTo>
                  <a:lnTo>
                    <a:pt x="1096474" y="421081"/>
                  </a:lnTo>
                  <a:lnTo>
                    <a:pt x="1374589" y="421081"/>
                  </a:lnTo>
                  <a:lnTo>
                    <a:pt x="1374589" y="107208"/>
                  </a:lnTo>
                  <a:cubicBezTo>
                    <a:pt x="1374593" y="101564"/>
                    <a:pt x="1375955" y="96004"/>
                    <a:pt x="1378562" y="90998"/>
                  </a:cubicBezTo>
                  <a:lnTo>
                    <a:pt x="1384444" y="79397"/>
                  </a:lnTo>
                  <a:lnTo>
                    <a:pt x="1086619" y="79397"/>
                  </a:lnTo>
                  <a:close/>
                  <a:moveTo>
                    <a:pt x="1360128" y="95289"/>
                  </a:moveTo>
                  <a:cubicBezTo>
                    <a:pt x="1359173" y="99190"/>
                    <a:pt x="1358692" y="103192"/>
                    <a:pt x="1358697" y="107208"/>
                  </a:cubicBezTo>
                  <a:lnTo>
                    <a:pt x="1358696" y="405189"/>
                  </a:lnTo>
                  <a:lnTo>
                    <a:pt x="1112366" y="405189"/>
                  </a:lnTo>
                  <a:lnTo>
                    <a:pt x="1112366" y="107208"/>
                  </a:lnTo>
                  <a:cubicBezTo>
                    <a:pt x="1112370" y="103192"/>
                    <a:pt x="1111890" y="99190"/>
                    <a:pt x="1110934" y="95289"/>
                  </a:cubicBezTo>
                  <a:close/>
                  <a:moveTo>
                    <a:pt x="742870" y="90998"/>
                  </a:moveTo>
                  <a:cubicBezTo>
                    <a:pt x="745477" y="96004"/>
                    <a:pt x="746839" y="101564"/>
                    <a:pt x="746843" y="107208"/>
                  </a:cubicBezTo>
                  <a:lnTo>
                    <a:pt x="746843" y="421081"/>
                  </a:lnTo>
                  <a:lnTo>
                    <a:pt x="1024958" y="421081"/>
                  </a:lnTo>
                  <a:lnTo>
                    <a:pt x="1024958" y="107208"/>
                  </a:lnTo>
                  <a:cubicBezTo>
                    <a:pt x="1024962" y="101564"/>
                    <a:pt x="1026325" y="96004"/>
                    <a:pt x="1028931" y="90998"/>
                  </a:cubicBezTo>
                  <a:lnTo>
                    <a:pt x="1034814" y="79397"/>
                  </a:lnTo>
                  <a:lnTo>
                    <a:pt x="736988" y="79397"/>
                  </a:lnTo>
                  <a:close/>
                  <a:moveTo>
                    <a:pt x="1010498" y="95289"/>
                  </a:moveTo>
                  <a:cubicBezTo>
                    <a:pt x="1009542" y="99190"/>
                    <a:pt x="1009062" y="103192"/>
                    <a:pt x="1009066" y="107208"/>
                  </a:cubicBezTo>
                  <a:lnTo>
                    <a:pt x="1009066" y="405189"/>
                  </a:lnTo>
                  <a:lnTo>
                    <a:pt x="762735" y="405189"/>
                  </a:lnTo>
                  <a:lnTo>
                    <a:pt x="762735" y="107208"/>
                  </a:lnTo>
                  <a:cubicBezTo>
                    <a:pt x="762740" y="103192"/>
                    <a:pt x="762259" y="99190"/>
                    <a:pt x="761304" y="95289"/>
                  </a:cubicBezTo>
                  <a:close/>
                  <a:moveTo>
                    <a:pt x="393239" y="90998"/>
                  </a:moveTo>
                  <a:cubicBezTo>
                    <a:pt x="395846" y="96004"/>
                    <a:pt x="397209" y="101564"/>
                    <a:pt x="397212" y="107208"/>
                  </a:cubicBezTo>
                  <a:lnTo>
                    <a:pt x="397212" y="421081"/>
                  </a:lnTo>
                  <a:lnTo>
                    <a:pt x="675328" y="421081"/>
                  </a:lnTo>
                  <a:lnTo>
                    <a:pt x="675328" y="107208"/>
                  </a:lnTo>
                  <a:cubicBezTo>
                    <a:pt x="675331" y="101564"/>
                    <a:pt x="676694" y="96004"/>
                    <a:pt x="679301" y="90998"/>
                  </a:cubicBezTo>
                  <a:lnTo>
                    <a:pt x="685183" y="79397"/>
                  </a:lnTo>
                  <a:lnTo>
                    <a:pt x="387358" y="79397"/>
                  </a:lnTo>
                  <a:close/>
                  <a:moveTo>
                    <a:pt x="660867" y="95289"/>
                  </a:moveTo>
                  <a:cubicBezTo>
                    <a:pt x="659912" y="99190"/>
                    <a:pt x="659431" y="103192"/>
                    <a:pt x="659436" y="107208"/>
                  </a:cubicBezTo>
                  <a:lnTo>
                    <a:pt x="659435" y="405189"/>
                  </a:lnTo>
                  <a:lnTo>
                    <a:pt x="413105" y="405189"/>
                  </a:lnTo>
                  <a:lnTo>
                    <a:pt x="413105" y="107208"/>
                  </a:lnTo>
                  <a:cubicBezTo>
                    <a:pt x="413109" y="103192"/>
                    <a:pt x="412628" y="99190"/>
                    <a:pt x="411673" y="95289"/>
                  </a:cubicBezTo>
                  <a:close/>
                  <a:moveTo>
                    <a:pt x="3790218" y="468758"/>
                  </a:moveTo>
                  <a:lnTo>
                    <a:pt x="3695501" y="468758"/>
                  </a:lnTo>
                  <a:cubicBezTo>
                    <a:pt x="3684769" y="431205"/>
                    <a:pt x="3650486" y="405282"/>
                    <a:pt x="3611430" y="405189"/>
                  </a:cubicBezTo>
                  <a:lnTo>
                    <a:pt x="3559780" y="405189"/>
                  </a:lnTo>
                  <a:lnTo>
                    <a:pt x="3559780" y="107208"/>
                  </a:lnTo>
                  <a:cubicBezTo>
                    <a:pt x="3559801" y="100812"/>
                    <a:pt x="3558586" y="94471"/>
                    <a:pt x="3556203" y="88535"/>
                  </a:cubicBezTo>
                  <a:cubicBezTo>
                    <a:pt x="3578851" y="75198"/>
                    <a:pt x="3586400" y="46026"/>
                    <a:pt x="3573063" y="23377"/>
                  </a:cubicBezTo>
                  <a:cubicBezTo>
                    <a:pt x="3564494" y="8826"/>
                    <a:pt x="3548855" y="-95"/>
                    <a:pt x="3531968" y="-65"/>
                  </a:cubicBezTo>
                  <a:lnTo>
                    <a:pt x="337616" y="-65"/>
                  </a:lnTo>
                  <a:cubicBezTo>
                    <a:pt x="311333" y="-112"/>
                    <a:pt x="289987" y="21157"/>
                    <a:pt x="289940" y="47440"/>
                  </a:cubicBezTo>
                  <a:cubicBezTo>
                    <a:pt x="289909" y="64327"/>
                    <a:pt x="298830" y="79966"/>
                    <a:pt x="313382" y="88535"/>
                  </a:cubicBezTo>
                  <a:cubicBezTo>
                    <a:pt x="310999" y="94471"/>
                    <a:pt x="309784" y="100812"/>
                    <a:pt x="309805" y="107208"/>
                  </a:cubicBezTo>
                  <a:lnTo>
                    <a:pt x="309805" y="405189"/>
                  </a:lnTo>
                  <a:lnTo>
                    <a:pt x="258155" y="405189"/>
                  </a:lnTo>
                  <a:cubicBezTo>
                    <a:pt x="219098" y="405282"/>
                    <a:pt x="184815" y="431205"/>
                    <a:pt x="174084" y="468758"/>
                  </a:cubicBezTo>
                  <a:lnTo>
                    <a:pt x="71420" y="468758"/>
                  </a:lnTo>
                  <a:cubicBezTo>
                    <a:pt x="31948" y="468818"/>
                    <a:pt x="-36" y="500801"/>
                    <a:pt x="-95" y="540273"/>
                  </a:cubicBezTo>
                  <a:lnTo>
                    <a:pt x="-95" y="4735840"/>
                  </a:lnTo>
                  <a:cubicBezTo>
                    <a:pt x="-9" y="4775301"/>
                    <a:pt x="31959" y="4807270"/>
                    <a:pt x="71420" y="4807355"/>
                  </a:cubicBezTo>
                  <a:lnTo>
                    <a:pt x="3790218" y="4807355"/>
                  </a:lnTo>
                  <a:cubicBezTo>
                    <a:pt x="3829691" y="4807298"/>
                    <a:pt x="3861676" y="4775313"/>
                    <a:pt x="3861734" y="4735840"/>
                  </a:cubicBezTo>
                  <a:lnTo>
                    <a:pt x="3861734" y="540273"/>
                  </a:lnTo>
                  <a:cubicBezTo>
                    <a:pt x="3861674" y="500801"/>
                    <a:pt x="3829690" y="468818"/>
                    <a:pt x="3790218" y="468758"/>
                  </a:cubicBezTo>
                  <a:close/>
                  <a:moveTo>
                    <a:pt x="3845841" y="4735840"/>
                  </a:moveTo>
                  <a:cubicBezTo>
                    <a:pt x="3845815" y="4759095"/>
                    <a:pt x="3831334" y="4779882"/>
                    <a:pt x="3809529" y="4787966"/>
                  </a:cubicBezTo>
                  <a:cubicBezTo>
                    <a:pt x="3803363" y="4790314"/>
                    <a:pt x="3796816" y="4791500"/>
                    <a:pt x="3790218" y="4791463"/>
                  </a:cubicBezTo>
                  <a:lnTo>
                    <a:pt x="71420" y="4791463"/>
                  </a:lnTo>
                  <a:cubicBezTo>
                    <a:pt x="64823" y="4791500"/>
                    <a:pt x="58276" y="4790314"/>
                    <a:pt x="52110" y="4787966"/>
                  </a:cubicBezTo>
                  <a:cubicBezTo>
                    <a:pt x="30305" y="4779882"/>
                    <a:pt x="15824" y="4759095"/>
                    <a:pt x="15797" y="4735840"/>
                  </a:cubicBezTo>
                  <a:lnTo>
                    <a:pt x="15797" y="540273"/>
                  </a:lnTo>
                  <a:cubicBezTo>
                    <a:pt x="15831" y="509568"/>
                    <a:pt x="40715" y="484685"/>
                    <a:pt x="71420" y="484650"/>
                  </a:cubicBezTo>
                  <a:lnTo>
                    <a:pt x="186799" y="484650"/>
                  </a:lnTo>
                  <a:lnTo>
                    <a:pt x="188071" y="478294"/>
                  </a:lnTo>
                  <a:cubicBezTo>
                    <a:pt x="194958" y="445046"/>
                    <a:pt x="224201" y="421173"/>
                    <a:pt x="258155" y="421081"/>
                  </a:cubicBezTo>
                  <a:lnTo>
                    <a:pt x="325697" y="421081"/>
                  </a:lnTo>
                  <a:lnTo>
                    <a:pt x="325697" y="107208"/>
                  </a:lnTo>
                  <a:cubicBezTo>
                    <a:pt x="325700" y="100742"/>
                    <a:pt x="327458" y="94398"/>
                    <a:pt x="330784" y="88853"/>
                  </a:cubicBezTo>
                  <a:lnTo>
                    <a:pt x="335707" y="80668"/>
                  </a:lnTo>
                  <a:lnTo>
                    <a:pt x="326729" y="77331"/>
                  </a:lnTo>
                  <a:cubicBezTo>
                    <a:pt x="310269" y="71365"/>
                    <a:pt x="301763" y="53185"/>
                    <a:pt x="307729" y="36725"/>
                  </a:cubicBezTo>
                  <a:cubicBezTo>
                    <a:pt x="312286" y="24153"/>
                    <a:pt x="324243" y="15792"/>
                    <a:pt x="337616" y="15828"/>
                  </a:cubicBezTo>
                  <a:lnTo>
                    <a:pt x="3531968" y="15828"/>
                  </a:lnTo>
                  <a:cubicBezTo>
                    <a:pt x="3549475" y="15781"/>
                    <a:pt x="3563706" y="29936"/>
                    <a:pt x="3563752" y="47443"/>
                  </a:cubicBezTo>
                  <a:cubicBezTo>
                    <a:pt x="3563788" y="60817"/>
                    <a:pt x="3555428" y="72774"/>
                    <a:pt x="3542855" y="77331"/>
                  </a:cubicBezTo>
                  <a:lnTo>
                    <a:pt x="3533877" y="80668"/>
                  </a:lnTo>
                  <a:lnTo>
                    <a:pt x="3538800" y="88853"/>
                  </a:lnTo>
                  <a:cubicBezTo>
                    <a:pt x="3542129" y="94397"/>
                    <a:pt x="3543887" y="100742"/>
                    <a:pt x="3543887" y="107208"/>
                  </a:cubicBezTo>
                  <a:lnTo>
                    <a:pt x="3543887" y="421081"/>
                  </a:lnTo>
                  <a:lnTo>
                    <a:pt x="3611429" y="421081"/>
                  </a:lnTo>
                  <a:cubicBezTo>
                    <a:pt x="3645383" y="421171"/>
                    <a:pt x="3674628" y="445045"/>
                    <a:pt x="3681513" y="478294"/>
                  </a:cubicBezTo>
                  <a:lnTo>
                    <a:pt x="3682786" y="484650"/>
                  </a:lnTo>
                  <a:lnTo>
                    <a:pt x="3790218" y="484650"/>
                  </a:lnTo>
                  <a:cubicBezTo>
                    <a:pt x="3820923" y="484684"/>
                    <a:pt x="3845807" y="509568"/>
                    <a:pt x="3845841" y="540273"/>
                  </a:cubicBezTo>
                  <a:close/>
                  <a:moveTo>
                    <a:pt x="387358" y="79397"/>
                  </a:moveTo>
                  <a:lnTo>
                    <a:pt x="393239" y="90998"/>
                  </a:lnTo>
                  <a:cubicBezTo>
                    <a:pt x="395846" y="96004"/>
                    <a:pt x="397209" y="101564"/>
                    <a:pt x="397212" y="107208"/>
                  </a:cubicBezTo>
                  <a:lnTo>
                    <a:pt x="397212" y="421081"/>
                  </a:lnTo>
                  <a:lnTo>
                    <a:pt x="675328" y="421081"/>
                  </a:lnTo>
                  <a:lnTo>
                    <a:pt x="675328" y="107208"/>
                  </a:lnTo>
                  <a:cubicBezTo>
                    <a:pt x="675331" y="101564"/>
                    <a:pt x="676694" y="96004"/>
                    <a:pt x="679301" y="90998"/>
                  </a:cubicBezTo>
                  <a:lnTo>
                    <a:pt x="685183" y="79397"/>
                  </a:lnTo>
                  <a:close/>
                  <a:moveTo>
                    <a:pt x="659435" y="107208"/>
                  </a:moveTo>
                  <a:lnTo>
                    <a:pt x="659435" y="405189"/>
                  </a:lnTo>
                  <a:lnTo>
                    <a:pt x="413105" y="405189"/>
                  </a:lnTo>
                  <a:lnTo>
                    <a:pt x="413105" y="107208"/>
                  </a:lnTo>
                  <a:cubicBezTo>
                    <a:pt x="413109" y="103192"/>
                    <a:pt x="412628" y="99190"/>
                    <a:pt x="411673" y="95289"/>
                  </a:cubicBezTo>
                  <a:lnTo>
                    <a:pt x="660867" y="95289"/>
                  </a:lnTo>
                  <a:cubicBezTo>
                    <a:pt x="659912" y="99190"/>
                    <a:pt x="659431" y="103192"/>
                    <a:pt x="659436" y="107208"/>
                  </a:cubicBezTo>
                  <a:close/>
                  <a:moveTo>
                    <a:pt x="736988" y="79397"/>
                  </a:moveTo>
                  <a:lnTo>
                    <a:pt x="742870" y="90998"/>
                  </a:lnTo>
                  <a:cubicBezTo>
                    <a:pt x="745477" y="96004"/>
                    <a:pt x="746839" y="101564"/>
                    <a:pt x="746843" y="107208"/>
                  </a:cubicBezTo>
                  <a:lnTo>
                    <a:pt x="746843" y="421081"/>
                  </a:lnTo>
                  <a:lnTo>
                    <a:pt x="1024958" y="421081"/>
                  </a:lnTo>
                  <a:lnTo>
                    <a:pt x="1024958" y="107208"/>
                  </a:lnTo>
                  <a:cubicBezTo>
                    <a:pt x="1024962" y="101564"/>
                    <a:pt x="1026325" y="96004"/>
                    <a:pt x="1028931" y="90998"/>
                  </a:cubicBezTo>
                  <a:lnTo>
                    <a:pt x="1034814" y="79397"/>
                  </a:lnTo>
                  <a:close/>
                  <a:moveTo>
                    <a:pt x="1009066" y="107208"/>
                  </a:moveTo>
                  <a:lnTo>
                    <a:pt x="1009066" y="405189"/>
                  </a:lnTo>
                  <a:lnTo>
                    <a:pt x="762735" y="405189"/>
                  </a:lnTo>
                  <a:lnTo>
                    <a:pt x="762735" y="107208"/>
                  </a:lnTo>
                  <a:cubicBezTo>
                    <a:pt x="762740" y="103192"/>
                    <a:pt x="762259" y="99190"/>
                    <a:pt x="761304" y="95289"/>
                  </a:cubicBezTo>
                  <a:lnTo>
                    <a:pt x="1010498" y="95289"/>
                  </a:lnTo>
                  <a:cubicBezTo>
                    <a:pt x="1009542" y="99190"/>
                    <a:pt x="1009062" y="103192"/>
                    <a:pt x="1009066" y="107208"/>
                  </a:cubicBezTo>
                  <a:close/>
                  <a:moveTo>
                    <a:pt x="1086619" y="79397"/>
                  </a:moveTo>
                  <a:lnTo>
                    <a:pt x="1092500" y="90998"/>
                  </a:lnTo>
                  <a:cubicBezTo>
                    <a:pt x="1095107" y="96004"/>
                    <a:pt x="1096470" y="101564"/>
                    <a:pt x="1096474" y="107208"/>
                  </a:cubicBezTo>
                  <a:lnTo>
                    <a:pt x="1096474" y="421081"/>
                  </a:lnTo>
                  <a:lnTo>
                    <a:pt x="1374589" y="421081"/>
                  </a:lnTo>
                  <a:lnTo>
                    <a:pt x="1374589" y="107208"/>
                  </a:lnTo>
                  <a:cubicBezTo>
                    <a:pt x="1374593" y="101564"/>
                    <a:pt x="1375955" y="96004"/>
                    <a:pt x="1378562" y="90998"/>
                  </a:cubicBezTo>
                  <a:lnTo>
                    <a:pt x="1384444" y="79397"/>
                  </a:lnTo>
                  <a:close/>
                  <a:moveTo>
                    <a:pt x="1358696" y="107208"/>
                  </a:moveTo>
                  <a:lnTo>
                    <a:pt x="1358696" y="405189"/>
                  </a:lnTo>
                  <a:lnTo>
                    <a:pt x="1112366" y="405189"/>
                  </a:lnTo>
                  <a:lnTo>
                    <a:pt x="1112366" y="107208"/>
                  </a:lnTo>
                  <a:cubicBezTo>
                    <a:pt x="1112370" y="103192"/>
                    <a:pt x="1111890" y="99190"/>
                    <a:pt x="1110934" y="95289"/>
                  </a:cubicBezTo>
                  <a:lnTo>
                    <a:pt x="1360128" y="95289"/>
                  </a:lnTo>
                  <a:cubicBezTo>
                    <a:pt x="1359173" y="99190"/>
                    <a:pt x="1358692" y="103192"/>
                    <a:pt x="1358697" y="107208"/>
                  </a:cubicBezTo>
                  <a:close/>
                  <a:moveTo>
                    <a:pt x="1436249" y="79397"/>
                  </a:moveTo>
                  <a:lnTo>
                    <a:pt x="1442131" y="90998"/>
                  </a:lnTo>
                  <a:cubicBezTo>
                    <a:pt x="1444738" y="96004"/>
                    <a:pt x="1446101" y="101564"/>
                    <a:pt x="1446104" y="107208"/>
                  </a:cubicBezTo>
                  <a:lnTo>
                    <a:pt x="1446104" y="421081"/>
                  </a:lnTo>
                  <a:lnTo>
                    <a:pt x="1724220" y="421081"/>
                  </a:lnTo>
                  <a:lnTo>
                    <a:pt x="1724220" y="107208"/>
                  </a:lnTo>
                  <a:cubicBezTo>
                    <a:pt x="1724223" y="101564"/>
                    <a:pt x="1725586" y="96004"/>
                    <a:pt x="1728193" y="90998"/>
                  </a:cubicBezTo>
                  <a:lnTo>
                    <a:pt x="1734075" y="79397"/>
                  </a:lnTo>
                  <a:close/>
                  <a:moveTo>
                    <a:pt x="1708327" y="107208"/>
                  </a:moveTo>
                  <a:lnTo>
                    <a:pt x="1708327" y="405189"/>
                  </a:lnTo>
                  <a:lnTo>
                    <a:pt x="1461997" y="405189"/>
                  </a:lnTo>
                  <a:lnTo>
                    <a:pt x="1461997" y="107208"/>
                  </a:lnTo>
                  <a:cubicBezTo>
                    <a:pt x="1462001" y="103192"/>
                    <a:pt x="1461520" y="99190"/>
                    <a:pt x="1460565" y="95289"/>
                  </a:cubicBezTo>
                  <a:lnTo>
                    <a:pt x="1709759" y="95289"/>
                  </a:lnTo>
                  <a:cubicBezTo>
                    <a:pt x="1708804" y="99190"/>
                    <a:pt x="1708323" y="103192"/>
                    <a:pt x="1708327" y="107208"/>
                  </a:cubicBezTo>
                  <a:close/>
                  <a:moveTo>
                    <a:pt x="1785880" y="79397"/>
                  </a:moveTo>
                  <a:lnTo>
                    <a:pt x="1791762" y="90998"/>
                  </a:lnTo>
                  <a:cubicBezTo>
                    <a:pt x="1794369" y="96004"/>
                    <a:pt x="1795731" y="101564"/>
                    <a:pt x="1795735" y="107208"/>
                  </a:cubicBezTo>
                  <a:lnTo>
                    <a:pt x="1795735" y="421081"/>
                  </a:lnTo>
                  <a:lnTo>
                    <a:pt x="2073850" y="421081"/>
                  </a:lnTo>
                  <a:lnTo>
                    <a:pt x="2073850" y="107208"/>
                  </a:lnTo>
                  <a:cubicBezTo>
                    <a:pt x="2073854" y="101564"/>
                    <a:pt x="2075216" y="96004"/>
                    <a:pt x="2077823" y="90998"/>
                  </a:cubicBezTo>
                  <a:lnTo>
                    <a:pt x="2083705" y="79397"/>
                  </a:lnTo>
                  <a:close/>
                  <a:moveTo>
                    <a:pt x="2057958" y="107208"/>
                  </a:moveTo>
                  <a:lnTo>
                    <a:pt x="2057958" y="405189"/>
                  </a:lnTo>
                  <a:lnTo>
                    <a:pt x="1811627" y="405189"/>
                  </a:lnTo>
                  <a:lnTo>
                    <a:pt x="1811627" y="107208"/>
                  </a:lnTo>
                  <a:cubicBezTo>
                    <a:pt x="1811632" y="103192"/>
                    <a:pt x="1811151" y="99190"/>
                    <a:pt x="1810195" y="95289"/>
                  </a:cubicBezTo>
                  <a:lnTo>
                    <a:pt x="2059389" y="95289"/>
                  </a:lnTo>
                  <a:cubicBezTo>
                    <a:pt x="2058434" y="99190"/>
                    <a:pt x="2057953" y="103192"/>
                    <a:pt x="2057958" y="107208"/>
                  </a:cubicBezTo>
                  <a:close/>
                  <a:moveTo>
                    <a:pt x="2135510" y="79397"/>
                  </a:moveTo>
                  <a:lnTo>
                    <a:pt x="2141392" y="90998"/>
                  </a:lnTo>
                  <a:cubicBezTo>
                    <a:pt x="2143999" y="96004"/>
                    <a:pt x="2145362" y="101564"/>
                    <a:pt x="2145365" y="107208"/>
                  </a:cubicBezTo>
                  <a:lnTo>
                    <a:pt x="2145365" y="421081"/>
                  </a:lnTo>
                  <a:lnTo>
                    <a:pt x="2423481" y="421081"/>
                  </a:lnTo>
                  <a:lnTo>
                    <a:pt x="2423481" y="107208"/>
                  </a:lnTo>
                  <a:cubicBezTo>
                    <a:pt x="2423485" y="101564"/>
                    <a:pt x="2424847" y="96004"/>
                    <a:pt x="2427454" y="90998"/>
                  </a:cubicBezTo>
                  <a:lnTo>
                    <a:pt x="2433336" y="79397"/>
                  </a:lnTo>
                  <a:close/>
                  <a:moveTo>
                    <a:pt x="2407588" y="107208"/>
                  </a:moveTo>
                  <a:lnTo>
                    <a:pt x="2407588" y="405189"/>
                  </a:lnTo>
                  <a:lnTo>
                    <a:pt x="2161258" y="405189"/>
                  </a:lnTo>
                  <a:lnTo>
                    <a:pt x="2161258" y="107208"/>
                  </a:lnTo>
                  <a:cubicBezTo>
                    <a:pt x="2161262" y="103192"/>
                    <a:pt x="2160781" y="99190"/>
                    <a:pt x="2159826" y="95289"/>
                  </a:cubicBezTo>
                  <a:lnTo>
                    <a:pt x="2409020" y="95289"/>
                  </a:lnTo>
                  <a:cubicBezTo>
                    <a:pt x="2408065" y="99190"/>
                    <a:pt x="2407584" y="103192"/>
                    <a:pt x="2407588" y="107208"/>
                  </a:cubicBezTo>
                  <a:close/>
                  <a:moveTo>
                    <a:pt x="2485141" y="79397"/>
                  </a:moveTo>
                  <a:lnTo>
                    <a:pt x="2491023" y="90998"/>
                  </a:lnTo>
                  <a:cubicBezTo>
                    <a:pt x="2493630" y="96004"/>
                    <a:pt x="2494993" y="101564"/>
                    <a:pt x="2494996" y="107208"/>
                  </a:cubicBezTo>
                  <a:lnTo>
                    <a:pt x="2494996" y="421081"/>
                  </a:lnTo>
                  <a:lnTo>
                    <a:pt x="2773111" y="421081"/>
                  </a:lnTo>
                  <a:lnTo>
                    <a:pt x="2773111" y="107208"/>
                  </a:lnTo>
                  <a:cubicBezTo>
                    <a:pt x="2773115" y="101564"/>
                    <a:pt x="2774477" y="96004"/>
                    <a:pt x="2777084" y="90998"/>
                  </a:cubicBezTo>
                  <a:lnTo>
                    <a:pt x="2782966" y="79397"/>
                  </a:lnTo>
                  <a:close/>
                  <a:moveTo>
                    <a:pt x="2757219" y="107208"/>
                  </a:moveTo>
                  <a:lnTo>
                    <a:pt x="2757219" y="405189"/>
                  </a:lnTo>
                  <a:lnTo>
                    <a:pt x="2510888" y="405189"/>
                  </a:lnTo>
                  <a:lnTo>
                    <a:pt x="2510888" y="107208"/>
                  </a:lnTo>
                  <a:cubicBezTo>
                    <a:pt x="2510893" y="103192"/>
                    <a:pt x="2510412" y="99190"/>
                    <a:pt x="2509457" y="95289"/>
                  </a:cubicBezTo>
                  <a:lnTo>
                    <a:pt x="2758651" y="95289"/>
                  </a:lnTo>
                  <a:cubicBezTo>
                    <a:pt x="2757695" y="99190"/>
                    <a:pt x="2757215" y="103192"/>
                    <a:pt x="2757219" y="107208"/>
                  </a:cubicBezTo>
                  <a:close/>
                  <a:moveTo>
                    <a:pt x="2834771" y="79397"/>
                  </a:moveTo>
                  <a:lnTo>
                    <a:pt x="2840653" y="90998"/>
                  </a:lnTo>
                  <a:cubicBezTo>
                    <a:pt x="2843260" y="96004"/>
                    <a:pt x="2844623" y="101564"/>
                    <a:pt x="2844627" y="107208"/>
                  </a:cubicBezTo>
                  <a:lnTo>
                    <a:pt x="2844627" y="421081"/>
                  </a:lnTo>
                  <a:lnTo>
                    <a:pt x="3122742" y="421081"/>
                  </a:lnTo>
                  <a:lnTo>
                    <a:pt x="3122742" y="107208"/>
                  </a:lnTo>
                  <a:cubicBezTo>
                    <a:pt x="3122746" y="101564"/>
                    <a:pt x="3124108" y="96004"/>
                    <a:pt x="3126715" y="90998"/>
                  </a:cubicBezTo>
                  <a:lnTo>
                    <a:pt x="3132597" y="79397"/>
                  </a:lnTo>
                  <a:close/>
                  <a:moveTo>
                    <a:pt x="3106849" y="107208"/>
                  </a:moveTo>
                  <a:lnTo>
                    <a:pt x="3106849" y="405189"/>
                  </a:lnTo>
                  <a:lnTo>
                    <a:pt x="2860519" y="405189"/>
                  </a:lnTo>
                  <a:lnTo>
                    <a:pt x="2860519" y="107208"/>
                  </a:lnTo>
                  <a:cubicBezTo>
                    <a:pt x="2860523" y="103192"/>
                    <a:pt x="2860043" y="99190"/>
                    <a:pt x="2859087" y="95289"/>
                  </a:cubicBezTo>
                  <a:lnTo>
                    <a:pt x="3108281" y="95289"/>
                  </a:lnTo>
                  <a:cubicBezTo>
                    <a:pt x="3107326" y="99190"/>
                    <a:pt x="3106845" y="103192"/>
                    <a:pt x="3106849" y="107208"/>
                  </a:cubicBezTo>
                  <a:close/>
                  <a:moveTo>
                    <a:pt x="3184402" y="79397"/>
                  </a:moveTo>
                  <a:lnTo>
                    <a:pt x="3190284" y="90998"/>
                  </a:lnTo>
                  <a:cubicBezTo>
                    <a:pt x="3192891" y="96004"/>
                    <a:pt x="3194254" y="101564"/>
                    <a:pt x="3194257" y="107208"/>
                  </a:cubicBezTo>
                  <a:lnTo>
                    <a:pt x="3194257" y="421081"/>
                  </a:lnTo>
                  <a:lnTo>
                    <a:pt x="3472372" y="421081"/>
                  </a:lnTo>
                  <a:lnTo>
                    <a:pt x="3472372" y="107208"/>
                  </a:lnTo>
                  <a:cubicBezTo>
                    <a:pt x="3472376" y="101564"/>
                    <a:pt x="3473738" y="96004"/>
                    <a:pt x="3476345" y="90998"/>
                  </a:cubicBezTo>
                  <a:lnTo>
                    <a:pt x="3482227" y="79397"/>
                  </a:lnTo>
                  <a:close/>
                  <a:moveTo>
                    <a:pt x="3456480" y="107208"/>
                  </a:moveTo>
                  <a:lnTo>
                    <a:pt x="3456480" y="405189"/>
                  </a:lnTo>
                  <a:lnTo>
                    <a:pt x="3210149" y="405189"/>
                  </a:lnTo>
                  <a:lnTo>
                    <a:pt x="3210149" y="107208"/>
                  </a:lnTo>
                  <a:cubicBezTo>
                    <a:pt x="3210154" y="103192"/>
                    <a:pt x="3209673" y="99190"/>
                    <a:pt x="3208718" y="95289"/>
                  </a:cubicBezTo>
                  <a:lnTo>
                    <a:pt x="3457912" y="95289"/>
                  </a:lnTo>
                  <a:cubicBezTo>
                    <a:pt x="3456956" y="99190"/>
                    <a:pt x="3456476" y="103192"/>
                    <a:pt x="3456480" y="107208"/>
                  </a:cubicBezTo>
                  <a:close/>
                  <a:moveTo>
                    <a:pt x="387358" y="79397"/>
                  </a:moveTo>
                  <a:lnTo>
                    <a:pt x="393239" y="90998"/>
                  </a:lnTo>
                  <a:cubicBezTo>
                    <a:pt x="395846" y="96004"/>
                    <a:pt x="397209" y="101564"/>
                    <a:pt x="397212" y="107208"/>
                  </a:cubicBezTo>
                  <a:lnTo>
                    <a:pt x="397212" y="421081"/>
                  </a:lnTo>
                  <a:lnTo>
                    <a:pt x="675328" y="421081"/>
                  </a:lnTo>
                  <a:lnTo>
                    <a:pt x="675328" y="107208"/>
                  </a:lnTo>
                  <a:cubicBezTo>
                    <a:pt x="675331" y="101564"/>
                    <a:pt x="676694" y="96004"/>
                    <a:pt x="679301" y="90998"/>
                  </a:cubicBezTo>
                  <a:lnTo>
                    <a:pt x="685183" y="79397"/>
                  </a:lnTo>
                  <a:close/>
                  <a:moveTo>
                    <a:pt x="659435" y="107208"/>
                  </a:moveTo>
                  <a:lnTo>
                    <a:pt x="659435" y="405189"/>
                  </a:lnTo>
                  <a:lnTo>
                    <a:pt x="413105" y="405189"/>
                  </a:lnTo>
                  <a:lnTo>
                    <a:pt x="413105" y="107208"/>
                  </a:lnTo>
                  <a:cubicBezTo>
                    <a:pt x="413109" y="103192"/>
                    <a:pt x="412628" y="99190"/>
                    <a:pt x="411673" y="95289"/>
                  </a:cubicBezTo>
                  <a:lnTo>
                    <a:pt x="660867" y="95289"/>
                  </a:lnTo>
                  <a:cubicBezTo>
                    <a:pt x="659912" y="99190"/>
                    <a:pt x="659431" y="103192"/>
                    <a:pt x="659436" y="107208"/>
                  </a:cubicBezTo>
                  <a:close/>
                  <a:moveTo>
                    <a:pt x="736988" y="79397"/>
                  </a:moveTo>
                  <a:lnTo>
                    <a:pt x="742870" y="90998"/>
                  </a:lnTo>
                  <a:cubicBezTo>
                    <a:pt x="745477" y="96004"/>
                    <a:pt x="746839" y="101564"/>
                    <a:pt x="746843" y="107208"/>
                  </a:cubicBezTo>
                  <a:lnTo>
                    <a:pt x="746843" y="421081"/>
                  </a:lnTo>
                  <a:lnTo>
                    <a:pt x="1024958" y="421081"/>
                  </a:lnTo>
                  <a:lnTo>
                    <a:pt x="1024958" y="107208"/>
                  </a:lnTo>
                  <a:cubicBezTo>
                    <a:pt x="1024962" y="101564"/>
                    <a:pt x="1026325" y="96004"/>
                    <a:pt x="1028931" y="90998"/>
                  </a:cubicBezTo>
                  <a:lnTo>
                    <a:pt x="1034814" y="79397"/>
                  </a:lnTo>
                  <a:close/>
                  <a:moveTo>
                    <a:pt x="1009066" y="107208"/>
                  </a:moveTo>
                  <a:lnTo>
                    <a:pt x="1009066" y="405189"/>
                  </a:lnTo>
                  <a:lnTo>
                    <a:pt x="762735" y="405189"/>
                  </a:lnTo>
                  <a:lnTo>
                    <a:pt x="762735" y="107208"/>
                  </a:lnTo>
                  <a:cubicBezTo>
                    <a:pt x="762740" y="103192"/>
                    <a:pt x="762259" y="99190"/>
                    <a:pt x="761304" y="95289"/>
                  </a:cubicBezTo>
                  <a:lnTo>
                    <a:pt x="1010498" y="95289"/>
                  </a:lnTo>
                  <a:cubicBezTo>
                    <a:pt x="1009542" y="99190"/>
                    <a:pt x="1009062" y="103192"/>
                    <a:pt x="1009066" y="107208"/>
                  </a:cubicBezTo>
                  <a:close/>
                  <a:moveTo>
                    <a:pt x="1086619" y="79397"/>
                  </a:moveTo>
                  <a:lnTo>
                    <a:pt x="1092500" y="90998"/>
                  </a:lnTo>
                  <a:cubicBezTo>
                    <a:pt x="1095107" y="96004"/>
                    <a:pt x="1096470" y="101564"/>
                    <a:pt x="1096474" y="107208"/>
                  </a:cubicBezTo>
                  <a:lnTo>
                    <a:pt x="1096474" y="421081"/>
                  </a:lnTo>
                  <a:lnTo>
                    <a:pt x="1374589" y="421081"/>
                  </a:lnTo>
                  <a:lnTo>
                    <a:pt x="1374589" y="107208"/>
                  </a:lnTo>
                  <a:cubicBezTo>
                    <a:pt x="1374593" y="101564"/>
                    <a:pt x="1375955" y="96004"/>
                    <a:pt x="1378562" y="90998"/>
                  </a:cubicBezTo>
                  <a:lnTo>
                    <a:pt x="1384444" y="79397"/>
                  </a:lnTo>
                  <a:close/>
                  <a:moveTo>
                    <a:pt x="1358696" y="107208"/>
                  </a:moveTo>
                  <a:lnTo>
                    <a:pt x="1358696" y="405189"/>
                  </a:lnTo>
                  <a:lnTo>
                    <a:pt x="1112366" y="405189"/>
                  </a:lnTo>
                  <a:lnTo>
                    <a:pt x="1112366" y="107208"/>
                  </a:lnTo>
                  <a:cubicBezTo>
                    <a:pt x="1112370" y="103192"/>
                    <a:pt x="1111890" y="99190"/>
                    <a:pt x="1110934" y="95289"/>
                  </a:cubicBezTo>
                  <a:lnTo>
                    <a:pt x="1360128" y="95289"/>
                  </a:lnTo>
                  <a:cubicBezTo>
                    <a:pt x="1359173" y="99190"/>
                    <a:pt x="1358692" y="103192"/>
                    <a:pt x="1358697" y="107208"/>
                  </a:cubicBezTo>
                  <a:close/>
                  <a:moveTo>
                    <a:pt x="1436249" y="79397"/>
                  </a:moveTo>
                  <a:lnTo>
                    <a:pt x="1442131" y="90998"/>
                  </a:lnTo>
                  <a:cubicBezTo>
                    <a:pt x="1444738" y="96004"/>
                    <a:pt x="1446101" y="101564"/>
                    <a:pt x="1446104" y="107208"/>
                  </a:cubicBezTo>
                  <a:lnTo>
                    <a:pt x="1446104" y="421081"/>
                  </a:lnTo>
                  <a:lnTo>
                    <a:pt x="1724220" y="421081"/>
                  </a:lnTo>
                  <a:lnTo>
                    <a:pt x="1724220" y="107208"/>
                  </a:lnTo>
                  <a:cubicBezTo>
                    <a:pt x="1724223" y="101564"/>
                    <a:pt x="1725586" y="96004"/>
                    <a:pt x="1728193" y="90998"/>
                  </a:cubicBezTo>
                  <a:lnTo>
                    <a:pt x="1734075" y="79397"/>
                  </a:lnTo>
                  <a:close/>
                  <a:moveTo>
                    <a:pt x="1708327" y="107208"/>
                  </a:moveTo>
                  <a:lnTo>
                    <a:pt x="1708327" y="405189"/>
                  </a:lnTo>
                  <a:lnTo>
                    <a:pt x="1461997" y="405189"/>
                  </a:lnTo>
                  <a:lnTo>
                    <a:pt x="1461997" y="107208"/>
                  </a:lnTo>
                  <a:cubicBezTo>
                    <a:pt x="1462001" y="103192"/>
                    <a:pt x="1461520" y="99190"/>
                    <a:pt x="1460565" y="95289"/>
                  </a:cubicBezTo>
                  <a:lnTo>
                    <a:pt x="1709759" y="95289"/>
                  </a:lnTo>
                  <a:cubicBezTo>
                    <a:pt x="1708804" y="99190"/>
                    <a:pt x="1708323" y="103192"/>
                    <a:pt x="1708327" y="107208"/>
                  </a:cubicBezTo>
                  <a:close/>
                  <a:moveTo>
                    <a:pt x="1785880" y="79397"/>
                  </a:moveTo>
                  <a:lnTo>
                    <a:pt x="1791762" y="90998"/>
                  </a:lnTo>
                  <a:cubicBezTo>
                    <a:pt x="1794369" y="96004"/>
                    <a:pt x="1795731" y="101564"/>
                    <a:pt x="1795735" y="107208"/>
                  </a:cubicBezTo>
                  <a:lnTo>
                    <a:pt x="1795735" y="421081"/>
                  </a:lnTo>
                  <a:lnTo>
                    <a:pt x="2073850" y="421081"/>
                  </a:lnTo>
                  <a:lnTo>
                    <a:pt x="2073850" y="107208"/>
                  </a:lnTo>
                  <a:cubicBezTo>
                    <a:pt x="2073854" y="101564"/>
                    <a:pt x="2075216" y="96004"/>
                    <a:pt x="2077823" y="90998"/>
                  </a:cubicBezTo>
                  <a:lnTo>
                    <a:pt x="2083705" y="79397"/>
                  </a:lnTo>
                  <a:close/>
                  <a:moveTo>
                    <a:pt x="2057958" y="107208"/>
                  </a:moveTo>
                  <a:lnTo>
                    <a:pt x="2057958" y="405189"/>
                  </a:lnTo>
                  <a:lnTo>
                    <a:pt x="1811627" y="405189"/>
                  </a:lnTo>
                  <a:lnTo>
                    <a:pt x="1811627" y="107208"/>
                  </a:lnTo>
                  <a:cubicBezTo>
                    <a:pt x="1811632" y="103192"/>
                    <a:pt x="1811151" y="99190"/>
                    <a:pt x="1810195" y="95289"/>
                  </a:cubicBezTo>
                  <a:lnTo>
                    <a:pt x="2059389" y="95289"/>
                  </a:lnTo>
                  <a:cubicBezTo>
                    <a:pt x="2058434" y="99190"/>
                    <a:pt x="2057953" y="103192"/>
                    <a:pt x="2057958" y="107208"/>
                  </a:cubicBezTo>
                  <a:close/>
                  <a:moveTo>
                    <a:pt x="2135510" y="79397"/>
                  </a:moveTo>
                  <a:lnTo>
                    <a:pt x="2141392" y="90998"/>
                  </a:lnTo>
                  <a:cubicBezTo>
                    <a:pt x="2143999" y="96004"/>
                    <a:pt x="2145362" y="101564"/>
                    <a:pt x="2145365" y="107208"/>
                  </a:cubicBezTo>
                  <a:lnTo>
                    <a:pt x="2145365" y="421081"/>
                  </a:lnTo>
                  <a:lnTo>
                    <a:pt x="2423481" y="421081"/>
                  </a:lnTo>
                  <a:lnTo>
                    <a:pt x="2423481" y="107208"/>
                  </a:lnTo>
                  <a:cubicBezTo>
                    <a:pt x="2423485" y="101564"/>
                    <a:pt x="2424847" y="96004"/>
                    <a:pt x="2427454" y="90998"/>
                  </a:cubicBezTo>
                  <a:lnTo>
                    <a:pt x="2433336" y="79397"/>
                  </a:lnTo>
                  <a:close/>
                  <a:moveTo>
                    <a:pt x="2407588" y="107208"/>
                  </a:moveTo>
                  <a:lnTo>
                    <a:pt x="2407588" y="405189"/>
                  </a:lnTo>
                  <a:lnTo>
                    <a:pt x="2161258" y="405189"/>
                  </a:lnTo>
                  <a:lnTo>
                    <a:pt x="2161258" y="107208"/>
                  </a:lnTo>
                  <a:cubicBezTo>
                    <a:pt x="2161262" y="103192"/>
                    <a:pt x="2160781" y="99190"/>
                    <a:pt x="2159826" y="95289"/>
                  </a:cubicBezTo>
                  <a:lnTo>
                    <a:pt x="2409020" y="95289"/>
                  </a:lnTo>
                  <a:cubicBezTo>
                    <a:pt x="2408065" y="99190"/>
                    <a:pt x="2407584" y="103192"/>
                    <a:pt x="2407588" y="107208"/>
                  </a:cubicBezTo>
                  <a:close/>
                  <a:moveTo>
                    <a:pt x="2485141" y="79397"/>
                  </a:moveTo>
                  <a:lnTo>
                    <a:pt x="2491023" y="90998"/>
                  </a:lnTo>
                  <a:cubicBezTo>
                    <a:pt x="2493630" y="96004"/>
                    <a:pt x="2494993" y="101564"/>
                    <a:pt x="2494996" y="107208"/>
                  </a:cubicBezTo>
                  <a:lnTo>
                    <a:pt x="2494996" y="421081"/>
                  </a:lnTo>
                  <a:lnTo>
                    <a:pt x="2773111" y="421081"/>
                  </a:lnTo>
                  <a:lnTo>
                    <a:pt x="2773111" y="107208"/>
                  </a:lnTo>
                  <a:cubicBezTo>
                    <a:pt x="2773115" y="101564"/>
                    <a:pt x="2774477" y="96004"/>
                    <a:pt x="2777084" y="90998"/>
                  </a:cubicBezTo>
                  <a:lnTo>
                    <a:pt x="2782966" y="79397"/>
                  </a:lnTo>
                  <a:close/>
                  <a:moveTo>
                    <a:pt x="2757219" y="107208"/>
                  </a:moveTo>
                  <a:lnTo>
                    <a:pt x="2757219" y="405189"/>
                  </a:lnTo>
                  <a:lnTo>
                    <a:pt x="2510888" y="405189"/>
                  </a:lnTo>
                  <a:lnTo>
                    <a:pt x="2510888" y="107208"/>
                  </a:lnTo>
                  <a:cubicBezTo>
                    <a:pt x="2510893" y="103192"/>
                    <a:pt x="2510412" y="99190"/>
                    <a:pt x="2509457" y="95289"/>
                  </a:cubicBezTo>
                  <a:lnTo>
                    <a:pt x="2758651" y="95289"/>
                  </a:lnTo>
                  <a:cubicBezTo>
                    <a:pt x="2757695" y="99190"/>
                    <a:pt x="2757215" y="103192"/>
                    <a:pt x="2757219" y="107208"/>
                  </a:cubicBezTo>
                  <a:close/>
                  <a:moveTo>
                    <a:pt x="2834771" y="79397"/>
                  </a:moveTo>
                  <a:lnTo>
                    <a:pt x="2840653" y="90998"/>
                  </a:lnTo>
                  <a:cubicBezTo>
                    <a:pt x="2843260" y="96004"/>
                    <a:pt x="2844623" y="101564"/>
                    <a:pt x="2844627" y="107208"/>
                  </a:cubicBezTo>
                  <a:lnTo>
                    <a:pt x="2844627" y="421081"/>
                  </a:lnTo>
                  <a:lnTo>
                    <a:pt x="3122742" y="421081"/>
                  </a:lnTo>
                  <a:lnTo>
                    <a:pt x="3122742" y="107208"/>
                  </a:lnTo>
                  <a:cubicBezTo>
                    <a:pt x="3122746" y="101564"/>
                    <a:pt x="3124108" y="96004"/>
                    <a:pt x="3126715" y="90998"/>
                  </a:cubicBezTo>
                  <a:lnTo>
                    <a:pt x="3132597" y="79397"/>
                  </a:lnTo>
                  <a:close/>
                  <a:moveTo>
                    <a:pt x="3106849" y="107208"/>
                  </a:moveTo>
                  <a:lnTo>
                    <a:pt x="3106849" y="405189"/>
                  </a:lnTo>
                  <a:lnTo>
                    <a:pt x="2860519" y="405189"/>
                  </a:lnTo>
                  <a:lnTo>
                    <a:pt x="2860519" y="107208"/>
                  </a:lnTo>
                  <a:cubicBezTo>
                    <a:pt x="2860523" y="103192"/>
                    <a:pt x="2860043" y="99190"/>
                    <a:pt x="2859087" y="95289"/>
                  </a:cubicBezTo>
                  <a:lnTo>
                    <a:pt x="3108281" y="95289"/>
                  </a:lnTo>
                  <a:cubicBezTo>
                    <a:pt x="3107326" y="99190"/>
                    <a:pt x="3106845" y="103192"/>
                    <a:pt x="3106849" y="107208"/>
                  </a:cubicBezTo>
                  <a:close/>
                  <a:moveTo>
                    <a:pt x="3184402" y="79397"/>
                  </a:moveTo>
                  <a:lnTo>
                    <a:pt x="3190284" y="90998"/>
                  </a:lnTo>
                  <a:cubicBezTo>
                    <a:pt x="3192891" y="96004"/>
                    <a:pt x="3194254" y="101564"/>
                    <a:pt x="3194257" y="107208"/>
                  </a:cubicBezTo>
                  <a:lnTo>
                    <a:pt x="3194257" y="421081"/>
                  </a:lnTo>
                  <a:lnTo>
                    <a:pt x="3472372" y="421081"/>
                  </a:lnTo>
                  <a:lnTo>
                    <a:pt x="3472372" y="107208"/>
                  </a:lnTo>
                  <a:cubicBezTo>
                    <a:pt x="3472376" y="101564"/>
                    <a:pt x="3473738" y="96004"/>
                    <a:pt x="3476345" y="90998"/>
                  </a:cubicBezTo>
                  <a:lnTo>
                    <a:pt x="3482227" y="79397"/>
                  </a:lnTo>
                  <a:close/>
                  <a:moveTo>
                    <a:pt x="3456480" y="107208"/>
                  </a:moveTo>
                  <a:lnTo>
                    <a:pt x="3456480" y="405189"/>
                  </a:lnTo>
                  <a:lnTo>
                    <a:pt x="3210149" y="405189"/>
                  </a:lnTo>
                  <a:lnTo>
                    <a:pt x="3210149" y="107208"/>
                  </a:lnTo>
                  <a:cubicBezTo>
                    <a:pt x="3210154" y="103192"/>
                    <a:pt x="3209673" y="99190"/>
                    <a:pt x="3208718" y="95289"/>
                  </a:cubicBezTo>
                  <a:lnTo>
                    <a:pt x="3457912" y="95289"/>
                  </a:lnTo>
                  <a:cubicBezTo>
                    <a:pt x="3456956" y="99190"/>
                    <a:pt x="3456476" y="103192"/>
                    <a:pt x="3456480" y="107208"/>
                  </a:cubicBezTo>
                  <a:close/>
                  <a:moveTo>
                    <a:pt x="387358" y="79397"/>
                  </a:moveTo>
                  <a:lnTo>
                    <a:pt x="393239" y="90998"/>
                  </a:lnTo>
                  <a:cubicBezTo>
                    <a:pt x="395846" y="96004"/>
                    <a:pt x="397209" y="101564"/>
                    <a:pt x="397212" y="107208"/>
                  </a:cubicBezTo>
                  <a:lnTo>
                    <a:pt x="397212" y="421081"/>
                  </a:lnTo>
                  <a:lnTo>
                    <a:pt x="675328" y="421081"/>
                  </a:lnTo>
                  <a:lnTo>
                    <a:pt x="675328" y="107208"/>
                  </a:lnTo>
                  <a:cubicBezTo>
                    <a:pt x="675331" y="101564"/>
                    <a:pt x="676694" y="96004"/>
                    <a:pt x="679301" y="90998"/>
                  </a:cubicBezTo>
                  <a:lnTo>
                    <a:pt x="685183" y="79397"/>
                  </a:lnTo>
                  <a:close/>
                  <a:moveTo>
                    <a:pt x="659435" y="107208"/>
                  </a:moveTo>
                  <a:lnTo>
                    <a:pt x="659435" y="405189"/>
                  </a:lnTo>
                  <a:lnTo>
                    <a:pt x="413105" y="405189"/>
                  </a:lnTo>
                  <a:lnTo>
                    <a:pt x="413105" y="107208"/>
                  </a:lnTo>
                  <a:cubicBezTo>
                    <a:pt x="413109" y="103192"/>
                    <a:pt x="412628" y="99190"/>
                    <a:pt x="411673" y="95289"/>
                  </a:cubicBezTo>
                  <a:lnTo>
                    <a:pt x="660867" y="95289"/>
                  </a:lnTo>
                  <a:cubicBezTo>
                    <a:pt x="659912" y="99190"/>
                    <a:pt x="659431" y="103192"/>
                    <a:pt x="659436" y="107208"/>
                  </a:cubicBezTo>
                  <a:close/>
                  <a:moveTo>
                    <a:pt x="736988" y="79397"/>
                  </a:moveTo>
                  <a:lnTo>
                    <a:pt x="742870" y="90998"/>
                  </a:lnTo>
                  <a:cubicBezTo>
                    <a:pt x="745477" y="96004"/>
                    <a:pt x="746839" y="101564"/>
                    <a:pt x="746843" y="107208"/>
                  </a:cubicBezTo>
                  <a:lnTo>
                    <a:pt x="746843" y="421081"/>
                  </a:lnTo>
                  <a:lnTo>
                    <a:pt x="1024958" y="421081"/>
                  </a:lnTo>
                  <a:lnTo>
                    <a:pt x="1024958" y="107208"/>
                  </a:lnTo>
                  <a:cubicBezTo>
                    <a:pt x="1024962" y="101564"/>
                    <a:pt x="1026325" y="96004"/>
                    <a:pt x="1028931" y="90998"/>
                  </a:cubicBezTo>
                  <a:lnTo>
                    <a:pt x="1034814" y="79397"/>
                  </a:lnTo>
                  <a:close/>
                  <a:moveTo>
                    <a:pt x="1009066" y="107208"/>
                  </a:moveTo>
                  <a:lnTo>
                    <a:pt x="1009066" y="405189"/>
                  </a:lnTo>
                  <a:lnTo>
                    <a:pt x="762735" y="405189"/>
                  </a:lnTo>
                  <a:lnTo>
                    <a:pt x="762735" y="107208"/>
                  </a:lnTo>
                  <a:cubicBezTo>
                    <a:pt x="762740" y="103192"/>
                    <a:pt x="762259" y="99190"/>
                    <a:pt x="761304" y="95289"/>
                  </a:cubicBezTo>
                  <a:lnTo>
                    <a:pt x="1010498" y="95289"/>
                  </a:lnTo>
                  <a:cubicBezTo>
                    <a:pt x="1009542" y="99190"/>
                    <a:pt x="1009062" y="103192"/>
                    <a:pt x="1009066" y="107208"/>
                  </a:cubicBezTo>
                  <a:close/>
                  <a:moveTo>
                    <a:pt x="1086619" y="79397"/>
                  </a:moveTo>
                  <a:lnTo>
                    <a:pt x="1092500" y="90998"/>
                  </a:lnTo>
                  <a:cubicBezTo>
                    <a:pt x="1095107" y="96004"/>
                    <a:pt x="1096470" y="101564"/>
                    <a:pt x="1096474" y="107208"/>
                  </a:cubicBezTo>
                  <a:lnTo>
                    <a:pt x="1096474" y="421081"/>
                  </a:lnTo>
                  <a:lnTo>
                    <a:pt x="1374589" y="421081"/>
                  </a:lnTo>
                  <a:lnTo>
                    <a:pt x="1374589" y="107208"/>
                  </a:lnTo>
                  <a:cubicBezTo>
                    <a:pt x="1374593" y="101564"/>
                    <a:pt x="1375955" y="96004"/>
                    <a:pt x="1378562" y="90998"/>
                  </a:cubicBezTo>
                  <a:lnTo>
                    <a:pt x="1384444" y="79397"/>
                  </a:lnTo>
                  <a:close/>
                  <a:moveTo>
                    <a:pt x="1358696" y="107208"/>
                  </a:moveTo>
                  <a:lnTo>
                    <a:pt x="1358696" y="405189"/>
                  </a:lnTo>
                  <a:lnTo>
                    <a:pt x="1112366" y="405189"/>
                  </a:lnTo>
                  <a:lnTo>
                    <a:pt x="1112366" y="107208"/>
                  </a:lnTo>
                  <a:cubicBezTo>
                    <a:pt x="1112370" y="103192"/>
                    <a:pt x="1111890" y="99190"/>
                    <a:pt x="1110934" y="95289"/>
                  </a:cubicBezTo>
                  <a:lnTo>
                    <a:pt x="1360128" y="95289"/>
                  </a:lnTo>
                  <a:cubicBezTo>
                    <a:pt x="1359173" y="99190"/>
                    <a:pt x="1358692" y="103192"/>
                    <a:pt x="1358697" y="107208"/>
                  </a:cubicBezTo>
                  <a:close/>
                  <a:moveTo>
                    <a:pt x="1436249" y="79397"/>
                  </a:moveTo>
                  <a:lnTo>
                    <a:pt x="1442131" y="90998"/>
                  </a:lnTo>
                  <a:cubicBezTo>
                    <a:pt x="1444738" y="96004"/>
                    <a:pt x="1446101" y="101564"/>
                    <a:pt x="1446104" y="107208"/>
                  </a:cubicBezTo>
                  <a:lnTo>
                    <a:pt x="1446104" y="421081"/>
                  </a:lnTo>
                  <a:lnTo>
                    <a:pt x="1724220" y="421081"/>
                  </a:lnTo>
                  <a:lnTo>
                    <a:pt x="1724220" y="107208"/>
                  </a:lnTo>
                  <a:cubicBezTo>
                    <a:pt x="1724223" y="101564"/>
                    <a:pt x="1725586" y="96004"/>
                    <a:pt x="1728193" y="90998"/>
                  </a:cubicBezTo>
                  <a:lnTo>
                    <a:pt x="1734075" y="79397"/>
                  </a:lnTo>
                  <a:close/>
                  <a:moveTo>
                    <a:pt x="1708327" y="107208"/>
                  </a:moveTo>
                  <a:lnTo>
                    <a:pt x="1708327" y="405189"/>
                  </a:lnTo>
                  <a:lnTo>
                    <a:pt x="1461997" y="405189"/>
                  </a:lnTo>
                  <a:lnTo>
                    <a:pt x="1461997" y="107208"/>
                  </a:lnTo>
                  <a:cubicBezTo>
                    <a:pt x="1462001" y="103192"/>
                    <a:pt x="1461520" y="99190"/>
                    <a:pt x="1460565" y="95289"/>
                  </a:cubicBezTo>
                  <a:lnTo>
                    <a:pt x="1709759" y="95289"/>
                  </a:lnTo>
                  <a:cubicBezTo>
                    <a:pt x="1708804" y="99190"/>
                    <a:pt x="1708323" y="103192"/>
                    <a:pt x="1708327" y="107208"/>
                  </a:cubicBezTo>
                  <a:close/>
                  <a:moveTo>
                    <a:pt x="1785880" y="79397"/>
                  </a:moveTo>
                  <a:lnTo>
                    <a:pt x="1791762" y="90998"/>
                  </a:lnTo>
                  <a:cubicBezTo>
                    <a:pt x="1794369" y="96004"/>
                    <a:pt x="1795731" y="101564"/>
                    <a:pt x="1795735" y="107208"/>
                  </a:cubicBezTo>
                  <a:lnTo>
                    <a:pt x="1795735" y="421081"/>
                  </a:lnTo>
                  <a:lnTo>
                    <a:pt x="2073850" y="421081"/>
                  </a:lnTo>
                  <a:lnTo>
                    <a:pt x="2073850" y="107208"/>
                  </a:lnTo>
                  <a:cubicBezTo>
                    <a:pt x="2073854" y="101564"/>
                    <a:pt x="2075216" y="96004"/>
                    <a:pt x="2077823" y="90998"/>
                  </a:cubicBezTo>
                  <a:lnTo>
                    <a:pt x="2083705" y="79397"/>
                  </a:lnTo>
                  <a:close/>
                  <a:moveTo>
                    <a:pt x="2057958" y="107208"/>
                  </a:moveTo>
                  <a:lnTo>
                    <a:pt x="2057958" y="405189"/>
                  </a:lnTo>
                  <a:lnTo>
                    <a:pt x="1811627" y="405189"/>
                  </a:lnTo>
                  <a:lnTo>
                    <a:pt x="1811627" y="107208"/>
                  </a:lnTo>
                  <a:cubicBezTo>
                    <a:pt x="1811632" y="103192"/>
                    <a:pt x="1811151" y="99190"/>
                    <a:pt x="1810195" y="95289"/>
                  </a:cubicBezTo>
                  <a:lnTo>
                    <a:pt x="2059389" y="95289"/>
                  </a:lnTo>
                  <a:cubicBezTo>
                    <a:pt x="2058434" y="99190"/>
                    <a:pt x="2057953" y="103192"/>
                    <a:pt x="2057958" y="107208"/>
                  </a:cubicBezTo>
                  <a:close/>
                  <a:moveTo>
                    <a:pt x="2135510" y="79397"/>
                  </a:moveTo>
                  <a:lnTo>
                    <a:pt x="2141392" y="90998"/>
                  </a:lnTo>
                  <a:cubicBezTo>
                    <a:pt x="2143999" y="96004"/>
                    <a:pt x="2145362" y="101564"/>
                    <a:pt x="2145365" y="107208"/>
                  </a:cubicBezTo>
                  <a:lnTo>
                    <a:pt x="2145365" y="421081"/>
                  </a:lnTo>
                  <a:lnTo>
                    <a:pt x="2423481" y="421081"/>
                  </a:lnTo>
                  <a:lnTo>
                    <a:pt x="2423481" y="107208"/>
                  </a:lnTo>
                  <a:cubicBezTo>
                    <a:pt x="2423485" y="101564"/>
                    <a:pt x="2424847" y="96004"/>
                    <a:pt x="2427454" y="90998"/>
                  </a:cubicBezTo>
                  <a:lnTo>
                    <a:pt x="2433336" y="79397"/>
                  </a:lnTo>
                  <a:close/>
                  <a:moveTo>
                    <a:pt x="2407588" y="107208"/>
                  </a:moveTo>
                  <a:lnTo>
                    <a:pt x="2407588" y="405189"/>
                  </a:lnTo>
                  <a:lnTo>
                    <a:pt x="2161258" y="405189"/>
                  </a:lnTo>
                  <a:lnTo>
                    <a:pt x="2161258" y="107208"/>
                  </a:lnTo>
                  <a:cubicBezTo>
                    <a:pt x="2161262" y="103192"/>
                    <a:pt x="2160781" y="99190"/>
                    <a:pt x="2159826" y="95289"/>
                  </a:cubicBezTo>
                  <a:lnTo>
                    <a:pt x="2409020" y="95289"/>
                  </a:lnTo>
                  <a:cubicBezTo>
                    <a:pt x="2408065" y="99190"/>
                    <a:pt x="2407584" y="103192"/>
                    <a:pt x="2407588" y="107208"/>
                  </a:cubicBezTo>
                  <a:close/>
                  <a:moveTo>
                    <a:pt x="2485141" y="79397"/>
                  </a:moveTo>
                  <a:lnTo>
                    <a:pt x="2491023" y="90998"/>
                  </a:lnTo>
                  <a:cubicBezTo>
                    <a:pt x="2493630" y="96004"/>
                    <a:pt x="2494993" y="101564"/>
                    <a:pt x="2494996" y="107208"/>
                  </a:cubicBezTo>
                  <a:lnTo>
                    <a:pt x="2494996" y="421081"/>
                  </a:lnTo>
                  <a:lnTo>
                    <a:pt x="2773111" y="421081"/>
                  </a:lnTo>
                  <a:lnTo>
                    <a:pt x="2773111" y="107208"/>
                  </a:lnTo>
                  <a:cubicBezTo>
                    <a:pt x="2773115" y="101564"/>
                    <a:pt x="2774477" y="96004"/>
                    <a:pt x="2777084" y="90998"/>
                  </a:cubicBezTo>
                  <a:lnTo>
                    <a:pt x="2782966" y="79397"/>
                  </a:lnTo>
                  <a:close/>
                  <a:moveTo>
                    <a:pt x="2757219" y="107208"/>
                  </a:moveTo>
                  <a:lnTo>
                    <a:pt x="2757219" y="405189"/>
                  </a:lnTo>
                  <a:lnTo>
                    <a:pt x="2510888" y="405189"/>
                  </a:lnTo>
                  <a:lnTo>
                    <a:pt x="2510888" y="107208"/>
                  </a:lnTo>
                  <a:cubicBezTo>
                    <a:pt x="2510893" y="103192"/>
                    <a:pt x="2510412" y="99190"/>
                    <a:pt x="2509457" y="95289"/>
                  </a:cubicBezTo>
                  <a:lnTo>
                    <a:pt x="2758651" y="95289"/>
                  </a:lnTo>
                  <a:cubicBezTo>
                    <a:pt x="2757695" y="99190"/>
                    <a:pt x="2757215" y="103192"/>
                    <a:pt x="2757219" y="107208"/>
                  </a:cubicBezTo>
                  <a:close/>
                  <a:moveTo>
                    <a:pt x="2834771" y="79397"/>
                  </a:moveTo>
                  <a:lnTo>
                    <a:pt x="2840653" y="90998"/>
                  </a:lnTo>
                  <a:cubicBezTo>
                    <a:pt x="2843260" y="96004"/>
                    <a:pt x="2844623" y="101564"/>
                    <a:pt x="2844627" y="107208"/>
                  </a:cubicBezTo>
                  <a:lnTo>
                    <a:pt x="2844627" y="421081"/>
                  </a:lnTo>
                  <a:lnTo>
                    <a:pt x="3122742" y="421081"/>
                  </a:lnTo>
                  <a:lnTo>
                    <a:pt x="3122742" y="107208"/>
                  </a:lnTo>
                  <a:cubicBezTo>
                    <a:pt x="3122746" y="101564"/>
                    <a:pt x="3124108" y="96004"/>
                    <a:pt x="3126715" y="90998"/>
                  </a:cubicBezTo>
                  <a:lnTo>
                    <a:pt x="3132597" y="79397"/>
                  </a:lnTo>
                  <a:close/>
                  <a:moveTo>
                    <a:pt x="3106849" y="107208"/>
                  </a:moveTo>
                  <a:lnTo>
                    <a:pt x="3106849" y="405189"/>
                  </a:lnTo>
                  <a:lnTo>
                    <a:pt x="2860519" y="405189"/>
                  </a:lnTo>
                  <a:lnTo>
                    <a:pt x="2860519" y="107208"/>
                  </a:lnTo>
                  <a:cubicBezTo>
                    <a:pt x="2860523" y="103192"/>
                    <a:pt x="2860043" y="99190"/>
                    <a:pt x="2859087" y="95289"/>
                  </a:cubicBezTo>
                  <a:lnTo>
                    <a:pt x="3108281" y="95289"/>
                  </a:lnTo>
                  <a:cubicBezTo>
                    <a:pt x="3107326" y="99190"/>
                    <a:pt x="3106845" y="103192"/>
                    <a:pt x="3106849" y="107208"/>
                  </a:cubicBezTo>
                  <a:close/>
                  <a:moveTo>
                    <a:pt x="3184402" y="79397"/>
                  </a:moveTo>
                  <a:lnTo>
                    <a:pt x="3190284" y="90998"/>
                  </a:lnTo>
                  <a:cubicBezTo>
                    <a:pt x="3192891" y="96004"/>
                    <a:pt x="3194254" y="101564"/>
                    <a:pt x="3194257" y="107208"/>
                  </a:cubicBezTo>
                  <a:lnTo>
                    <a:pt x="3194257" y="421081"/>
                  </a:lnTo>
                  <a:lnTo>
                    <a:pt x="3472372" y="421081"/>
                  </a:lnTo>
                  <a:lnTo>
                    <a:pt x="3472372" y="107208"/>
                  </a:lnTo>
                  <a:cubicBezTo>
                    <a:pt x="3472376" y="101564"/>
                    <a:pt x="3473738" y="96004"/>
                    <a:pt x="3476345" y="90998"/>
                  </a:cubicBezTo>
                  <a:lnTo>
                    <a:pt x="3482227" y="79397"/>
                  </a:lnTo>
                  <a:close/>
                  <a:moveTo>
                    <a:pt x="3456480" y="107208"/>
                  </a:moveTo>
                  <a:lnTo>
                    <a:pt x="3456480" y="405189"/>
                  </a:lnTo>
                  <a:lnTo>
                    <a:pt x="3210149" y="405189"/>
                  </a:lnTo>
                  <a:lnTo>
                    <a:pt x="3210149" y="107208"/>
                  </a:lnTo>
                  <a:cubicBezTo>
                    <a:pt x="3210154" y="103192"/>
                    <a:pt x="3209673" y="99190"/>
                    <a:pt x="3208718" y="95289"/>
                  </a:cubicBezTo>
                  <a:lnTo>
                    <a:pt x="3457912" y="95289"/>
                  </a:lnTo>
                  <a:cubicBezTo>
                    <a:pt x="3456956" y="99190"/>
                    <a:pt x="3456476" y="103192"/>
                    <a:pt x="3456480" y="107208"/>
                  </a:cubicBezTo>
                  <a:close/>
                  <a:moveTo>
                    <a:pt x="387358" y="79397"/>
                  </a:moveTo>
                  <a:lnTo>
                    <a:pt x="393239" y="90998"/>
                  </a:lnTo>
                  <a:cubicBezTo>
                    <a:pt x="395846" y="96004"/>
                    <a:pt x="397209" y="101564"/>
                    <a:pt x="397212" y="107208"/>
                  </a:cubicBezTo>
                  <a:lnTo>
                    <a:pt x="397212" y="421081"/>
                  </a:lnTo>
                  <a:lnTo>
                    <a:pt x="675328" y="421081"/>
                  </a:lnTo>
                  <a:lnTo>
                    <a:pt x="675328" y="107208"/>
                  </a:lnTo>
                  <a:cubicBezTo>
                    <a:pt x="675331" y="101564"/>
                    <a:pt x="676694" y="96004"/>
                    <a:pt x="679301" y="90998"/>
                  </a:cubicBezTo>
                  <a:lnTo>
                    <a:pt x="685183" y="79397"/>
                  </a:lnTo>
                  <a:close/>
                  <a:moveTo>
                    <a:pt x="659435" y="107208"/>
                  </a:moveTo>
                  <a:lnTo>
                    <a:pt x="659435" y="405189"/>
                  </a:lnTo>
                  <a:lnTo>
                    <a:pt x="413105" y="405189"/>
                  </a:lnTo>
                  <a:lnTo>
                    <a:pt x="413105" y="107208"/>
                  </a:lnTo>
                  <a:cubicBezTo>
                    <a:pt x="413109" y="103192"/>
                    <a:pt x="412628" y="99190"/>
                    <a:pt x="411673" y="95289"/>
                  </a:cubicBezTo>
                  <a:lnTo>
                    <a:pt x="660867" y="95289"/>
                  </a:lnTo>
                  <a:cubicBezTo>
                    <a:pt x="659912" y="99190"/>
                    <a:pt x="659431" y="103192"/>
                    <a:pt x="659436" y="107208"/>
                  </a:cubicBezTo>
                  <a:close/>
                  <a:moveTo>
                    <a:pt x="736988" y="79397"/>
                  </a:moveTo>
                  <a:lnTo>
                    <a:pt x="742870" y="90998"/>
                  </a:lnTo>
                  <a:cubicBezTo>
                    <a:pt x="745477" y="96004"/>
                    <a:pt x="746839" y="101564"/>
                    <a:pt x="746843" y="107208"/>
                  </a:cubicBezTo>
                  <a:lnTo>
                    <a:pt x="746843" y="421081"/>
                  </a:lnTo>
                  <a:lnTo>
                    <a:pt x="1024958" y="421081"/>
                  </a:lnTo>
                  <a:lnTo>
                    <a:pt x="1024958" y="107208"/>
                  </a:lnTo>
                  <a:cubicBezTo>
                    <a:pt x="1024962" y="101564"/>
                    <a:pt x="1026325" y="96004"/>
                    <a:pt x="1028931" y="90998"/>
                  </a:cubicBezTo>
                  <a:lnTo>
                    <a:pt x="1034814" y="79397"/>
                  </a:lnTo>
                  <a:close/>
                  <a:moveTo>
                    <a:pt x="1009066" y="107208"/>
                  </a:moveTo>
                  <a:lnTo>
                    <a:pt x="1009066" y="405189"/>
                  </a:lnTo>
                  <a:lnTo>
                    <a:pt x="762735" y="405189"/>
                  </a:lnTo>
                  <a:lnTo>
                    <a:pt x="762735" y="107208"/>
                  </a:lnTo>
                  <a:cubicBezTo>
                    <a:pt x="762740" y="103192"/>
                    <a:pt x="762259" y="99190"/>
                    <a:pt x="761304" y="95289"/>
                  </a:cubicBezTo>
                  <a:lnTo>
                    <a:pt x="1010498" y="95289"/>
                  </a:lnTo>
                  <a:cubicBezTo>
                    <a:pt x="1009542" y="99190"/>
                    <a:pt x="1009062" y="103192"/>
                    <a:pt x="1009066" y="107208"/>
                  </a:cubicBezTo>
                  <a:close/>
                  <a:moveTo>
                    <a:pt x="1086619" y="79397"/>
                  </a:moveTo>
                  <a:lnTo>
                    <a:pt x="1092500" y="90998"/>
                  </a:lnTo>
                  <a:cubicBezTo>
                    <a:pt x="1095107" y="96004"/>
                    <a:pt x="1096470" y="101564"/>
                    <a:pt x="1096474" y="107208"/>
                  </a:cubicBezTo>
                  <a:lnTo>
                    <a:pt x="1096474" y="421081"/>
                  </a:lnTo>
                  <a:lnTo>
                    <a:pt x="1374589" y="421081"/>
                  </a:lnTo>
                  <a:lnTo>
                    <a:pt x="1374589" y="107208"/>
                  </a:lnTo>
                  <a:cubicBezTo>
                    <a:pt x="1374593" y="101564"/>
                    <a:pt x="1375955" y="96004"/>
                    <a:pt x="1378562" y="90998"/>
                  </a:cubicBezTo>
                  <a:lnTo>
                    <a:pt x="1384444" y="79397"/>
                  </a:lnTo>
                  <a:close/>
                  <a:moveTo>
                    <a:pt x="1358696" y="107208"/>
                  </a:moveTo>
                  <a:lnTo>
                    <a:pt x="1358696" y="405189"/>
                  </a:lnTo>
                  <a:lnTo>
                    <a:pt x="1112366" y="405189"/>
                  </a:lnTo>
                  <a:lnTo>
                    <a:pt x="1112366" y="107208"/>
                  </a:lnTo>
                  <a:cubicBezTo>
                    <a:pt x="1112370" y="103192"/>
                    <a:pt x="1111890" y="99190"/>
                    <a:pt x="1110934" y="95289"/>
                  </a:cubicBezTo>
                  <a:lnTo>
                    <a:pt x="1360128" y="95289"/>
                  </a:lnTo>
                  <a:cubicBezTo>
                    <a:pt x="1359173" y="99190"/>
                    <a:pt x="1358692" y="103192"/>
                    <a:pt x="1358697" y="107208"/>
                  </a:cubicBezTo>
                  <a:close/>
                  <a:moveTo>
                    <a:pt x="1436249" y="79397"/>
                  </a:moveTo>
                  <a:lnTo>
                    <a:pt x="1442131" y="90998"/>
                  </a:lnTo>
                  <a:cubicBezTo>
                    <a:pt x="1444738" y="96004"/>
                    <a:pt x="1446101" y="101564"/>
                    <a:pt x="1446104" y="107208"/>
                  </a:cubicBezTo>
                  <a:lnTo>
                    <a:pt x="1446104" y="421081"/>
                  </a:lnTo>
                  <a:lnTo>
                    <a:pt x="1724220" y="421081"/>
                  </a:lnTo>
                  <a:lnTo>
                    <a:pt x="1724220" y="107208"/>
                  </a:lnTo>
                  <a:cubicBezTo>
                    <a:pt x="1724223" y="101564"/>
                    <a:pt x="1725586" y="96004"/>
                    <a:pt x="1728193" y="90998"/>
                  </a:cubicBezTo>
                  <a:lnTo>
                    <a:pt x="1734075" y="79397"/>
                  </a:lnTo>
                  <a:close/>
                  <a:moveTo>
                    <a:pt x="1708327" y="107208"/>
                  </a:moveTo>
                  <a:lnTo>
                    <a:pt x="1708327" y="405189"/>
                  </a:lnTo>
                  <a:lnTo>
                    <a:pt x="1461997" y="405189"/>
                  </a:lnTo>
                  <a:lnTo>
                    <a:pt x="1461997" y="107208"/>
                  </a:lnTo>
                  <a:cubicBezTo>
                    <a:pt x="1462001" y="103192"/>
                    <a:pt x="1461520" y="99190"/>
                    <a:pt x="1460565" y="95289"/>
                  </a:cubicBezTo>
                  <a:lnTo>
                    <a:pt x="1709759" y="95289"/>
                  </a:lnTo>
                  <a:cubicBezTo>
                    <a:pt x="1708804" y="99190"/>
                    <a:pt x="1708323" y="103192"/>
                    <a:pt x="1708327" y="107208"/>
                  </a:cubicBezTo>
                  <a:close/>
                  <a:moveTo>
                    <a:pt x="1785880" y="79397"/>
                  </a:moveTo>
                  <a:lnTo>
                    <a:pt x="1791762" y="90998"/>
                  </a:lnTo>
                  <a:cubicBezTo>
                    <a:pt x="1794369" y="96004"/>
                    <a:pt x="1795731" y="101564"/>
                    <a:pt x="1795735" y="107208"/>
                  </a:cubicBezTo>
                  <a:lnTo>
                    <a:pt x="1795735" y="421081"/>
                  </a:lnTo>
                  <a:lnTo>
                    <a:pt x="2073850" y="421081"/>
                  </a:lnTo>
                  <a:lnTo>
                    <a:pt x="2073850" y="107208"/>
                  </a:lnTo>
                  <a:cubicBezTo>
                    <a:pt x="2073854" y="101564"/>
                    <a:pt x="2075216" y="96004"/>
                    <a:pt x="2077823" y="90998"/>
                  </a:cubicBezTo>
                  <a:lnTo>
                    <a:pt x="2083705" y="79397"/>
                  </a:lnTo>
                  <a:close/>
                  <a:moveTo>
                    <a:pt x="2057958" y="107208"/>
                  </a:moveTo>
                  <a:lnTo>
                    <a:pt x="2057958" y="405189"/>
                  </a:lnTo>
                  <a:lnTo>
                    <a:pt x="1811627" y="405189"/>
                  </a:lnTo>
                  <a:lnTo>
                    <a:pt x="1811627" y="107208"/>
                  </a:lnTo>
                  <a:cubicBezTo>
                    <a:pt x="1811632" y="103192"/>
                    <a:pt x="1811151" y="99190"/>
                    <a:pt x="1810195" y="95289"/>
                  </a:cubicBezTo>
                  <a:lnTo>
                    <a:pt x="2059389" y="95289"/>
                  </a:lnTo>
                  <a:cubicBezTo>
                    <a:pt x="2058434" y="99190"/>
                    <a:pt x="2057953" y="103192"/>
                    <a:pt x="2057958" y="107208"/>
                  </a:cubicBezTo>
                  <a:close/>
                  <a:moveTo>
                    <a:pt x="2135510" y="79397"/>
                  </a:moveTo>
                  <a:lnTo>
                    <a:pt x="2141392" y="90998"/>
                  </a:lnTo>
                  <a:cubicBezTo>
                    <a:pt x="2143999" y="96004"/>
                    <a:pt x="2145362" y="101564"/>
                    <a:pt x="2145365" y="107208"/>
                  </a:cubicBezTo>
                  <a:lnTo>
                    <a:pt x="2145365" y="421081"/>
                  </a:lnTo>
                  <a:lnTo>
                    <a:pt x="2423481" y="421081"/>
                  </a:lnTo>
                  <a:lnTo>
                    <a:pt x="2423481" y="107208"/>
                  </a:lnTo>
                  <a:cubicBezTo>
                    <a:pt x="2423485" y="101564"/>
                    <a:pt x="2424847" y="96004"/>
                    <a:pt x="2427454" y="90998"/>
                  </a:cubicBezTo>
                  <a:lnTo>
                    <a:pt x="2433336" y="79397"/>
                  </a:lnTo>
                  <a:close/>
                  <a:moveTo>
                    <a:pt x="2407588" y="107208"/>
                  </a:moveTo>
                  <a:lnTo>
                    <a:pt x="2407588" y="405189"/>
                  </a:lnTo>
                  <a:lnTo>
                    <a:pt x="2161258" y="405189"/>
                  </a:lnTo>
                  <a:lnTo>
                    <a:pt x="2161258" y="107208"/>
                  </a:lnTo>
                  <a:cubicBezTo>
                    <a:pt x="2161262" y="103192"/>
                    <a:pt x="2160781" y="99190"/>
                    <a:pt x="2159826" y="95289"/>
                  </a:cubicBezTo>
                  <a:lnTo>
                    <a:pt x="2409020" y="95289"/>
                  </a:lnTo>
                  <a:cubicBezTo>
                    <a:pt x="2408065" y="99190"/>
                    <a:pt x="2407584" y="103192"/>
                    <a:pt x="2407588" y="107208"/>
                  </a:cubicBezTo>
                  <a:close/>
                  <a:moveTo>
                    <a:pt x="2485141" y="79397"/>
                  </a:moveTo>
                  <a:lnTo>
                    <a:pt x="2491023" y="90998"/>
                  </a:lnTo>
                  <a:cubicBezTo>
                    <a:pt x="2493630" y="96004"/>
                    <a:pt x="2494993" y="101564"/>
                    <a:pt x="2494996" y="107208"/>
                  </a:cubicBezTo>
                  <a:lnTo>
                    <a:pt x="2494996" y="421081"/>
                  </a:lnTo>
                  <a:lnTo>
                    <a:pt x="2773111" y="421081"/>
                  </a:lnTo>
                  <a:lnTo>
                    <a:pt x="2773111" y="107208"/>
                  </a:lnTo>
                  <a:cubicBezTo>
                    <a:pt x="2773115" y="101564"/>
                    <a:pt x="2774477" y="96004"/>
                    <a:pt x="2777084" y="90998"/>
                  </a:cubicBezTo>
                  <a:lnTo>
                    <a:pt x="2782966" y="79397"/>
                  </a:lnTo>
                  <a:close/>
                  <a:moveTo>
                    <a:pt x="2757219" y="107208"/>
                  </a:moveTo>
                  <a:lnTo>
                    <a:pt x="2757219" y="405189"/>
                  </a:lnTo>
                  <a:lnTo>
                    <a:pt x="2510888" y="405189"/>
                  </a:lnTo>
                  <a:lnTo>
                    <a:pt x="2510888" y="107208"/>
                  </a:lnTo>
                  <a:cubicBezTo>
                    <a:pt x="2510893" y="103192"/>
                    <a:pt x="2510412" y="99190"/>
                    <a:pt x="2509457" y="95289"/>
                  </a:cubicBezTo>
                  <a:lnTo>
                    <a:pt x="2758651" y="95289"/>
                  </a:lnTo>
                  <a:cubicBezTo>
                    <a:pt x="2757695" y="99190"/>
                    <a:pt x="2757215" y="103192"/>
                    <a:pt x="2757219" y="107208"/>
                  </a:cubicBezTo>
                  <a:close/>
                  <a:moveTo>
                    <a:pt x="2834771" y="79397"/>
                  </a:moveTo>
                  <a:lnTo>
                    <a:pt x="2840653" y="90998"/>
                  </a:lnTo>
                  <a:cubicBezTo>
                    <a:pt x="2843260" y="96004"/>
                    <a:pt x="2844623" y="101564"/>
                    <a:pt x="2844627" y="107208"/>
                  </a:cubicBezTo>
                  <a:lnTo>
                    <a:pt x="2844627" y="421081"/>
                  </a:lnTo>
                  <a:lnTo>
                    <a:pt x="3122742" y="421081"/>
                  </a:lnTo>
                  <a:lnTo>
                    <a:pt x="3122742" y="107208"/>
                  </a:lnTo>
                  <a:cubicBezTo>
                    <a:pt x="3122746" y="101564"/>
                    <a:pt x="3124108" y="96004"/>
                    <a:pt x="3126715" y="90998"/>
                  </a:cubicBezTo>
                  <a:lnTo>
                    <a:pt x="3132597" y="79397"/>
                  </a:lnTo>
                  <a:close/>
                  <a:moveTo>
                    <a:pt x="3106849" y="107208"/>
                  </a:moveTo>
                  <a:lnTo>
                    <a:pt x="3106849" y="405189"/>
                  </a:lnTo>
                  <a:lnTo>
                    <a:pt x="2860519" y="405189"/>
                  </a:lnTo>
                  <a:lnTo>
                    <a:pt x="2860519" y="107208"/>
                  </a:lnTo>
                  <a:cubicBezTo>
                    <a:pt x="2860523" y="103192"/>
                    <a:pt x="2860043" y="99190"/>
                    <a:pt x="2859087" y="95289"/>
                  </a:cubicBezTo>
                  <a:lnTo>
                    <a:pt x="3108281" y="95289"/>
                  </a:lnTo>
                  <a:cubicBezTo>
                    <a:pt x="3107326" y="99190"/>
                    <a:pt x="3106845" y="103192"/>
                    <a:pt x="3106849" y="107208"/>
                  </a:cubicBezTo>
                  <a:close/>
                  <a:moveTo>
                    <a:pt x="3184402" y="79397"/>
                  </a:moveTo>
                  <a:lnTo>
                    <a:pt x="3190284" y="90998"/>
                  </a:lnTo>
                  <a:cubicBezTo>
                    <a:pt x="3192891" y="96004"/>
                    <a:pt x="3194254" y="101564"/>
                    <a:pt x="3194257" y="107208"/>
                  </a:cubicBezTo>
                  <a:lnTo>
                    <a:pt x="3194257" y="421081"/>
                  </a:lnTo>
                  <a:lnTo>
                    <a:pt x="3472372" y="421081"/>
                  </a:lnTo>
                  <a:lnTo>
                    <a:pt x="3472372" y="107208"/>
                  </a:lnTo>
                  <a:cubicBezTo>
                    <a:pt x="3472376" y="101564"/>
                    <a:pt x="3473738" y="96004"/>
                    <a:pt x="3476345" y="90998"/>
                  </a:cubicBezTo>
                  <a:lnTo>
                    <a:pt x="3482227" y="79397"/>
                  </a:lnTo>
                  <a:close/>
                  <a:moveTo>
                    <a:pt x="3456480" y="107208"/>
                  </a:moveTo>
                  <a:lnTo>
                    <a:pt x="3456480" y="405189"/>
                  </a:lnTo>
                  <a:lnTo>
                    <a:pt x="3210149" y="405189"/>
                  </a:lnTo>
                  <a:lnTo>
                    <a:pt x="3210149" y="107208"/>
                  </a:lnTo>
                  <a:cubicBezTo>
                    <a:pt x="3210154" y="103192"/>
                    <a:pt x="3209673" y="99190"/>
                    <a:pt x="3208718" y="95289"/>
                  </a:cubicBezTo>
                  <a:lnTo>
                    <a:pt x="3457912" y="95289"/>
                  </a:lnTo>
                  <a:cubicBezTo>
                    <a:pt x="3456956" y="99190"/>
                    <a:pt x="3456476" y="103192"/>
                    <a:pt x="3456480" y="107208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417FB8-7D26-BEC2-7090-21D1429BAF1E}"/>
                </a:ext>
              </a:extLst>
            </p:cNvPr>
            <p:cNvSpPr/>
            <p:nvPr/>
          </p:nvSpPr>
          <p:spPr>
            <a:xfrm>
              <a:off x="1668713" y="3099471"/>
              <a:ext cx="679073" cy="405253"/>
            </a:xfrm>
            <a:custGeom>
              <a:avLst/>
              <a:gdLst>
                <a:gd name="csX0" fmla="*/ 632429 w 679073"/>
                <a:gd name="csY0" fmla="*/ 405189 h 405253"/>
                <a:gd name="csX1" fmla="*/ 46455 w 679073"/>
                <a:gd name="csY1" fmla="*/ 405189 h 405253"/>
                <a:gd name="csX2" fmla="*/ -95 w 679073"/>
                <a:gd name="csY2" fmla="*/ 358640 h 405253"/>
                <a:gd name="csX3" fmla="*/ -95 w 679073"/>
                <a:gd name="csY3" fmla="*/ 46485 h 405253"/>
                <a:gd name="csX4" fmla="*/ 46455 w 679073"/>
                <a:gd name="csY4" fmla="*/ -65 h 405253"/>
                <a:gd name="csX5" fmla="*/ 632429 w 679073"/>
                <a:gd name="csY5" fmla="*/ -64 h 405253"/>
                <a:gd name="csX6" fmla="*/ 678978 w 679073"/>
                <a:gd name="csY6" fmla="*/ 46485 h 405253"/>
                <a:gd name="csX7" fmla="*/ 678978 w 679073"/>
                <a:gd name="csY7" fmla="*/ 358640 h 405253"/>
                <a:gd name="csX8" fmla="*/ 632429 w 679073"/>
                <a:gd name="csY8" fmla="*/ 405189 h 4052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79073" h="405253">
                  <a:moveTo>
                    <a:pt x="632429" y="405189"/>
                  </a:moveTo>
                  <a:lnTo>
                    <a:pt x="46455" y="405189"/>
                  </a:lnTo>
                  <a:cubicBezTo>
                    <a:pt x="20758" y="405160"/>
                    <a:pt x="-66" y="384336"/>
                    <a:pt x="-95" y="358640"/>
                  </a:cubicBezTo>
                  <a:lnTo>
                    <a:pt x="-95" y="46485"/>
                  </a:lnTo>
                  <a:cubicBezTo>
                    <a:pt x="-66" y="20788"/>
                    <a:pt x="20758" y="-36"/>
                    <a:pt x="46455" y="-65"/>
                  </a:cubicBezTo>
                  <a:lnTo>
                    <a:pt x="632429" y="-64"/>
                  </a:lnTo>
                  <a:cubicBezTo>
                    <a:pt x="658126" y="-36"/>
                    <a:pt x="678950" y="20788"/>
                    <a:pt x="678978" y="46485"/>
                  </a:cubicBezTo>
                  <a:lnTo>
                    <a:pt x="678978" y="358640"/>
                  </a:lnTo>
                  <a:cubicBezTo>
                    <a:pt x="678950" y="384336"/>
                    <a:pt x="658126" y="405160"/>
                    <a:pt x="632429" y="405189"/>
                  </a:cubicBezTo>
                  <a:close/>
                </a:path>
              </a:pathLst>
            </a:custGeom>
            <a:solidFill>
              <a:srgbClr val="6C63FF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C3B4067-38CF-AB8F-59CF-DD318D5A4E87}"/>
                </a:ext>
              </a:extLst>
            </p:cNvPr>
            <p:cNvSpPr/>
            <p:nvPr/>
          </p:nvSpPr>
          <p:spPr>
            <a:xfrm>
              <a:off x="2560425" y="3099471"/>
              <a:ext cx="679073" cy="405253"/>
            </a:xfrm>
            <a:custGeom>
              <a:avLst/>
              <a:gdLst>
                <a:gd name="csX0" fmla="*/ 632429 w 679073"/>
                <a:gd name="csY0" fmla="*/ 405189 h 405253"/>
                <a:gd name="csX1" fmla="*/ 46455 w 679073"/>
                <a:gd name="csY1" fmla="*/ 405189 h 405253"/>
                <a:gd name="csX2" fmla="*/ -95 w 679073"/>
                <a:gd name="csY2" fmla="*/ 358640 h 405253"/>
                <a:gd name="csX3" fmla="*/ -95 w 679073"/>
                <a:gd name="csY3" fmla="*/ 46485 h 405253"/>
                <a:gd name="csX4" fmla="*/ 46454 w 679073"/>
                <a:gd name="csY4" fmla="*/ -65 h 405253"/>
                <a:gd name="csX5" fmla="*/ 632429 w 679073"/>
                <a:gd name="csY5" fmla="*/ -64 h 405253"/>
                <a:gd name="csX6" fmla="*/ 678979 w 679073"/>
                <a:gd name="csY6" fmla="*/ 46485 h 405253"/>
                <a:gd name="csX7" fmla="*/ 678979 w 679073"/>
                <a:gd name="csY7" fmla="*/ 358640 h 405253"/>
                <a:gd name="csX8" fmla="*/ 632429 w 679073"/>
                <a:gd name="csY8" fmla="*/ 405189 h 4052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79073" h="405253">
                  <a:moveTo>
                    <a:pt x="632429" y="405189"/>
                  </a:moveTo>
                  <a:lnTo>
                    <a:pt x="46455" y="405189"/>
                  </a:lnTo>
                  <a:cubicBezTo>
                    <a:pt x="20758" y="405160"/>
                    <a:pt x="-66" y="384336"/>
                    <a:pt x="-95" y="358640"/>
                  </a:cubicBezTo>
                  <a:lnTo>
                    <a:pt x="-95" y="46485"/>
                  </a:lnTo>
                  <a:cubicBezTo>
                    <a:pt x="-66" y="20788"/>
                    <a:pt x="20758" y="-36"/>
                    <a:pt x="46454" y="-65"/>
                  </a:cubicBezTo>
                  <a:lnTo>
                    <a:pt x="632429" y="-64"/>
                  </a:lnTo>
                  <a:cubicBezTo>
                    <a:pt x="658126" y="-36"/>
                    <a:pt x="678950" y="20788"/>
                    <a:pt x="678979" y="46485"/>
                  </a:cubicBezTo>
                  <a:lnTo>
                    <a:pt x="678979" y="358640"/>
                  </a:lnTo>
                  <a:cubicBezTo>
                    <a:pt x="678950" y="384336"/>
                    <a:pt x="658126" y="405160"/>
                    <a:pt x="632429" y="405189"/>
                  </a:cubicBezTo>
                  <a:close/>
                </a:path>
              </a:pathLst>
            </a:custGeom>
            <a:solidFill>
              <a:srgbClr val="6C63FF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9B4FB41-51F0-67F4-DD24-FDBD094DDE2A}"/>
                </a:ext>
              </a:extLst>
            </p:cNvPr>
            <p:cNvSpPr/>
            <p:nvPr/>
          </p:nvSpPr>
          <p:spPr>
            <a:xfrm>
              <a:off x="3452139" y="3099471"/>
              <a:ext cx="679073" cy="405253"/>
            </a:xfrm>
            <a:custGeom>
              <a:avLst/>
              <a:gdLst>
                <a:gd name="csX0" fmla="*/ 632429 w 679073"/>
                <a:gd name="csY0" fmla="*/ 405189 h 405253"/>
                <a:gd name="csX1" fmla="*/ 46454 w 679073"/>
                <a:gd name="csY1" fmla="*/ 405189 h 405253"/>
                <a:gd name="csX2" fmla="*/ -95 w 679073"/>
                <a:gd name="csY2" fmla="*/ 358640 h 405253"/>
                <a:gd name="csX3" fmla="*/ -95 w 679073"/>
                <a:gd name="csY3" fmla="*/ 46485 h 405253"/>
                <a:gd name="csX4" fmla="*/ 46454 w 679073"/>
                <a:gd name="csY4" fmla="*/ -65 h 405253"/>
                <a:gd name="csX5" fmla="*/ 632429 w 679073"/>
                <a:gd name="csY5" fmla="*/ -64 h 405253"/>
                <a:gd name="csX6" fmla="*/ 678979 w 679073"/>
                <a:gd name="csY6" fmla="*/ 46485 h 405253"/>
                <a:gd name="csX7" fmla="*/ 678979 w 679073"/>
                <a:gd name="csY7" fmla="*/ 358640 h 405253"/>
                <a:gd name="csX8" fmla="*/ 632429 w 679073"/>
                <a:gd name="csY8" fmla="*/ 405189 h 4052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79073" h="405253">
                  <a:moveTo>
                    <a:pt x="632429" y="405189"/>
                  </a:moveTo>
                  <a:lnTo>
                    <a:pt x="46454" y="405189"/>
                  </a:lnTo>
                  <a:cubicBezTo>
                    <a:pt x="20758" y="405160"/>
                    <a:pt x="-66" y="384336"/>
                    <a:pt x="-95" y="358640"/>
                  </a:cubicBezTo>
                  <a:lnTo>
                    <a:pt x="-95" y="46485"/>
                  </a:lnTo>
                  <a:cubicBezTo>
                    <a:pt x="-66" y="20788"/>
                    <a:pt x="20758" y="-36"/>
                    <a:pt x="46454" y="-65"/>
                  </a:cubicBezTo>
                  <a:lnTo>
                    <a:pt x="632429" y="-64"/>
                  </a:lnTo>
                  <a:cubicBezTo>
                    <a:pt x="658126" y="-36"/>
                    <a:pt x="678950" y="20788"/>
                    <a:pt x="678979" y="46485"/>
                  </a:cubicBezTo>
                  <a:lnTo>
                    <a:pt x="678979" y="358640"/>
                  </a:lnTo>
                  <a:cubicBezTo>
                    <a:pt x="678950" y="384336"/>
                    <a:pt x="658126" y="405160"/>
                    <a:pt x="632429" y="405189"/>
                  </a:cubicBezTo>
                  <a:close/>
                </a:path>
              </a:pathLst>
            </a:custGeom>
            <a:solidFill>
              <a:srgbClr val="6C63FF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8AE1A15-7B40-2C0A-91CB-49D219639BC8}"/>
                </a:ext>
              </a:extLst>
            </p:cNvPr>
            <p:cNvSpPr/>
            <p:nvPr/>
          </p:nvSpPr>
          <p:spPr>
            <a:xfrm>
              <a:off x="1668713" y="4140417"/>
              <a:ext cx="679073" cy="405253"/>
            </a:xfrm>
            <a:custGeom>
              <a:avLst/>
              <a:gdLst>
                <a:gd name="csX0" fmla="*/ 632429 w 679073"/>
                <a:gd name="csY0" fmla="*/ 405189 h 405253"/>
                <a:gd name="csX1" fmla="*/ 46455 w 679073"/>
                <a:gd name="csY1" fmla="*/ 405189 h 405253"/>
                <a:gd name="csX2" fmla="*/ -95 w 679073"/>
                <a:gd name="csY2" fmla="*/ 358640 h 405253"/>
                <a:gd name="csX3" fmla="*/ -95 w 679073"/>
                <a:gd name="csY3" fmla="*/ 46485 h 405253"/>
                <a:gd name="csX4" fmla="*/ 46455 w 679073"/>
                <a:gd name="csY4" fmla="*/ -65 h 405253"/>
                <a:gd name="csX5" fmla="*/ 632429 w 679073"/>
                <a:gd name="csY5" fmla="*/ -64 h 405253"/>
                <a:gd name="csX6" fmla="*/ 678978 w 679073"/>
                <a:gd name="csY6" fmla="*/ 46485 h 405253"/>
                <a:gd name="csX7" fmla="*/ 678978 w 679073"/>
                <a:gd name="csY7" fmla="*/ 358640 h 405253"/>
                <a:gd name="csX8" fmla="*/ 632429 w 679073"/>
                <a:gd name="csY8" fmla="*/ 405189 h 4052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79073" h="405253">
                  <a:moveTo>
                    <a:pt x="632429" y="405189"/>
                  </a:moveTo>
                  <a:lnTo>
                    <a:pt x="46455" y="405189"/>
                  </a:lnTo>
                  <a:cubicBezTo>
                    <a:pt x="20758" y="405160"/>
                    <a:pt x="-66" y="384336"/>
                    <a:pt x="-95" y="358640"/>
                  </a:cubicBezTo>
                  <a:lnTo>
                    <a:pt x="-95" y="46485"/>
                  </a:lnTo>
                  <a:cubicBezTo>
                    <a:pt x="-66" y="20788"/>
                    <a:pt x="20758" y="-36"/>
                    <a:pt x="46455" y="-65"/>
                  </a:cubicBezTo>
                  <a:lnTo>
                    <a:pt x="632429" y="-64"/>
                  </a:lnTo>
                  <a:cubicBezTo>
                    <a:pt x="658126" y="-36"/>
                    <a:pt x="678950" y="20788"/>
                    <a:pt x="678978" y="46485"/>
                  </a:cubicBezTo>
                  <a:lnTo>
                    <a:pt x="678978" y="358640"/>
                  </a:lnTo>
                  <a:cubicBezTo>
                    <a:pt x="678950" y="384336"/>
                    <a:pt x="658126" y="405160"/>
                    <a:pt x="632429" y="405189"/>
                  </a:cubicBezTo>
                  <a:close/>
                </a:path>
              </a:pathLst>
            </a:custGeom>
            <a:solidFill>
              <a:srgbClr val="6C63FF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EB848EE-79BE-61EC-C9CB-D06F4DCDD348}"/>
                </a:ext>
              </a:extLst>
            </p:cNvPr>
            <p:cNvSpPr/>
            <p:nvPr/>
          </p:nvSpPr>
          <p:spPr>
            <a:xfrm>
              <a:off x="2560425" y="4140417"/>
              <a:ext cx="679073" cy="405253"/>
            </a:xfrm>
            <a:custGeom>
              <a:avLst/>
              <a:gdLst>
                <a:gd name="csX0" fmla="*/ 632429 w 679073"/>
                <a:gd name="csY0" fmla="*/ 405189 h 405253"/>
                <a:gd name="csX1" fmla="*/ 46455 w 679073"/>
                <a:gd name="csY1" fmla="*/ 405189 h 405253"/>
                <a:gd name="csX2" fmla="*/ -95 w 679073"/>
                <a:gd name="csY2" fmla="*/ 358640 h 405253"/>
                <a:gd name="csX3" fmla="*/ -95 w 679073"/>
                <a:gd name="csY3" fmla="*/ 46485 h 405253"/>
                <a:gd name="csX4" fmla="*/ 46454 w 679073"/>
                <a:gd name="csY4" fmla="*/ -65 h 405253"/>
                <a:gd name="csX5" fmla="*/ 632429 w 679073"/>
                <a:gd name="csY5" fmla="*/ -64 h 405253"/>
                <a:gd name="csX6" fmla="*/ 678979 w 679073"/>
                <a:gd name="csY6" fmla="*/ 46485 h 405253"/>
                <a:gd name="csX7" fmla="*/ 678979 w 679073"/>
                <a:gd name="csY7" fmla="*/ 358640 h 405253"/>
                <a:gd name="csX8" fmla="*/ 632429 w 679073"/>
                <a:gd name="csY8" fmla="*/ 405189 h 4052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79073" h="405253">
                  <a:moveTo>
                    <a:pt x="632429" y="405189"/>
                  </a:moveTo>
                  <a:lnTo>
                    <a:pt x="46455" y="405189"/>
                  </a:lnTo>
                  <a:cubicBezTo>
                    <a:pt x="20758" y="405160"/>
                    <a:pt x="-66" y="384336"/>
                    <a:pt x="-95" y="358640"/>
                  </a:cubicBezTo>
                  <a:lnTo>
                    <a:pt x="-95" y="46485"/>
                  </a:lnTo>
                  <a:cubicBezTo>
                    <a:pt x="-66" y="20788"/>
                    <a:pt x="20758" y="-36"/>
                    <a:pt x="46454" y="-65"/>
                  </a:cubicBezTo>
                  <a:lnTo>
                    <a:pt x="632429" y="-64"/>
                  </a:lnTo>
                  <a:cubicBezTo>
                    <a:pt x="658126" y="-36"/>
                    <a:pt x="678950" y="20788"/>
                    <a:pt x="678979" y="46485"/>
                  </a:cubicBezTo>
                  <a:lnTo>
                    <a:pt x="678979" y="358640"/>
                  </a:lnTo>
                  <a:cubicBezTo>
                    <a:pt x="678950" y="384336"/>
                    <a:pt x="658126" y="405160"/>
                    <a:pt x="632429" y="405189"/>
                  </a:cubicBezTo>
                  <a:close/>
                </a:path>
              </a:pathLst>
            </a:custGeom>
            <a:solidFill>
              <a:srgbClr val="6C63FF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1E60781-BEDA-911D-394A-1F6099BFB8D3}"/>
                </a:ext>
              </a:extLst>
            </p:cNvPr>
            <p:cNvSpPr/>
            <p:nvPr/>
          </p:nvSpPr>
          <p:spPr>
            <a:xfrm>
              <a:off x="3452139" y="4140417"/>
              <a:ext cx="679073" cy="405253"/>
            </a:xfrm>
            <a:custGeom>
              <a:avLst/>
              <a:gdLst>
                <a:gd name="csX0" fmla="*/ 632429 w 679073"/>
                <a:gd name="csY0" fmla="*/ 405189 h 405253"/>
                <a:gd name="csX1" fmla="*/ 46454 w 679073"/>
                <a:gd name="csY1" fmla="*/ 405189 h 405253"/>
                <a:gd name="csX2" fmla="*/ -95 w 679073"/>
                <a:gd name="csY2" fmla="*/ 358640 h 405253"/>
                <a:gd name="csX3" fmla="*/ -95 w 679073"/>
                <a:gd name="csY3" fmla="*/ 46485 h 405253"/>
                <a:gd name="csX4" fmla="*/ 46454 w 679073"/>
                <a:gd name="csY4" fmla="*/ -65 h 405253"/>
                <a:gd name="csX5" fmla="*/ 632429 w 679073"/>
                <a:gd name="csY5" fmla="*/ -64 h 405253"/>
                <a:gd name="csX6" fmla="*/ 678979 w 679073"/>
                <a:gd name="csY6" fmla="*/ 46485 h 405253"/>
                <a:gd name="csX7" fmla="*/ 678979 w 679073"/>
                <a:gd name="csY7" fmla="*/ 358640 h 405253"/>
                <a:gd name="csX8" fmla="*/ 632429 w 679073"/>
                <a:gd name="csY8" fmla="*/ 405189 h 4052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79073" h="405253">
                  <a:moveTo>
                    <a:pt x="632429" y="405189"/>
                  </a:moveTo>
                  <a:lnTo>
                    <a:pt x="46454" y="405189"/>
                  </a:lnTo>
                  <a:cubicBezTo>
                    <a:pt x="20758" y="405160"/>
                    <a:pt x="-66" y="384336"/>
                    <a:pt x="-95" y="358640"/>
                  </a:cubicBezTo>
                  <a:lnTo>
                    <a:pt x="-95" y="46485"/>
                  </a:lnTo>
                  <a:cubicBezTo>
                    <a:pt x="-66" y="20788"/>
                    <a:pt x="20758" y="-36"/>
                    <a:pt x="46454" y="-65"/>
                  </a:cubicBezTo>
                  <a:lnTo>
                    <a:pt x="632429" y="-64"/>
                  </a:lnTo>
                  <a:cubicBezTo>
                    <a:pt x="658126" y="-36"/>
                    <a:pt x="678950" y="20788"/>
                    <a:pt x="678979" y="46485"/>
                  </a:cubicBezTo>
                  <a:lnTo>
                    <a:pt x="678979" y="358640"/>
                  </a:lnTo>
                  <a:cubicBezTo>
                    <a:pt x="678950" y="384336"/>
                    <a:pt x="658126" y="405160"/>
                    <a:pt x="632429" y="405189"/>
                  </a:cubicBezTo>
                  <a:close/>
                </a:path>
              </a:pathLst>
            </a:custGeom>
            <a:solidFill>
              <a:srgbClr val="6C63FF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E3B238D-0335-718B-507F-B926614D38B8}"/>
                </a:ext>
              </a:extLst>
            </p:cNvPr>
            <p:cNvSpPr/>
            <p:nvPr/>
          </p:nvSpPr>
          <p:spPr>
            <a:xfrm>
              <a:off x="1668713" y="5181362"/>
              <a:ext cx="679073" cy="405253"/>
            </a:xfrm>
            <a:custGeom>
              <a:avLst/>
              <a:gdLst>
                <a:gd name="csX0" fmla="*/ 632429 w 679073"/>
                <a:gd name="csY0" fmla="*/ 405189 h 405253"/>
                <a:gd name="csX1" fmla="*/ 46455 w 679073"/>
                <a:gd name="csY1" fmla="*/ 405189 h 405253"/>
                <a:gd name="csX2" fmla="*/ -95 w 679073"/>
                <a:gd name="csY2" fmla="*/ 358640 h 405253"/>
                <a:gd name="csX3" fmla="*/ -95 w 679073"/>
                <a:gd name="csY3" fmla="*/ 46485 h 405253"/>
                <a:gd name="csX4" fmla="*/ 46455 w 679073"/>
                <a:gd name="csY4" fmla="*/ -65 h 405253"/>
                <a:gd name="csX5" fmla="*/ 632429 w 679073"/>
                <a:gd name="csY5" fmla="*/ -65 h 405253"/>
                <a:gd name="csX6" fmla="*/ 678978 w 679073"/>
                <a:gd name="csY6" fmla="*/ 46485 h 405253"/>
                <a:gd name="csX7" fmla="*/ 678978 w 679073"/>
                <a:gd name="csY7" fmla="*/ 358640 h 405253"/>
                <a:gd name="csX8" fmla="*/ 632429 w 679073"/>
                <a:gd name="csY8" fmla="*/ 405189 h 4052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79073" h="405253">
                  <a:moveTo>
                    <a:pt x="632429" y="405189"/>
                  </a:moveTo>
                  <a:lnTo>
                    <a:pt x="46455" y="405189"/>
                  </a:lnTo>
                  <a:cubicBezTo>
                    <a:pt x="20758" y="405160"/>
                    <a:pt x="-66" y="384336"/>
                    <a:pt x="-95" y="358640"/>
                  </a:cubicBezTo>
                  <a:lnTo>
                    <a:pt x="-95" y="46485"/>
                  </a:lnTo>
                  <a:cubicBezTo>
                    <a:pt x="-66" y="20788"/>
                    <a:pt x="20758" y="-36"/>
                    <a:pt x="46455" y="-65"/>
                  </a:cubicBezTo>
                  <a:lnTo>
                    <a:pt x="632429" y="-65"/>
                  </a:lnTo>
                  <a:cubicBezTo>
                    <a:pt x="658126" y="-36"/>
                    <a:pt x="678950" y="20788"/>
                    <a:pt x="678978" y="46485"/>
                  </a:cubicBezTo>
                  <a:lnTo>
                    <a:pt x="678978" y="358640"/>
                  </a:lnTo>
                  <a:cubicBezTo>
                    <a:pt x="678950" y="384336"/>
                    <a:pt x="658126" y="405160"/>
                    <a:pt x="632429" y="405189"/>
                  </a:cubicBezTo>
                  <a:close/>
                </a:path>
              </a:pathLst>
            </a:custGeom>
            <a:solidFill>
              <a:srgbClr val="6C63FF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61E0316-A01D-B66B-E2C8-E9379DB8EAAF}"/>
                </a:ext>
              </a:extLst>
            </p:cNvPr>
            <p:cNvSpPr/>
            <p:nvPr/>
          </p:nvSpPr>
          <p:spPr>
            <a:xfrm>
              <a:off x="2560425" y="5181362"/>
              <a:ext cx="679073" cy="405253"/>
            </a:xfrm>
            <a:custGeom>
              <a:avLst/>
              <a:gdLst>
                <a:gd name="csX0" fmla="*/ 632429 w 679073"/>
                <a:gd name="csY0" fmla="*/ 405189 h 405253"/>
                <a:gd name="csX1" fmla="*/ 46455 w 679073"/>
                <a:gd name="csY1" fmla="*/ 405189 h 405253"/>
                <a:gd name="csX2" fmla="*/ -95 w 679073"/>
                <a:gd name="csY2" fmla="*/ 358640 h 405253"/>
                <a:gd name="csX3" fmla="*/ -95 w 679073"/>
                <a:gd name="csY3" fmla="*/ 46485 h 405253"/>
                <a:gd name="csX4" fmla="*/ 46454 w 679073"/>
                <a:gd name="csY4" fmla="*/ -65 h 405253"/>
                <a:gd name="csX5" fmla="*/ 632429 w 679073"/>
                <a:gd name="csY5" fmla="*/ -65 h 405253"/>
                <a:gd name="csX6" fmla="*/ 678979 w 679073"/>
                <a:gd name="csY6" fmla="*/ 46485 h 405253"/>
                <a:gd name="csX7" fmla="*/ 678979 w 679073"/>
                <a:gd name="csY7" fmla="*/ 358640 h 405253"/>
                <a:gd name="csX8" fmla="*/ 632429 w 679073"/>
                <a:gd name="csY8" fmla="*/ 405189 h 4052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79073" h="405253">
                  <a:moveTo>
                    <a:pt x="632429" y="405189"/>
                  </a:moveTo>
                  <a:lnTo>
                    <a:pt x="46455" y="405189"/>
                  </a:lnTo>
                  <a:cubicBezTo>
                    <a:pt x="20758" y="405160"/>
                    <a:pt x="-66" y="384336"/>
                    <a:pt x="-95" y="358640"/>
                  </a:cubicBezTo>
                  <a:lnTo>
                    <a:pt x="-95" y="46485"/>
                  </a:lnTo>
                  <a:cubicBezTo>
                    <a:pt x="-66" y="20788"/>
                    <a:pt x="20758" y="-36"/>
                    <a:pt x="46454" y="-65"/>
                  </a:cubicBezTo>
                  <a:lnTo>
                    <a:pt x="632429" y="-65"/>
                  </a:lnTo>
                  <a:cubicBezTo>
                    <a:pt x="658126" y="-36"/>
                    <a:pt x="678950" y="20788"/>
                    <a:pt x="678979" y="46485"/>
                  </a:cubicBezTo>
                  <a:lnTo>
                    <a:pt x="678979" y="358640"/>
                  </a:lnTo>
                  <a:cubicBezTo>
                    <a:pt x="678950" y="384336"/>
                    <a:pt x="658126" y="405160"/>
                    <a:pt x="632429" y="405189"/>
                  </a:cubicBezTo>
                  <a:close/>
                </a:path>
              </a:pathLst>
            </a:custGeom>
            <a:solidFill>
              <a:srgbClr val="6C63FF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4F7FD52-1B30-B461-810F-B0F21F158075}"/>
                </a:ext>
              </a:extLst>
            </p:cNvPr>
            <p:cNvSpPr/>
            <p:nvPr/>
          </p:nvSpPr>
          <p:spPr>
            <a:xfrm>
              <a:off x="3452139" y="5181362"/>
              <a:ext cx="679073" cy="405253"/>
            </a:xfrm>
            <a:custGeom>
              <a:avLst/>
              <a:gdLst>
                <a:gd name="csX0" fmla="*/ 632429 w 679073"/>
                <a:gd name="csY0" fmla="*/ 405189 h 405253"/>
                <a:gd name="csX1" fmla="*/ 46454 w 679073"/>
                <a:gd name="csY1" fmla="*/ 405189 h 405253"/>
                <a:gd name="csX2" fmla="*/ -95 w 679073"/>
                <a:gd name="csY2" fmla="*/ 358640 h 405253"/>
                <a:gd name="csX3" fmla="*/ -95 w 679073"/>
                <a:gd name="csY3" fmla="*/ 46485 h 405253"/>
                <a:gd name="csX4" fmla="*/ 46454 w 679073"/>
                <a:gd name="csY4" fmla="*/ -65 h 405253"/>
                <a:gd name="csX5" fmla="*/ 632429 w 679073"/>
                <a:gd name="csY5" fmla="*/ -65 h 405253"/>
                <a:gd name="csX6" fmla="*/ 678979 w 679073"/>
                <a:gd name="csY6" fmla="*/ 46485 h 405253"/>
                <a:gd name="csX7" fmla="*/ 678979 w 679073"/>
                <a:gd name="csY7" fmla="*/ 358640 h 405253"/>
                <a:gd name="csX8" fmla="*/ 632429 w 679073"/>
                <a:gd name="csY8" fmla="*/ 405189 h 4052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79073" h="405253">
                  <a:moveTo>
                    <a:pt x="632429" y="405189"/>
                  </a:moveTo>
                  <a:lnTo>
                    <a:pt x="46454" y="405189"/>
                  </a:lnTo>
                  <a:cubicBezTo>
                    <a:pt x="20758" y="405160"/>
                    <a:pt x="-66" y="384336"/>
                    <a:pt x="-95" y="358640"/>
                  </a:cubicBezTo>
                  <a:lnTo>
                    <a:pt x="-95" y="46485"/>
                  </a:lnTo>
                  <a:cubicBezTo>
                    <a:pt x="-66" y="20788"/>
                    <a:pt x="20758" y="-36"/>
                    <a:pt x="46454" y="-65"/>
                  </a:cubicBezTo>
                  <a:lnTo>
                    <a:pt x="632429" y="-65"/>
                  </a:lnTo>
                  <a:cubicBezTo>
                    <a:pt x="658126" y="-36"/>
                    <a:pt x="678950" y="20788"/>
                    <a:pt x="678979" y="46485"/>
                  </a:cubicBezTo>
                  <a:lnTo>
                    <a:pt x="678979" y="358640"/>
                  </a:lnTo>
                  <a:cubicBezTo>
                    <a:pt x="678950" y="384336"/>
                    <a:pt x="658126" y="405160"/>
                    <a:pt x="632429" y="405189"/>
                  </a:cubicBezTo>
                  <a:close/>
                </a:path>
              </a:pathLst>
            </a:custGeom>
            <a:solidFill>
              <a:srgbClr val="6C63FF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F23EB7F2-1DAF-6BCD-6C4C-4A3CED2B9C8D}"/>
                </a:ext>
              </a:extLst>
            </p:cNvPr>
            <p:cNvSpPr/>
            <p:nvPr/>
          </p:nvSpPr>
          <p:spPr>
            <a:xfrm>
              <a:off x="1465683" y="3059419"/>
              <a:ext cx="802561" cy="485359"/>
            </a:xfrm>
            <a:custGeom>
              <a:avLst/>
              <a:gdLst>
                <a:gd name="csX0" fmla="*/ 740595 w 802561"/>
                <a:gd name="csY0" fmla="*/ 485294 h 485359"/>
                <a:gd name="csX1" fmla="*/ 61776 w 802561"/>
                <a:gd name="csY1" fmla="*/ 485294 h 485359"/>
                <a:gd name="csX2" fmla="*/ -95 w 802561"/>
                <a:gd name="csY2" fmla="*/ 423421 h 485359"/>
                <a:gd name="csX3" fmla="*/ -95 w 802561"/>
                <a:gd name="csY3" fmla="*/ 61809 h 485359"/>
                <a:gd name="csX4" fmla="*/ 61776 w 802561"/>
                <a:gd name="csY4" fmla="*/ -65 h 485359"/>
                <a:gd name="csX5" fmla="*/ 740595 w 802561"/>
                <a:gd name="csY5" fmla="*/ -65 h 485359"/>
                <a:gd name="csX6" fmla="*/ 802466 w 802561"/>
                <a:gd name="csY6" fmla="*/ 61809 h 485359"/>
                <a:gd name="csX7" fmla="*/ 802466 w 802561"/>
                <a:gd name="csY7" fmla="*/ 423421 h 485359"/>
                <a:gd name="csX8" fmla="*/ 740594 w 802561"/>
                <a:gd name="csY8" fmla="*/ 485294 h 485359"/>
                <a:gd name="csX9" fmla="*/ 61776 w 802561"/>
                <a:gd name="csY9" fmla="*/ 15828 h 485359"/>
                <a:gd name="csX10" fmla="*/ 15798 w 802561"/>
                <a:gd name="csY10" fmla="*/ 61809 h 485359"/>
                <a:gd name="csX11" fmla="*/ 15797 w 802561"/>
                <a:gd name="csY11" fmla="*/ 423421 h 485359"/>
                <a:gd name="csX12" fmla="*/ 61776 w 802561"/>
                <a:gd name="csY12" fmla="*/ 469402 h 485359"/>
                <a:gd name="csX13" fmla="*/ 740595 w 802561"/>
                <a:gd name="csY13" fmla="*/ 469402 h 485359"/>
                <a:gd name="csX14" fmla="*/ 786574 w 802561"/>
                <a:gd name="csY14" fmla="*/ 423421 h 485359"/>
                <a:gd name="csX15" fmla="*/ 786574 w 802561"/>
                <a:gd name="csY15" fmla="*/ 61809 h 485359"/>
                <a:gd name="csX16" fmla="*/ 740594 w 802561"/>
                <a:gd name="csY16" fmla="*/ 15828 h 4853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802561" h="485359">
                  <a:moveTo>
                    <a:pt x="740595" y="485294"/>
                  </a:moveTo>
                  <a:lnTo>
                    <a:pt x="61776" y="485294"/>
                  </a:lnTo>
                  <a:cubicBezTo>
                    <a:pt x="27621" y="485255"/>
                    <a:pt x="-57" y="457576"/>
                    <a:pt x="-95" y="423421"/>
                  </a:cubicBezTo>
                  <a:lnTo>
                    <a:pt x="-95" y="61809"/>
                  </a:lnTo>
                  <a:cubicBezTo>
                    <a:pt x="-57" y="27654"/>
                    <a:pt x="27621" y="-25"/>
                    <a:pt x="61776" y="-65"/>
                  </a:cubicBezTo>
                  <a:lnTo>
                    <a:pt x="740595" y="-65"/>
                  </a:lnTo>
                  <a:cubicBezTo>
                    <a:pt x="774750" y="-25"/>
                    <a:pt x="802428" y="27654"/>
                    <a:pt x="802466" y="61809"/>
                  </a:cubicBezTo>
                  <a:lnTo>
                    <a:pt x="802466" y="423421"/>
                  </a:lnTo>
                  <a:cubicBezTo>
                    <a:pt x="802428" y="457576"/>
                    <a:pt x="774750" y="485255"/>
                    <a:pt x="740594" y="485294"/>
                  </a:cubicBezTo>
                  <a:close/>
                  <a:moveTo>
                    <a:pt x="61776" y="15828"/>
                  </a:moveTo>
                  <a:cubicBezTo>
                    <a:pt x="36394" y="15857"/>
                    <a:pt x="15825" y="36427"/>
                    <a:pt x="15798" y="61809"/>
                  </a:cubicBezTo>
                  <a:lnTo>
                    <a:pt x="15797" y="423421"/>
                  </a:lnTo>
                  <a:cubicBezTo>
                    <a:pt x="15825" y="448803"/>
                    <a:pt x="36394" y="469373"/>
                    <a:pt x="61776" y="469402"/>
                  </a:cubicBezTo>
                  <a:lnTo>
                    <a:pt x="740595" y="469402"/>
                  </a:lnTo>
                  <a:cubicBezTo>
                    <a:pt x="765977" y="469373"/>
                    <a:pt x="786546" y="448803"/>
                    <a:pt x="786574" y="423421"/>
                  </a:cubicBezTo>
                  <a:lnTo>
                    <a:pt x="786574" y="61809"/>
                  </a:lnTo>
                  <a:cubicBezTo>
                    <a:pt x="786546" y="36426"/>
                    <a:pt x="765977" y="15856"/>
                    <a:pt x="740594" y="15828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BEB8007-C2E9-9AB5-154F-99F5CE6DFCFC}"/>
                </a:ext>
              </a:extLst>
            </p:cNvPr>
            <p:cNvSpPr/>
            <p:nvPr/>
          </p:nvSpPr>
          <p:spPr>
            <a:xfrm>
              <a:off x="2498682" y="3059419"/>
              <a:ext cx="802561" cy="485359"/>
            </a:xfrm>
            <a:custGeom>
              <a:avLst/>
              <a:gdLst>
                <a:gd name="csX0" fmla="*/ 740595 w 802561"/>
                <a:gd name="csY0" fmla="*/ 485294 h 485359"/>
                <a:gd name="csX1" fmla="*/ 61777 w 802561"/>
                <a:gd name="csY1" fmla="*/ 485294 h 485359"/>
                <a:gd name="csX2" fmla="*/ -95 w 802561"/>
                <a:gd name="csY2" fmla="*/ 423421 h 485359"/>
                <a:gd name="csX3" fmla="*/ -95 w 802561"/>
                <a:gd name="csY3" fmla="*/ 61809 h 485359"/>
                <a:gd name="csX4" fmla="*/ 61777 w 802561"/>
                <a:gd name="csY4" fmla="*/ -65 h 485359"/>
                <a:gd name="csX5" fmla="*/ 740594 w 802561"/>
                <a:gd name="csY5" fmla="*/ -65 h 485359"/>
                <a:gd name="csX6" fmla="*/ 802466 w 802561"/>
                <a:gd name="csY6" fmla="*/ 61809 h 485359"/>
                <a:gd name="csX7" fmla="*/ 802466 w 802561"/>
                <a:gd name="csY7" fmla="*/ 423421 h 485359"/>
                <a:gd name="csX8" fmla="*/ 740595 w 802561"/>
                <a:gd name="csY8" fmla="*/ 485294 h 485359"/>
                <a:gd name="csX9" fmla="*/ 61777 w 802561"/>
                <a:gd name="csY9" fmla="*/ 15828 h 485359"/>
                <a:gd name="csX10" fmla="*/ 15797 w 802561"/>
                <a:gd name="csY10" fmla="*/ 61809 h 485359"/>
                <a:gd name="csX11" fmla="*/ 15797 w 802561"/>
                <a:gd name="csY11" fmla="*/ 423421 h 485359"/>
                <a:gd name="csX12" fmla="*/ 61777 w 802561"/>
                <a:gd name="csY12" fmla="*/ 469402 h 485359"/>
                <a:gd name="csX13" fmla="*/ 740594 w 802561"/>
                <a:gd name="csY13" fmla="*/ 469402 h 485359"/>
                <a:gd name="csX14" fmla="*/ 786574 w 802561"/>
                <a:gd name="csY14" fmla="*/ 423421 h 485359"/>
                <a:gd name="csX15" fmla="*/ 786574 w 802561"/>
                <a:gd name="csY15" fmla="*/ 61809 h 485359"/>
                <a:gd name="csX16" fmla="*/ 740594 w 802561"/>
                <a:gd name="csY16" fmla="*/ 15828 h 4853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802561" h="485359">
                  <a:moveTo>
                    <a:pt x="740595" y="485294"/>
                  </a:moveTo>
                  <a:lnTo>
                    <a:pt x="61777" y="485294"/>
                  </a:lnTo>
                  <a:cubicBezTo>
                    <a:pt x="27621" y="485255"/>
                    <a:pt x="-57" y="457576"/>
                    <a:pt x="-95" y="423421"/>
                  </a:cubicBezTo>
                  <a:lnTo>
                    <a:pt x="-95" y="61809"/>
                  </a:lnTo>
                  <a:cubicBezTo>
                    <a:pt x="-57" y="27654"/>
                    <a:pt x="27621" y="-25"/>
                    <a:pt x="61777" y="-65"/>
                  </a:cubicBezTo>
                  <a:lnTo>
                    <a:pt x="740594" y="-65"/>
                  </a:lnTo>
                  <a:cubicBezTo>
                    <a:pt x="774750" y="-25"/>
                    <a:pt x="802428" y="27654"/>
                    <a:pt x="802466" y="61809"/>
                  </a:cubicBezTo>
                  <a:lnTo>
                    <a:pt x="802466" y="423421"/>
                  </a:lnTo>
                  <a:cubicBezTo>
                    <a:pt x="802428" y="457576"/>
                    <a:pt x="774750" y="485255"/>
                    <a:pt x="740595" y="485294"/>
                  </a:cubicBezTo>
                  <a:close/>
                  <a:moveTo>
                    <a:pt x="61777" y="15828"/>
                  </a:moveTo>
                  <a:cubicBezTo>
                    <a:pt x="36394" y="15856"/>
                    <a:pt x="15825" y="36426"/>
                    <a:pt x="15797" y="61809"/>
                  </a:cubicBezTo>
                  <a:lnTo>
                    <a:pt x="15797" y="423421"/>
                  </a:lnTo>
                  <a:cubicBezTo>
                    <a:pt x="15825" y="448803"/>
                    <a:pt x="36394" y="469373"/>
                    <a:pt x="61777" y="469402"/>
                  </a:cubicBezTo>
                  <a:lnTo>
                    <a:pt x="740594" y="469402"/>
                  </a:lnTo>
                  <a:cubicBezTo>
                    <a:pt x="765977" y="469373"/>
                    <a:pt x="786546" y="448803"/>
                    <a:pt x="786574" y="423421"/>
                  </a:cubicBezTo>
                  <a:lnTo>
                    <a:pt x="786574" y="61809"/>
                  </a:lnTo>
                  <a:cubicBezTo>
                    <a:pt x="786546" y="36426"/>
                    <a:pt x="765977" y="15856"/>
                    <a:pt x="740594" y="15828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585324D-B461-1B47-EF11-597000A8D876}"/>
                </a:ext>
              </a:extLst>
            </p:cNvPr>
            <p:cNvSpPr/>
            <p:nvPr/>
          </p:nvSpPr>
          <p:spPr>
            <a:xfrm>
              <a:off x="3531681" y="3059419"/>
              <a:ext cx="802561" cy="485359"/>
            </a:xfrm>
            <a:custGeom>
              <a:avLst/>
              <a:gdLst>
                <a:gd name="csX0" fmla="*/ 740595 w 802561"/>
                <a:gd name="csY0" fmla="*/ 485294 h 485359"/>
                <a:gd name="csX1" fmla="*/ 61777 w 802561"/>
                <a:gd name="csY1" fmla="*/ 485294 h 485359"/>
                <a:gd name="csX2" fmla="*/ -95 w 802561"/>
                <a:gd name="csY2" fmla="*/ 423421 h 485359"/>
                <a:gd name="csX3" fmla="*/ -95 w 802561"/>
                <a:gd name="csY3" fmla="*/ 61809 h 485359"/>
                <a:gd name="csX4" fmla="*/ 61777 w 802561"/>
                <a:gd name="csY4" fmla="*/ -65 h 485359"/>
                <a:gd name="csX5" fmla="*/ 740594 w 802561"/>
                <a:gd name="csY5" fmla="*/ -65 h 485359"/>
                <a:gd name="csX6" fmla="*/ 802466 w 802561"/>
                <a:gd name="csY6" fmla="*/ 61809 h 485359"/>
                <a:gd name="csX7" fmla="*/ 802466 w 802561"/>
                <a:gd name="csY7" fmla="*/ 423421 h 485359"/>
                <a:gd name="csX8" fmla="*/ 740595 w 802561"/>
                <a:gd name="csY8" fmla="*/ 485294 h 485359"/>
                <a:gd name="csX9" fmla="*/ 61777 w 802561"/>
                <a:gd name="csY9" fmla="*/ 15828 h 485359"/>
                <a:gd name="csX10" fmla="*/ 15797 w 802561"/>
                <a:gd name="csY10" fmla="*/ 61809 h 485359"/>
                <a:gd name="csX11" fmla="*/ 15797 w 802561"/>
                <a:gd name="csY11" fmla="*/ 423421 h 485359"/>
                <a:gd name="csX12" fmla="*/ 61777 w 802561"/>
                <a:gd name="csY12" fmla="*/ 469402 h 485359"/>
                <a:gd name="csX13" fmla="*/ 740594 w 802561"/>
                <a:gd name="csY13" fmla="*/ 469402 h 485359"/>
                <a:gd name="csX14" fmla="*/ 786574 w 802561"/>
                <a:gd name="csY14" fmla="*/ 423421 h 485359"/>
                <a:gd name="csX15" fmla="*/ 786574 w 802561"/>
                <a:gd name="csY15" fmla="*/ 61809 h 485359"/>
                <a:gd name="csX16" fmla="*/ 740594 w 802561"/>
                <a:gd name="csY16" fmla="*/ 15828 h 4853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802561" h="485359">
                  <a:moveTo>
                    <a:pt x="740595" y="485294"/>
                  </a:moveTo>
                  <a:lnTo>
                    <a:pt x="61777" y="485294"/>
                  </a:lnTo>
                  <a:cubicBezTo>
                    <a:pt x="27621" y="485255"/>
                    <a:pt x="-57" y="457576"/>
                    <a:pt x="-95" y="423421"/>
                  </a:cubicBezTo>
                  <a:lnTo>
                    <a:pt x="-95" y="61809"/>
                  </a:lnTo>
                  <a:cubicBezTo>
                    <a:pt x="-57" y="27654"/>
                    <a:pt x="27621" y="-25"/>
                    <a:pt x="61777" y="-65"/>
                  </a:cubicBezTo>
                  <a:lnTo>
                    <a:pt x="740594" y="-65"/>
                  </a:lnTo>
                  <a:cubicBezTo>
                    <a:pt x="774750" y="-25"/>
                    <a:pt x="802428" y="27654"/>
                    <a:pt x="802466" y="61809"/>
                  </a:cubicBezTo>
                  <a:lnTo>
                    <a:pt x="802466" y="423421"/>
                  </a:lnTo>
                  <a:cubicBezTo>
                    <a:pt x="802428" y="457576"/>
                    <a:pt x="774750" y="485255"/>
                    <a:pt x="740595" y="485294"/>
                  </a:cubicBezTo>
                  <a:close/>
                  <a:moveTo>
                    <a:pt x="61777" y="15828"/>
                  </a:moveTo>
                  <a:cubicBezTo>
                    <a:pt x="36394" y="15856"/>
                    <a:pt x="15825" y="36426"/>
                    <a:pt x="15797" y="61809"/>
                  </a:cubicBezTo>
                  <a:lnTo>
                    <a:pt x="15797" y="423421"/>
                  </a:lnTo>
                  <a:cubicBezTo>
                    <a:pt x="15825" y="448803"/>
                    <a:pt x="36394" y="469373"/>
                    <a:pt x="61777" y="469402"/>
                  </a:cubicBezTo>
                  <a:lnTo>
                    <a:pt x="740594" y="469402"/>
                  </a:lnTo>
                  <a:cubicBezTo>
                    <a:pt x="765977" y="469373"/>
                    <a:pt x="786546" y="448803"/>
                    <a:pt x="786574" y="423421"/>
                  </a:cubicBezTo>
                  <a:lnTo>
                    <a:pt x="786574" y="61809"/>
                  </a:lnTo>
                  <a:cubicBezTo>
                    <a:pt x="786546" y="36426"/>
                    <a:pt x="765977" y="15856"/>
                    <a:pt x="740594" y="15828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5731FC4-A6C0-9637-E75D-8533AE4ED98D}"/>
                </a:ext>
              </a:extLst>
            </p:cNvPr>
            <p:cNvSpPr/>
            <p:nvPr/>
          </p:nvSpPr>
          <p:spPr>
            <a:xfrm>
              <a:off x="1465683" y="4100364"/>
              <a:ext cx="802561" cy="485359"/>
            </a:xfrm>
            <a:custGeom>
              <a:avLst/>
              <a:gdLst>
                <a:gd name="csX0" fmla="*/ 740595 w 802561"/>
                <a:gd name="csY0" fmla="*/ 485294 h 485359"/>
                <a:gd name="csX1" fmla="*/ 61776 w 802561"/>
                <a:gd name="csY1" fmla="*/ 485294 h 485359"/>
                <a:gd name="csX2" fmla="*/ -95 w 802561"/>
                <a:gd name="csY2" fmla="*/ 423421 h 485359"/>
                <a:gd name="csX3" fmla="*/ -95 w 802561"/>
                <a:gd name="csY3" fmla="*/ 61809 h 485359"/>
                <a:gd name="csX4" fmla="*/ 61776 w 802561"/>
                <a:gd name="csY4" fmla="*/ -65 h 485359"/>
                <a:gd name="csX5" fmla="*/ 740595 w 802561"/>
                <a:gd name="csY5" fmla="*/ -65 h 485359"/>
                <a:gd name="csX6" fmla="*/ 802466 w 802561"/>
                <a:gd name="csY6" fmla="*/ 61809 h 485359"/>
                <a:gd name="csX7" fmla="*/ 802466 w 802561"/>
                <a:gd name="csY7" fmla="*/ 423421 h 485359"/>
                <a:gd name="csX8" fmla="*/ 740594 w 802561"/>
                <a:gd name="csY8" fmla="*/ 485294 h 485359"/>
                <a:gd name="csX9" fmla="*/ 61776 w 802561"/>
                <a:gd name="csY9" fmla="*/ 15828 h 485359"/>
                <a:gd name="csX10" fmla="*/ 15798 w 802561"/>
                <a:gd name="csY10" fmla="*/ 61809 h 485359"/>
                <a:gd name="csX11" fmla="*/ 15797 w 802561"/>
                <a:gd name="csY11" fmla="*/ 423421 h 485359"/>
                <a:gd name="csX12" fmla="*/ 61776 w 802561"/>
                <a:gd name="csY12" fmla="*/ 469402 h 485359"/>
                <a:gd name="csX13" fmla="*/ 740595 w 802561"/>
                <a:gd name="csY13" fmla="*/ 469402 h 485359"/>
                <a:gd name="csX14" fmla="*/ 786574 w 802561"/>
                <a:gd name="csY14" fmla="*/ 423421 h 485359"/>
                <a:gd name="csX15" fmla="*/ 786574 w 802561"/>
                <a:gd name="csY15" fmla="*/ 61809 h 485359"/>
                <a:gd name="csX16" fmla="*/ 740594 w 802561"/>
                <a:gd name="csY16" fmla="*/ 15828 h 4853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802561" h="485359">
                  <a:moveTo>
                    <a:pt x="740595" y="485294"/>
                  </a:moveTo>
                  <a:lnTo>
                    <a:pt x="61776" y="485294"/>
                  </a:lnTo>
                  <a:cubicBezTo>
                    <a:pt x="27621" y="485255"/>
                    <a:pt x="-57" y="457576"/>
                    <a:pt x="-95" y="423421"/>
                  </a:cubicBezTo>
                  <a:lnTo>
                    <a:pt x="-95" y="61809"/>
                  </a:lnTo>
                  <a:cubicBezTo>
                    <a:pt x="-57" y="27654"/>
                    <a:pt x="27621" y="-25"/>
                    <a:pt x="61776" y="-65"/>
                  </a:cubicBezTo>
                  <a:lnTo>
                    <a:pt x="740595" y="-65"/>
                  </a:lnTo>
                  <a:cubicBezTo>
                    <a:pt x="774750" y="-25"/>
                    <a:pt x="802428" y="27654"/>
                    <a:pt x="802466" y="61809"/>
                  </a:cubicBezTo>
                  <a:lnTo>
                    <a:pt x="802466" y="423421"/>
                  </a:lnTo>
                  <a:cubicBezTo>
                    <a:pt x="802428" y="457576"/>
                    <a:pt x="774750" y="485255"/>
                    <a:pt x="740594" y="485294"/>
                  </a:cubicBezTo>
                  <a:close/>
                  <a:moveTo>
                    <a:pt x="61776" y="15828"/>
                  </a:moveTo>
                  <a:cubicBezTo>
                    <a:pt x="36394" y="15857"/>
                    <a:pt x="15825" y="36427"/>
                    <a:pt x="15798" y="61809"/>
                  </a:cubicBezTo>
                  <a:lnTo>
                    <a:pt x="15797" y="423421"/>
                  </a:lnTo>
                  <a:cubicBezTo>
                    <a:pt x="15825" y="448803"/>
                    <a:pt x="36394" y="469373"/>
                    <a:pt x="61776" y="469402"/>
                  </a:cubicBezTo>
                  <a:lnTo>
                    <a:pt x="740595" y="469402"/>
                  </a:lnTo>
                  <a:cubicBezTo>
                    <a:pt x="765977" y="469373"/>
                    <a:pt x="786546" y="448803"/>
                    <a:pt x="786574" y="423421"/>
                  </a:cubicBezTo>
                  <a:lnTo>
                    <a:pt x="786574" y="61809"/>
                  </a:lnTo>
                  <a:cubicBezTo>
                    <a:pt x="786546" y="36426"/>
                    <a:pt x="765977" y="15856"/>
                    <a:pt x="740594" y="15828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060D101-E3D9-C569-0BC5-A66E35CBC9CE}"/>
                </a:ext>
              </a:extLst>
            </p:cNvPr>
            <p:cNvSpPr/>
            <p:nvPr/>
          </p:nvSpPr>
          <p:spPr>
            <a:xfrm>
              <a:off x="2498682" y="4100364"/>
              <a:ext cx="802561" cy="485359"/>
            </a:xfrm>
            <a:custGeom>
              <a:avLst/>
              <a:gdLst>
                <a:gd name="csX0" fmla="*/ 740595 w 802561"/>
                <a:gd name="csY0" fmla="*/ 485294 h 485359"/>
                <a:gd name="csX1" fmla="*/ 61777 w 802561"/>
                <a:gd name="csY1" fmla="*/ 485294 h 485359"/>
                <a:gd name="csX2" fmla="*/ -95 w 802561"/>
                <a:gd name="csY2" fmla="*/ 423421 h 485359"/>
                <a:gd name="csX3" fmla="*/ -95 w 802561"/>
                <a:gd name="csY3" fmla="*/ 61809 h 485359"/>
                <a:gd name="csX4" fmla="*/ 61777 w 802561"/>
                <a:gd name="csY4" fmla="*/ -65 h 485359"/>
                <a:gd name="csX5" fmla="*/ 740594 w 802561"/>
                <a:gd name="csY5" fmla="*/ -65 h 485359"/>
                <a:gd name="csX6" fmla="*/ 802466 w 802561"/>
                <a:gd name="csY6" fmla="*/ 61809 h 485359"/>
                <a:gd name="csX7" fmla="*/ 802466 w 802561"/>
                <a:gd name="csY7" fmla="*/ 423421 h 485359"/>
                <a:gd name="csX8" fmla="*/ 740595 w 802561"/>
                <a:gd name="csY8" fmla="*/ 485294 h 485359"/>
                <a:gd name="csX9" fmla="*/ 61777 w 802561"/>
                <a:gd name="csY9" fmla="*/ 15828 h 485359"/>
                <a:gd name="csX10" fmla="*/ 15797 w 802561"/>
                <a:gd name="csY10" fmla="*/ 61809 h 485359"/>
                <a:gd name="csX11" fmla="*/ 15797 w 802561"/>
                <a:gd name="csY11" fmla="*/ 423421 h 485359"/>
                <a:gd name="csX12" fmla="*/ 61777 w 802561"/>
                <a:gd name="csY12" fmla="*/ 469402 h 485359"/>
                <a:gd name="csX13" fmla="*/ 740594 w 802561"/>
                <a:gd name="csY13" fmla="*/ 469402 h 485359"/>
                <a:gd name="csX14" fmla="*/ 786574 w 802561"/>
                <a:gd name="csY14" fmla="*/ 423421 h 485359"/>
                <a:gd name="csX15" fmla="*/ 786574 w 802561"/>
                <a:gd name="csY15" fmla="*/ 61809 h 485359"/>
                <a:gd name="csX16" fmla="*/ 740594 w 802561"/>
                <a:gd name="csY16" fmla="*/ 15828 h 4853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802561" h="485359">
                  <a:moveTo>
                    <a:pt x="740595" y="485294"/>
                  </a:moveTo>
                  <a:lnTo>
                    <a:pt x="61777" y="485294"/>
                  </a:lnTo>
                  <a:cubicBezTo>
                    <a:pt x="27621" y="485255"/>
                    <a:pt x="-57" y="457576"/>
                    <a:pt x="-95" y="423421"/>
                  </a:cubicBezTo>
                  <a:lnTo>
                    <a:pt x="-95" y="61809"/>
                  </a:lnTo>
                  <a:cubicBezTo>
                    <a:pt x="-57" y="27654"/>
                    <a:pt x="27621" y="-25"/>
                    <a:pt x="61777" y="-65"/>
                  </a:cubicBezTo>
                  <a:lnTo>
                    <a:pt x="740594" y="-65"/>
                  </a:lnTo>
                  <a:cubicBezTo>
                    <a:pt x="774750" y="-25"/>
                    <a:pt x="802428" y="27654"/>
                    <a:pt x="802466" y="61809"/>
                  </a:cubicBezTo>
                  <a:lnTo>
                    <a:pt x="802466" y="423421"/>
                  </a:lnTo>
                  <a:cubicBezTo>
                    <a:pt x="802428" y="457576"/>
                    <a:pt x="774750" y="485255"/>
                    <a:pt x="740595" y="485294"/>
                  </a:cubicBezTo>
                  <a:close/>
                  <a:moveTo>
                    <a:pt x="61777" y="15828"/>
                  </a:moveTo>
                  <a:cubicBezTo>
                    <a:pt x="36394" y="15856"/>
                    <a:pt x="15825" y="36426"/>
                    <a:pt x="15797" y="61809"/>
                  </a:cubicBezTo>
                  <a:lnTo>
                    <a:pt x="15797" y="423421"/>
                  </a:lnTo>
                  <a:cubicBezTo>
                    <a:pt x="15825" y="448803"/>
                    <a:pt x="36394" y="469373"/>
                    <a:pt x="61777" y="469402"/>
                  </a:cubicBezTo>
                  <a:lnTo>
                    <a:pt x="740594" y="469402"/>
                  </a:lnTo>
                  <a:cubicBezTo>
                    <a:pt x="765977" y="469373"/>
                    <a:pt x="786546" y="448803"/>
                    <a:pt x="786574" y="423421"/>
                  </a:cubicBezTo>
                  <a:lnTo>
                    <a:pt x="786574" y="61809"/>
                  </a:lnTo>
                  <a:cubicBezTo>
                    <a:pt x="786546" y="36426"/>
                    <a:pt x="765977" y="15856"/>
                    <a:pt x="740594" y="15828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B9DA669C-EF76-D409-C358-C1D2EB50ED67}"/>
                </a:ext>
              </a:extLst>
            </p:cNvPr>
            <p:cNvSpPr/>
            <p:nvPr/>
          </p:nvSpPr>
          <p:spPr>
            <a:xfrm>
              <a:off x="3531681" y="4100364"/>
              <a:ext cx="802561" cy="485359"/>
            </a:xfrm>
            <a:custGeom>
              <a:avLst/>
              <a:gdLst>
                <a:gd name="csX0" fmla="*/ 740595 w 802561"/>
                <a:gd name="csY0" fmla="*/ 485294 h 485359"/>
                <a:gd name="csX1" fmla="*/ 61777 w 802561"/>
                <a:gd name="csY1" fmla="*/ 485294 h 485359"/>
                <a:gd name="csX2" fmla="*/ -95 w 802561"/>
                <a:gd name="csY2" fmla="*/ 423421 h 485359"/>
                <a:gd name="csX3" fmla="*/ -95 w 802561"/>
                <a:gd name="csY3" fmla="*/ 61809 h 485359"/>
                <a:gd name="csX4" fmla="*/ 61777 w 802561"/>
                <a:gd name="csY4" fmla="*/ -65 h 485359"/>
                <a:gd name="csX5" fmla="*/ 740594 w 802561"/>
                <a:gd name="csY5" fmla="*/ -65 h 485359"/>
                <a:gd name="csX6" fmla="*/ 802466 w 802561"/>
                <a:gd name="csY6" fmla="*/ 61809 h 485359"/>
                <a:gd name="csX7" fmla="*/ 802466 w 802561"/>
                <a:gd name="csY7" fmla="*/ 423421 h 485359"/>
                <a:gd name="csX8" fmla="*/ 740595 w 802561"/>
                <a:gd name="csY8" fmla="*/ 485294 h 485359"/>
                <a:gd name="csX9" fmla="*/ 61777 w 802561"/>
                <a:gd name="csY9" fmla="*/ 15828 h 485359"/>
                <a:gd name="csX10" fmla="*/ 15797 w 802561"/>
                <a:gd name="csY10" fmla="*/ 61809 h 485359"/>
                <a:gd name="csX11" fmla="*/ 15797 w 802561"/>
                <a:gd name="csY11" fmla="*/ 423421 h 485359"/>
                <a:gd name="csX12" fmla="*/ 61777 w 802561"/>
                <a:gd name="csY12" fmla="*/ 469402 h 485359"/>
                <a:gd name="csX13" fmla="*/ 740594 w 802561"/>
                <a:gd name="csY13" fmla="*/ 469402 h 485359"/>
                <a:gd name="csX14" fmla="*/ 786574 w 802561"/>
                <a:gd name="csY14" fmla="*/ 423421 h 485359"/>
                <a:gd name="csX15" fmla="*/ 786574 w 802561"/>
                <a:gd name="csY15" fmla="*/ 61809 h 485359"/>
                <a:gd name="csX16" fmla="*/ 740594 w 802561"/>
                <a:gd name="csY16" fmla="*/ 15828 h 4853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802561" h="485359">
                  <a:moveTo>
                    <a:pt x="740595" y="485294"/>
                  </a:moveTo>
                  <a:lnTo>
                    <a:pt x="61777" y="485294"/>
                  </a:lnTo>
                  <a:cubicBezTo>
                    <a:pt x="27621" y="485255"/>
                    <a:pt x="-57" y="457576"/>
                    <a:pt x="-95" y="423421"/>
                  </a:cubicBezTo>
                  <a:lnTo>
                    <a:pt x="-95" y="61809"/>
                  </a:lnTo>
                  <a:cubicBezTo>
                    <a:pt x="-57" y="27654"/>
                    <a:pt x="27621" y="-25"/>
                    <a:pt x="61777" y="-65"/>
                  </a:cubicBezTo>
                  <a:lnTo>
                    <a:pt x="740594" y="-65"/>
                  </a:lnTo>
                  <a:cubicBezTo>
                    <a:pt x="774750" y="-25"/>
                    <a:pt x="802428" y="27654"/>
                    <a:pt x="802466" y="61809"/>
                  </a:cubicBezTo>
                  <a:lnTo>
                    <a:pt x="802466" y="423421"/>
                  </a:lnTo>
                  <a:cubicBezTo>
                    <a:pt x="802428" y="457576"/>
                    <a:pt x="774750" y="485255"/>
                    <a:pt x="740595" y="485294"/>
                  </a:cubicBezTo>
                  <a:close/>
                  <a:moveTo>
                    <a:pt x="61777" y="15828"/>
                  </a:moveTo>
                  <a:cubicBezTo>
                    <a:pt x="36394" y="15856"/>
                    <a:pt x="15825" y="36426"/>
                    <a:pt x="15797" y="61809"/>
                  </a:cubicBezTo>
                  <a:lnTo>
                    <a:pt x="15797" y="423421"/>
                  </a:lnTo>
                  <a:cubicBezTo>
                    <a:pt x="15825" y="448803"/>
                    <a:pt x="36394" y="469373"/>
                    <a:pt x="61777" y="469402"/>
                  </a:cubicBezTo>
                  <a:lnTo>
                    <a:pt x="740594" y="469402"/>
                  </a:lnTo>
                  <a:cubicBezTo>
                    <a:pt x="765977" y="469373"/>
                    <a:pt x="786546" y="448803"/>
                    <a:pt x="786574" y="423421"/>
                  </a:cubicBezTo>
                  <a:lnTo>
                    <a:pt x="786574" y="61809"/>
                  </a:lnTo>
                  <a:cubicBezTo>
                    <a:pt x="786546" y="36426"/>
                    <a:pt x="765977" y="15856"/>
                    <a:pt x="740594" y="15828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D55BB55-37EA-94F2-01C4-6F110D92341D}"/>
                </a:ext>
              </a:extLst>
            </p:cNvPr>
            <p:cNvSpPr/>
            <p:nvPr/>
          </p:nvSpPr>
          <p:spPr>
            <a:xfrm>
              <a:off x="1465683" y="5141310"/>
              <a:ext cx="802561" cy="485359"/>
            </a:xfrm>
            <a:custGeom>
              <a:avLst/>
              <a:gdLst>
                <a:gd name="csX0" fmla="*/ 740595 w 802561"/>
                <a:gd name="csY0" fmla="*/ 485294 h 485359"/>
                <a:gd name="csX1" fmla="*/ 61776 w 802561"/>
                <a:gd name="csY1" fmla="*/ 485294 h 485359"/>
                <a:gd name="csX2" fmla="*/ -95 w 802561"/>
                <a:gd name="csY2" fmla="*/ 423421 h 485359"/>
                <a:gd name="csX3" fmla="*/ -95 w 802561"/>
                <a:gd name="csY3" fmla="*/ 61809 h 485359"/>
                <a:gd name="csX4" fmla="*/ 61776 w 802561"/>
                <a:gd name="csY4" fmla="*/ -65 h 485359"/>
                <a:gd name="csX5" fmla="*/ 740595 w 802561"/>
                <a:gd name="csY5" fmla="*/ -65 h 485359"/>
                <a:gd name="csX6" fmla="*/ 802466 w 802561"/>
                <a:gd name="csY6" fmla="*/ 61809 h 485359"/>
                <a:gd name="csX7" fmla="*/ 802466 w 802561"/>
                <a:gd name="csY7" fmla="*/ 423421 h 485359"/>
                <a:gd name="csX8" fmla="*/ 740594 w 802561"/>
                <a:gd name="csY8" fmla="*/ 485294 h 485359"/>
                <a:gd name="csX9" fmla="*/ 61776 w 802561"/>
                <a:gd name="csY9" fmla="*/ 15828 h 485359"/>
                <a:gd name="csX10" fmla="*/ 15798 w 802561"/>
                <a:gd name="csY10" fmla="*/ 61809 h 485359"/>
                <a:gd name="csX11" fmla="*/ 15797 w 802561"/>
                <a:gd name="csY11" fmla="*/ 423421 h 485359"/>
                <a:gd name="csX12" fmla="*/ 61776 w 802561"/>
                <a:gd name="csY12" fmla="*/ 469402 h 485359"/>
                <a:gd name="csX13" fmla="*/ 740595 w 802561"/>
                <a:gd name="csY13" fmla="*/ 469402 h 485359"/>
                <a:gd name="csX14" fmla="*/ 786574 w 802561"/>
                <a:gd name="csY14" fmla="*/ 423421 h 485359"/>
                <a:gd name="csX15" fmla="*/ 786574 w 802561"/>
                <a:gd name="csY15" fmla="*/ 61809 h 485359"/>
                <a:gd name="csX16" fmla="*/ 740594 w 802561"/>
                <a:gd name="csY16" fmla="*/ 15828 h 4853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802561" h="485359">
                  <a:moveTo>
                    <a:pt x="740595" y="485294"/>
                  </a:moveTo>
                  <a:lnTo>
                    <a:pt x="61776" y="485294"/>
                  </a:lnTo>
                  <a:cubicBezTo>
                    <a:pt x="27621" y="485255"/>
                    <a:pt x="-57" y="457576"/>
                    <a:pt x="-95" y="423421"/>
                  </a:cubicBezTo>
                  <a:lnTo>
                    <a:pt x="-95" y="61809"/>
                  </a:lnTo>
                  <a:cubicBezTo>
                    <a:pt x="-57" y="27654"/>
                    <a:pt x="27621" y="-25"/>
                    <a:pt x="61776" y="-65"/>
                  </a:cubicBezTo>
                  <a:lnTo>
                    <a:pt x="740595" y="-65"/>
                  </a:lnTo>
                  <a:cubicBezTo>
                    <a:pt x="774750" y="-25"/>
                    <a:pt x="802428" y="27654"/>
                    <a:pt x="802466" y="61809"/>
                  </a:cubicBezTo>
                  <a:lnTo>
                    <a:pt x="802466" y="423421"/>
                  </a:lnTo>
                  <a:cubicBezTo>
                    <a:pt x="802428" y="457576"/>
                    <a:pt x="774750" y="485255"/>
                    <a:pt x="740594" y="485294"/>
                  </a:cubicBezTo>
                  <a:close/>
                  <a:moveTo>
                    <a:pt x="61776" y="15828"/>
                  </a:moveTo>
                  <a:cubicBezTo>
                    <a:pt x="36394" y="15857"/>
                    <a:pt x="15825" y="36427"/>
                    <a:pt x="15798" y="61809"/>
                  </a:cubicBezTo>
                  <a:lnTo>
                    <a:pt x="15797" y="423421"/>
                  </a:lnTo>
                  <a:cubicBezTo>
                    <a:pt x="15825" y="448803"/>
                    <a:pt x="36394" y="469373"/>
                    <a:pt x="61776" y="469402"/>
                  </a:cubicBezTo>
                  <a:lnTo>
                    <a:pt x="740595" y="469402"/>
                  </a:lnTo>
                  <a:cubicBezTo>
                    <a:pt x="765977" y="469373"/>
                    <a:pt x="786546" y="448803"/>
                    <a:pt x="786574" y="423421"/>
                  </a:cubicBezTo>
                  <a:lnTo>
                    <a:pt x="786574" y="61809"/>
                  </a:lnTo>
                  <a:cubicBezTo>
                    <a:pt x="786546" y="36426"/>
                    <a:pt x="765977" y="15856"/>
                    <a:pt x="740594" y="15828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DDDC1B2F-C228-41BF-9C58-C164891E0C19}"/>
                </a:ext>
              </a:extLst>
            </p:cNvPr>
            <p:cNvSpPr/>
            <p:nvPr/>
          </p:nvSpPr>
          <p:spPr>
            <a:xfrm>
              <a:off x="2498682" y="5141310"/>
              <a:ext cx="802561" cy="485359"/>
            </a:xfrm>
            <a:custGeom>
              <a:avLst/>
              <a:gdLst>
                <a:gd name="csX0" fmla="*/ 740595 w 802561"/>
                <a:gd name="csY0" fmla="*/ 485294 h 485359"/>
                <a:gd name="csX1" fmla="*/ 61777 w 802561"/>
                <a:gd name="csY1" fmla="*/ 485294 h 485359"/>
                <a:gd name="csX2" fmla="*/ -95 w 802561"/>
                <a:gd name="csY2" fmla="*/ 423421 h 485359"/>
                <a:gd name="csX3" fmla="*/ -95 w 802561"/>
                <a:gd name="csY3" fmla="*/ 61809 h 485359"/>
                <a:gd name="csX4" fmla="*/ 61777 w 802561"/>
                <a:gd name="csY4" fmla="*/ -65 h 485359"/>
                <a:gd name="csX5" fmla="*/ 740594 w 802561"/>
                <a:gd name="csY5" fmla="*/ -65 h 485359"/>
                <a:gd name="csX6" fmla="*/ 802466 w 802561"/>
                <a:gd name="csY6" fmla="*/ 61809 h 485359"/>
                <a:gd name="csX7" fmla="*/ 802466 w 802561"/>
                <a:gd name="csY7" fmla="*/ 423421 h 485359"/>
                <a:gd name="csX8" fmla="*/ 740595 w 802561"/>
                <a:gd name="csY8" fmla="*/ 485294 h 485359"/>
                <a:gd name="csX9" fmla="*/ 61777 w 802561"/>
                <a:gd name="csY9" fmla="*/ 15828 h 485359"/>
                <a:gd name="csX10" fmla="*/ 15797 w 802561"/>
                <a:gd name="csY10" fmla="*/ 61809 h 485359"/>
                <a:gd name="csX11" fmla="*/ 15797 w 802561"/>
                <a:gd name="csY11" fmla="*/ 423421 h 485359"/>
                <a:gd name="csX12" fmla="*/ 61777 w 802561"/>
                <a:gd name="csY12" fmla="*/ 469402 h 485359"/>
                <a:gd name="csX13" fmla="*/ 740594 w 802561"/>
                <a:gd name="csY13" fmla="*/ 469402 h 485359"/>
                <a:gd name="csX14" fmla="*/ 786574 w 802561"/>
                <a:gd name="csY14" fmla="*/ 423421 h 485359"/>
                <a:gd name="csX15" fmla="*/ 786574 w 802561"/>
                <a:gd name="csY15" fmla="*/ 61809 h 485359"/>
                <a:gd name="csX16" fmla="*/ 740594 w 802561"/>
                <a:gd name="csY16" fmla="*/ 15828 h 4853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802561" h="485359">
                  <a:moveTo>
                    <a:pt x="740595" y="485294"/>
                  </a:moveTo>
                  <a:lnTo>
                    <a:pt x="61777" y="485294"/>
                  </a:lnTo>
                  <a:cubicBezTo>
                    <a:pt x="27621" y="485255"/>
                    <a:pt x="-57" y="457576"/>
                    <a:pt x="-95" y="423421"/>
                  </a:cubicBezTo>
                  <a:lnTo>
                    <a:pt x="-95" y="61809"/>
                  </a:lnTo>
                  <a:cubicBezTo>
                    <a:pt x="-57" y="27654"/>
                    <a:pt x="27621" y="-25"/>
                    <a:pt x="61777" y="-65"/>
                  </a:cubicBezTo>
                  <a:lnTo>
                    <a:pt x="740594" y="-65"/>
                  </a:lnTo>
                  <a:cubicBezTo>
                    <a:pt x="774750" y="-25"/>
                    <a:pt x="802428" y="27654"/>
                    <a:pt x="802466" y="61809"/>
                  </a:cubicBezTo>
                  <a:lnTo>
                    <a:pt x="802466" y="423421"/>
                  </a:lnTo>
                  <a:cubicBezTo>
                    <a:pt x="802428" y="457576"/>
                    <a:pt x="774750" y="485255"/>
                    <a:pt x="740595" y="485294"/>
                  </a:cubicBezTo>
                  <a:close/>
                  <a:moveTo>
                    <a:pt x="61777" y="15828"/>
                  </a:moveTo>
                  <a:cubicBezTo>
                    <a:pt x="36394" y="15856"/>
                    <a:pt x="15825" y="36426"/>
                    <a:pt x="15797" y="61809"/>
                  </a:cubicBezTo>
                  <a:lnTo>
                    <a:pt x="15797" y="423421"/>
                  </a:lnTo>
                  <a:cubicBezTo>
                    <a:pt x="15825" y="448803"/>
                    <a:pt x="36394" y="469373"/>
                    <a:pt x="61777" y="469402"/>
                  </a:cubicBezTo>
                  <a:lnTo>
                    <a:pt x="740594" y="469402"/>
                  </a:lnTo>
                  <a:cubicBezTo>
                    <a:pt x="765977" y="469373"/>
                    <a:pt x="786546" y="448803"/>
                    <a:pt x="786574" y="423421"/>
                  </a:cubicBezTo>
                  <a:lnTo>
                    <a:pt x="786574" y="61809"/>
                  </a:lnTo>
                  <a:cubicBezTo>
                    <a:pt x="786546" y="36426"/>
                    <a:pt x="765977" y="15856"/>
                    <a:pt x="740594" y="15828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47E9A162-8361-BD2C-DDA5-11F95EC45177}"/>
                </a:ext>
              </a:extLst>
            </p:cNvPr>
            <p:cNvSpPr/>
            <p:nvPr/>
          </p:nvSpPr>
          <p:spPr>
            <a:xfrm>
              <a:off x="3531681" y="5141310"/>
              <a:ext cx="802561" cy="485359"/>
            </a:xfrm>
            <a:custGeom>
              <a:avLst/>
              <a:gdLst>
                <a:gd name="csX0" fmla="*/ 740595 w 802561"/>
                <a:gd name="csY0" fmla="*/ 485294 h 485359"/>
                <a:gd name="csX1" fmla="*/ 61777 w 802561"/>
                <a:gd name="csY1" fmla="*/ 485294 h 485359"/>
                <a:gd name="csX2" fmla="*/ -95 w 802561"/>
                <a:gd name="csY2" fmla="*/ 423421 h 485359"/>
                <a:gd name="csX3" fmla="*/ -95 w 802561"/>
                <a:gd name="csY3" fmla="*/ 61809 h 485359"/>
                <a:gd name="csX4" fmla="*/ 61777 w 802561"/>
                <a:gd name="csY4" fmla="*/ -65 h 485359"/>
                <a:gd name="csX5" fmla="*/ 740594 w 802561"/>
                <a:gd name="csY5" fmla="*/ -65 h 485359"/>
                <a:gd name="csX6" fmla="*/ 802466 w 802561"/>
                <a:gd name="csY6" fmla="*/ 61809 h 485359"/>
                <a:gd name="csX7" fmla="*/ 802466 w 802561"/>
                <a:gd name="csY7" fmla="*/ 423421 h 485359"/>
                <a:gd name="csX8" fmla="*/ 740595 w 802561"/>
                <a:gd name="csY8" fmla="*/ 485294 h 485359"/>
                <a:gd name="csX9" fmla="*/ 61777 w 802561"/>
                <a:gd name="csY9" fmla="*/ 15828 h 485359"/>
                <a:gd name="csX10" fmla="*/ 15797 w 802561"/>
                <a:gd name="csY10" fmla="*/ 61809 h 485359"/>
                <a:gd name="csX11" fmla="*/ 15797 w 802561"/>
                <a:gd name="csY11" fmla="*/ 423421 h 485359"/>
                <a:gd name="csX12" fmla="*/ 61777 w 802561"/>
                <a:gd name="csY12" fmla="*/ 469402 h 485359"/>
                <a:gd name="csX13" fmla="*/ 740594 w 802561"/>
                <a:gd name="csY13" fmla="*/ 469402 h 485359"/>
                <a:gd name="csX14" fmla="*/ 786574 w 802561"/>
                <a:gd name="csY14" fmla="*/ 423421 h 485359"/>
                <a:gd name="csX15" fmla="*/ 786574 w 802561"/>
                <a:gd name="csY15" fmla="*/ 61809 h 485359"/>
                <a:gd name="csX16" fmla="*/ 740594 w 802561"/>
                <a:gd name="csY16" fmla="*/ 15828 h 4853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802561" h="485359">
                  <a:moveTo>
                    <a:pt x="740595" y="485294"/>
                  </a:moveTo>
                  <a:lnTo>
                    <a:pt x="61777" y="485294"/>
                  </a:lnTo>
                  <a:cubicBezTo>
                    <a:pt x="27621" y="485255"/>
                    <a:pt x="-57" y="457576"/>
                    <a:pt x="-95" y="423421"/>
                  </a:cubicBezTo>
                  <a:lnTo>
                    <a:pt x="-95" y="61809"/>
                  </a:lnTo>
                  <a:cubicBezTo>
                    <a:pt x="-57" y="27654"/>
                    <a:pt x="27621" y="-25"/>
                    <a:pt x="61777" y="-65"/>
                  </a:cubicBezTo>
                  <a:lnTo>
                    <a:pt x="740594" y="-65"/>
                  </a:lnTo>
                  <a:cubicBezTo>
                    <a:pt x="774750" y="-25"/>
                    <a:pt x="802428" y="27654"/>
                    <a:pt x="802466" y="61809"/>
                  </a:cubicBezTo>
                  <a:lnTo>
                    <a:pt x="802466" y="423421"/>
                  </a:lnTo>
                  <a:cubicBezTo>
                    <a:pt x="802428" y="457576"/>
                    <a:pt x="774750" y="485255"/>
                    <a:pt x="740595" y="485294"/>
                  </a:cubicBezTo>
                  <a:close/>
                  <a:moveTo>
                    <a:pt x="61777" y="15828"/>
                  </a:moveTo>
                  <a:cubicBezTo>
                    <a:pt x="36394" y="15856"/>
                    <a:pt x="15825" y="36426"/>
                    <a:pt x="15797" y="61809"/>
                  </a:cubicBezTo>
                  <a:lnTo>
                    <a:pt x="15797" y="423421"/>
                  </a:lnTo>
                  <a:cubicBezTo>
                    <a:pt x="15825" y="448803"/>
                    <a:pt x="36394" y="469373"/>
                    <a:pt x="61777" y="469402"/>
                  </a:cubicBezTo>
                  <a:lnTo>
                    <a:pt x="740594" y="469402"/>
                  </a:lnTo>
                  <a:cubicBezTo>
                    <a:pt x="765977" y="469373"/>
                    <a:pt x="786546" y="448803"/>
                    <a:pt x="786574" y="423421"/>
                  </a:cubicBezTo>
                  <a:lnTo>
                    <a:pt x="786574" y="61809"/>
                  </a:lnTo>
                  <a:cubicBezTo>
                    <a:pt x="786546" y="36426"/>
                    <a:pt x="765977" y="15856"/>
                    <a:pt x="740594" y="15828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242057A-396A-3760-54F9-0B70614C1295}"/>
                </a:ext>
              </a:extLst>
            </p:cNvPr>
            <p:cNvSpPr/>
            <p:nvPr/>
          </p:nvSpPr>
          <p:spPr>
            <a:xfrm>
              <a:off x="2899963" y="6015708"/>
              <a:ext cx="401285" cy="822426"/>
            </a:xfrm>
            <a:custGeom>
              <a:avLst/>
              <a:gdLst>
                <a:gd name="csX0" fmla="*/ 401186 w 401285"/>
                <a:gd name="csY0" fmla="*/ 69149 h 822426"/>
                <a:gd name="csX1" fmla="*/ 333643 w 401285"/>
                <a:gd name="csY1" fmla="*/ -65 h 822426"/>
                <a:gd name="csX2" fmla="*/ -95 w 401285"/>
                <a:gd name="csY2" fmla="*/ -65 h 822426"/>
                <a:gd name="csX3" fmla="*/ -95 w 401285"/>
                <a:gd name="csY3" fmla="*/ 822362 h 822426"/>
                <a:gd name="csX4" fmla="*/ 401186 w 401285"/>
                <a:gd name="csY4" fmla="*/ 822362 h 8224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01285" h="822426">
                  <a:moveTo>
                    <a:pt x="401186" y="69149"/>
                  </a:moveTo>
                  <a:cubicBezTo>
                    <a:pt x="401641" y="31388"/>
                    <a:pt x="371405" y="403"/>
                    <a:pt x="333643" y="-65"/>
                  </a:cubicBezTo>
                  <a:lnTo>
                    <a:pt x="-95" y="-65"/>
                  </a:lnTo>
                  <a:lnTo>
                    <a:pt x="-95" y="822362"/>
                  </a:lnTo>
                  <a:lnTo>
                    <a:pt x="401186" y="822362"/>
                  </a:ln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34FCE248-5E48-6969-3010-ADD6B73C04B1}"/>
                </a:ext>
              </a:extLst>
            </p:cNvPr>
            <p:cNvSpPr/>
            <p:nvPr/>
          </p:nvSpPr>
          <p:spPr>
            <a:xfrm>
              <a:off x="2490736" y="6011735"/>
              <a:ext cx="417172" cy="818453"/>
            </a:xfrm>
            <a:custGeom>
              <a:avLst/>
              <a:gdLst>
                <a:gd name="csX0" fmla="*/ 417078 w 417172"/>
                <a:gd name="csY0" fmla="*/ 818389 h 818453"/>
                <a:gd name="csX1" fmla="*/ -95 w 417172"/>
                <a:gd name="csY1" fmla="*/ 818389 h 818453"/>
                <a:gd name="csX2" fmla="*/ -95 w 417172"/>
                <a:gd name="csY2" fmla="*/ 75424 h 818453"/>
                <a:gd name="csX3" fmla="*/ 75393 w 417172"/>
                <a:gd name="csY3" fmla="*/ -65 h 818453"/>
                <a:gd name="csX4" fmla="*/ 417078 w 417172"/>
                <a:gd name="csY4" fmla="*/ -65 h 818453"/>
                <a:gd name="csX5" fmla="*/ 15797 w 417172"/>
                <a:gd name="csY5" fmla="*/ 802496 h 818453"/>
                <a:gd name="csX6" fmla="*/ 401186 w 417172"/>
                <a:gd name="csY6" fmla="*/ 802496 h 818453"/>
                <a:gd name="csX7" fmla="*/ 401186 w 417172"/>
                <a:gd name="csY7" fmla="*/ 15828 h 818453"/>
                <a:gd name="csX8" fmla="*/ 75393 w 417172"/>
                <a:gd name="csY8" fmla="*/ 15828 h 818453"/>
                <a:gd name="csX9" fmla="*/ 15797 w 417172"/>
                <a:gd name="csY9" fmla="*/ 75424 h 8184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17172" h="818453">
                  <a:moveTo>
                    <a:pt x="417078" y="818389"/>
                  </a:moveTo>
                  <a:lnTo>
                    <a:pt x="-95" y="818389"/>
                  </a:lnTo>
                  <a:lnTo>
                    <a:pt x="-95" y="75424"/>
                  </a:lnTo>
                  <a:cubicBezTo>
                    <a:pt x="-47" y="33752"/>
                    <a:pt x="33722" y="-17"/>
                    <a:pt x="75393" y="-65"/>
                  </a:cubicBezTo>
                  <a:lnTo>
                    <a:pt x="417078" y="-65"/>
                  </a:lnTo>
                  <a:close/>
                  <a:moveTo>
                    <a:pt x="15797" y="802496"/>
                  </a:moveTo>
                  <a:lnTo>
                    <a:pt x="401186" y="802496"/>
                  </a:lnTo>
                  <a:lnTo>
                    <a:pt x="401186" y="15828"/>
                  </a:lnTo>
                  <a:lnTo>
                    <a:pt x="75393" y="15828"/>
                  </a:lnTo>
                  <a:cubicBezTo>
                    <a:pt x="42495" y="15864"/>
                    <a:pt x="15834" y="42525"/>
                    <a:pt x="15797" y="75424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3A392D15-B527-CDBD-DE82-C69AB9444478}"/>
                </a:ext>
              </a:extLst>
            </p:cNvPr>
            <p:cNvSpPr/>
            <p:nvPr/>
          </p:nvSpPr>
          <p:spPr>
            <a:xfrm>
              <a:off x="2518547" y="6428908"/>
              <a:ext cx="47676" cy="47676"/>
            </a:xfrm>
            <a:custGeom>
              <a:avLst/>
              <a:gdLst>
                <a:gd name="csX0" fmla="*/ 47677 w 47676"/>
                <a:gd name="csY0" fmla="*/ 23838 h 47676"/>
                <a:gd name="csX1" fmla="*/ 23838 w 47676"/>
                <a:gd name="csY1" fmla="*/ 47677 h 47676"/>
                <a:gd name="csX2" fmla="*/ 0 w 47676"/>
                <a:gd name="csY2" fmla="*/ 23838 h 47676"/>
                <a:gd name="csX3" fmla="*/ 23838 w 47676"/>
                <a:gd name="csY3" fmla="*/ 0 h 47676"/>
                <a:gd name="csX4" fmla="*/ 47677 w 47676"/>
                <a:gd name="csY4" fmla="*/ 23838 h 476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7676" h="47676">
                  <a:moveTo>
                    <a:pt x="47677" y="23838"/>
                  </a:moveTo>
                  <a:cubicBezTo>
                    <a:pt x="47677" y="37004"/>
                    <a:pt x="37004" y="47677"/>
                    <a:pt x="23838" y="47677"/>
                  </a:cubicBezTo>
                  <a:cubicBezTo>
                    <a:pt x="10673" y="47677"/>
                    <a:pt x="0" y="37004"/>
                    <a:pt x="0" y="23838"/>
                  </a:cubicBezTo>
                  <a:cubicBezTo>
                    <a:pt x="0" y="10673"/>
                    <a:pt x="10673" y="0"/>
                    <a:pt x="23838" y="0"/>
                  </a:cubicBezTo>
                  <a:cubicBezTo>
                    <a:pt x="37004" y="0"/>
                    <a:pt x="47677" y="10673"/>
                    <a:pt x="47677" y="23838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BFD8DD39-1E5D-73BD-298E-C23F4B4A717A}"/>
              </a:ext>
            </a:extLst>
          </p:cNvPr>
          <p:cNvSpPr txBox="1"/>
          <p:nvPr/>
        </p:nvSpPr>
        <p:spPr>
          <a:xfrm>
            <a:off x="2598247" y="2782669"/>
            <a:ext cx="69955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Probability of default ML classifier </a:t>
            </a:r>
            <a:endParaRPr lang="el-GR" sz="3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0E0401-03AE-B397-0823-D746F4B3A5CD}"/>
              </a:ext>
            </a:extLst>
          </p:cNvPr>
          <p:cNvSpPr txBox="1"/>
          <p:nvPr/>
        </p:nvSpPr>
        <p:spPr>
          <a:xfrm>
            <a:off x="346102" y="6003710"/>
            <a:ext cx="7173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Razmik Sargsyan, Constantinos Papaandrea </a:t>
            </a:r>
          </a:p>
        </p:txBody>
      </p:sp>
    </p:spTree>
    <p:extLst>
      <p:ext uri="{BB962C8B-B14F-4D97-AF65-F5344CB8AC3E}">
        <p14:creationId xmlns:p14="http://schemas.microsoft.com/office/powerpoint/2010/main" val="20095637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F035-BE78-2D7F-84E8-B77E8DA4A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91EB37-54FA-534B-79B0-F6285A059C56}"/>
              </a:ext>
            </a:extLst>
          </p:cNvPr>
          <p:cNvSpPr txBox="1"/>
          <p:nvPr/>
        </p:nvSpPr>
        <p:spPr>
          <a:xfrm>
            <a:off x="59500" y="63572"/>
            <a:ext cx="118091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The importance of banks and the value of credit appraising models</a:t>
            </a:r>
            <a:endParaRPr lang="el-GR" sz="3600" dirty="0"/>
          </a:p>
        </p:txBody>
      </p:sp>
      <p:grpSp>
        <p:nvGrpSpPr>
          <p:cNvPr id="55" name="Graphic 6">
            <a:extLst>
              <a:ext uri="{FF2B5EF4-FFF2-40B4-BE49-F238E27FC236}">
                <a16:creationId xmlns:a16="http://schemas.microsoft.com/office/drawing/2014/main" id="{38369389-0324-97A6-763E-A1BC15145214}"/>
              </a:ext>
            </a:extLst>
          </p:cNvPr>
          <p:cNvGrpSpPr/>
          <p:nvPr/>
        </p:nvGrpSpPr>
        <p:grpSpPr>
          <a:xfrm>
            <a:off x="7612571" y="3242570"/>
            <a:ext cx="3279714" cy="1909707"/>
            <a:chOff x="7472012" y="3595855"/>
            <a:chExt cx="3279714" cy="1909707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CC32855-6884-6013-C330-04B11803E6EF}"/>
                </a:ext>
              </a:extLst>
            </p:cNvPr>
            <p:cNvSpPr/>
            <p:nvPr/>
          </p:nvSpPr>
          <p:spPr>
            <a:xfrm>
              <a:off x="7472012" y="3595855"/>
              <a:ext cx="3279714" cy="1909707"/>
            </a:xfrm>
            <a:custGeom>
              <a:avLst/>
              <a:gdLst>
                <a:gd name="csX0" fmla="*/ 3235480 w 3279714"/>
                <a:gd name="csY0" fmla="*/ 1909686 h 1909707"/>
                <a:gd name="csX1" fmla="*/ 44229 w 3279714"/>
                <a:gd name="csY1" fmla="*/ 1909686 h 1909707"/>
                <a:gd name="csX2" fmla="*/ 0 w 3279714"/>
                <a:gd name="csY2" fmla="*/ 1865451 h 1909707"/>
                <a:gd name="csX3" fmla="*/ 0 w 3279714"/>
                <a:gd name="csY3" fmla="*/ 44207 h 1909707"/>
                <a:gd name="csX4" fmla="*/ 44229 w 3279714"/>
                <a:gd name="csY4" fmla="*/ -22 h 1909707"/>
                <a:gd name="csX5" fmla="*/ 3235509 w 3279714"/>
                <a:gd name="csY5" fmla="*/ -22 h 1909707"/>
                <a:gd name="csX6" fmla="*/ 3279715 w 3279714"/>
                <a:gd name="csY6" fmla="*/ 44207 h 1909707"/>
                <a:gd name="csX7" fmla="*/ 3279715 w 3279714"/>
                <a:gd name="csY7" fmla="*/ 1865451 h 1909707"/>
                <a:gd name="csX8" fmla="*/ 3235480 w 3279714"/>
                <a:gd name="csY8" fmla="*/ 1909680 h 19097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279714" h="1909707">
                  <a:moveTo>
                    <a:pt x="3235480" y="1909686"/>
                  </a:moveTo>
                  <a:lnTo>
                    <a:pt x="44229" y="1909686"/>
                  </a:lnTo>
                  <a:cubicBezTo>
                    <a:pt x="19812" y="1909657"/>
                    <a:pt x="26" y="1889868"/>
                    <a:pt x="0" y="1865451"/>
                  </a:cubicBezTo>
                  <a:lnTo>
                    <a:pt x="0" y="44207"/>
                  </a:lnTo>
                  <a:cubicBezTo>
                    <a:pt x="29" y="19792"/>
                    <a:pt x="19814" y="7"/>
                    <a:pt x="44229" y="-22"/>
                  </a:cubicBezTo>
                  <a:lnTo>
                    <a:pt x="3235509" y="-22"/>
                  </a:lnTo>
                  <a:cubicBezTo>
                    <a:pt x="3259915" y="20"/>
                    <a:pt x="3279686" y="19801"/>
                    <a:pt x="3279715" y="44207"/>
                  </a:cubicBezTo>
                  <a:lnTo>
                    <a:pt x="3279715" y="1865451"/>
                  </a:lnTo>
                  <a:cubicBezTo>
                    <a:pt x="3279686" y="1889868"/>
                    <a:pt x="3259897" y="1909654"/>
                    <a:pt x="3235480" y="1909680"/>
                  </a:cubicBezTo>
                  <a:close/>
                </a:path>
              </a:pathLst>
            </a:custGeom>
            <a:solidFill>
              <a:srgbClr val="090814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29A17511-1531-9575-E014-07BFAB0FDE6D}"/>
                </a:ext>
              </a:extLst>
            </p:cNvPr>
            <p:cNvSpPr/>
            <p:nvPr/>
          </p:nvSpPr>
          <p:spPr>
            <a:xfrm>
              <a:off x="7555187" y="3669660"/>
              <a:ext cx="3122879" cy="1762097"/>
            </a:xfrm>
            <a:custGeom>
              <a:avLst/>
              <a:gdLst>
                <a:gd name="csX0" fmla="*/ 14 w 3122879"/>
                <a:gd name="csY0" fmla="*/ 13 h 1762097"/>
                <a:gd name="csX1" fmla="*/ 3122894 w 3122879"/>
                <a:gd name="csY1" fmla="*/ 13 h 1762097"/>
                <a:gd name="csX2" fmla="*/ 3122894 w 3122879"/>
                <a:gd name="csY2" fmla="*/ 1762110 h 1762097"/>
                <a:gd name="csX3" fmla="*/ 14 w 3122879"/>
                <a:gd name="csY3" fmla="*/ 1762110 h 17620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122879" h="1762097">
                  <a:moveTo>
                    <a:pt x="14" y="13"/>
                  </a:moveTo>
                  <a:lnTo>
                    <a:pt x="3122894" y="13"/>
                  </a:lnTo>
                  <a:lnTo>
                    <a:pt x="3122894" y="1762110"/>
                  </a:lnTo>
                  <a:lnTo>
                    <a:pt x="14" y="1762110"/>
                  </a:lnTo>
                  <a:close/>
                </a:path>
              </a:pathLst>
            </a:custGeom>
            <a:solidFill>
              <a:srgbClr val="FFFFFF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 dirty="0"/>
            </a:p>
          </p:txBody>
        </p:sp>
        <p:grpSp>
          <p:nvGrpSpPr>
            <p:cNvPr id="58" name="Graphic 6">
              <a:extLst>
                <a:ext uri="{FF2B5EF4-FFF2-40B4-BE49-F238E27FC236}">
                  <a16:creationId xmlns:a16="http://schemas.microsoft.com/office/drawing/2014/main" id="{0094239A-2297-264B-D1B7-835BDD31C6C1}"/>
                </a:ext>
              </a:extLst>
            </p:cNvPr>
            <p:cNvGrpSpPr/>
            <p:nvPr/>
          </p:nvGrpSpPr>
          <p:grpSpPr>
            <a:xfrm>
              <a:off x="7815685" y="4013081"/>
              <a:ext cx="2592362" cy="1075248"/>
              <a:chOff x="7815685" y="4013081"/>
              <a:chExt cx="2592362" cy="1075248"/>
            </a:xfrm>
            <a:solidFill>
              <a:srgbClr val="6C63FF"/>
            </a:solidFill>
          </p:grpSpPr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0FF7B893-1B26-4F67-1BD1-ABB46A1A3385}"/>
                  </a:ext>
                </a:extLst>
              </p:cNvPr>
              <p:cNvSpPr/>
              <p:nvPr/>
            </p:nvSpPr>
            <p:spPr>
              <a:xfrm>
                <a:off x="10290165" y="4013081"/>
                <a:ext cx="117882" cy="117882"/>
              </a:xfrm>
              <a:custGeom>
                <a:avLst/>
                <a:gdLst>
                  <a:gd name="csX0" fmla="*/ 118364 w 117882"/>
                  <a:gd name="csY0" fmla="*/ 59012 h 117882"/>
                  <a:gd name="csX1" fmla="*/ 59422 w 117882"/>
                  <a:gd name="csY1" fmla="*/ 117954 h 117882"/>
                  <a:gd name="csX2" fmla="*/ 481 w 117882"/>
                  <a:gd name="csY2" fmla="*/ 59012 h 117882"/>
                  <a:gd name="csX3" fmla="*/ 59422 w 117882"/>
                  <a:gd name="csY3" fmla="*/ 71 h 117882"/>
                  <a:gd name="csX4" fmla="*/ 118364 w 117882"/>
                  <a:gd name="csY4" fmla="*/ 59012 h 1178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17882" h="117882">
                    <a:moveTo>
                      <a:pt x="118364" y="59012"/>
                    </a:moveTo>
                    <a:cubicBezTo>
                      <a:pt x="118364" y="91565"/>
                      <a:pt x="91975" y="117954"/>
                      <a:pt x="59422" y="117954"/>
                    </a:cubicBezTo>
                    <a:cubicBezTo>
                      <a:pt x="26870" y="117954"/>
                      <a:pt x="481" y="91565"/>
                      <a:pt x="481" y="59012"/>
                    </a:cubicBezTo>
                    <a:cubicBezTo>
                      <a:pt x="481" y="26460"/>
                      <a:pt x="26870" y="71"/>
                      <a:pt x="59422" y="71"/>
                    </a:cubicBezTo>
                    <a:cubicBezTo>
                      <a:pt x="91975" y="71"/>
                      <a:pt x="118364" y="26460"/>
                      <a:pt x="118364" y="59012"/>
                    </a:cubicBezTo>
                    <a:close/>
                  </a:path>
                </a:pathLst>
              </a:custGeom>
              <a:solidFill>
                <a:srgbClr val="6C63FF"/>
              </a:solidFill>
              <a:ln w="584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l-GR"/>
              </a:p>
            </p:txBody>
          </p:sp>
          <p:grpSp>
            <p:nvGrpSpPr>
              <p:cNvPr id="60" name="Graphic 6">
                <a:extLst>
                  <a:ext uri="{FF2B5EF4-FFF2-40B4-BE49-F238E27FC236}">
                    <a16:creationId xmlns:a16="http://schemas.microsoft.com/office/drawing/2014/main" id="{15DB11BF-8EA5-D350-B377-CAFAB0CDA908}"/>
                  </a:ext>
                </a:extLst>
              </p:cNvPr>
              <p:cNvGrpSpPr/>
              <p:nvPr/>
            </p:nvGrpSpPr>
            <p:grpSpPr>
              <a:xfrm>
                <a:off x="7815685" y="4072022"/>
                <a:ext cx="2534030" cy="1016307"/>
                <a:chOff x="7815685" y="4072022"/>
                <a:chExt cx="2534030" cy="1016307"/>
              </a:xfrm>
              <a:solidFill>
                <a:srgbClr val="6C63FF"/>
              </a:solidFill>
            </p:grpSpPr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3FBB841C-93AF-05D9-7D51-86EFE9C6F128}"/>
                    </a:ext>
                  </a:extLst>
                </p:cNvPr>
                <p:cNvSpPr/>
                <p:nvPr/>
              </p:nvSpPr>
              <p:spPr>
                <a:xfrm>
                  <a:off x="7815685" y="4072022"/>
                  <a:ext cx="2534030" cy="1016307"/>
                </a:xfrm>
                <a:custGeom>
                  <a:avLst/>
                  <a:gdLst>
                    <a:gd name="csX0" fmla="*/ 2527109 w 2534030"/>
                    <a:gd name="csY0" fmla="*/ 39 h 1016307"/>
                    <a:gd name="csX1" fmla="*/ 2534055 w 2534030"/>
                    <a:gd name="csY1" fmla="*/ 6985 h 1016307"/>
                    <a:gd name="csX2" fmla="*/ 2181848 w 2534030"/>
                    <a:gd name="csY2" fmla="*/ 359185 h 1016307"/>
                    <a:gd name="csX3" fmla="*/ 2071334 w 2534030"/>
                    <a:gd name="csY3" fmla="*/ 248670 h 1016307"/>
                    <a:gd name="csX4" fmla="*/ 1877321 w 2534030"/>
                    <a:gd name="csY4" fmla="*/ 442689 h 1016307"/>
                    <a:gd name="csX5" fmla="*/ 1639108 w 2534030"/>
                    <a:gd name="csY5" fmla="*/ 204470 h 1016307"/>
                    <a:gd name="csX6" fmla="*/ 1233888 w 2534030"/>
                    <a:gd name="csY6" fmla="*/ 609691 h 1016307"/>
                    <a:gd name="csX7" fmla="*/ 1049697 w 2534030"/>
                    <a:gd name="csY7" fmla="*/ 425494 h 1016307"/>
                    <a:gd name="csX8" fmla="*/ 646936 w 2534030"/>
                    <a:gd name="csY8" fmla="*/ 828261 h 1016307"/>
                    <a:gd name="csX9" fmla="*/ 420993 w 2534030"/>
                    <a:gd name="csY9" fmla="*/ 602318 h 1016307"/>
                    <a:gd name="csX10" fmla="*/ 6970 w 2534030"/>
                    <a:gd name="csY10" fmla="*/ 1016346 h 1016307"/>
                    <a:gd name="csX11" fmla="*/ 24 w 2534030"/>
                    <a:gd name="csY11" fmla="*/ 1009400 h 1016307"/>
                    <a:gd name="csX12" fmla="*/ 420999 w 2534030"/>
                    <a:gd name="csY12" fmla="*/ 588431 h 1016307"/>
                    <a:gd name="csX13" fmla="*/ 646942 w 2534030"/>
                    <a:gd name="csY13" fmla="*/ 814374 h 1016307"/>
                    <a:gd name="csX14" fmla="*/ 1049703 w 2534030"/>
                    <a:gd name="csY14" fmla="*/ 411614 h 1016307"/>
                    <a:gd name="csX15" fmla="*/ 1233894 w 2534030"/>
                    <a:gd name="csY15" fmla="*/ 595805 h 1016307"/>
                    <a:gd name="csX16" fmla="*/ 1639114 w 2534030"/>
                    <a:gd name="csY16" fmla="*/ 190584 h 1016307"/>
                    <a:gd name="csX17" fmla="*/ 1877333 w 2534030"/>
                    <a:gd name="csY17" fmla="*/ 428803 h 1016307"/>
                    <a:gd name="csX18" fmla="*/ 2071345 w 2534030"/>
                    <a:gd name="csY18" fmla="*/ 234784 h 1016307"/>
                    <a:gd name="csX19" fmla="*/ 2181860 w 2534030"/>
                    <a:gd name="csY19" fmla="*/ 345305 h 101630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</a:cxnLst>
                  <a:rect l="l" t="t" r="r" b="b"/>
                  <a:pathLst>
                    <a:path w="2534030" h="1016307">
                      <a:moveTo>
                        <a:pt x="2527109" y="39"/>
                      </a:moveTo>
                      <a:lnTo>
                        <a:pt x="2534055" y="6985"/>
                      </a:lnTo>
                      <a:lnTo>
                        <a:pt x="2181848" y="359185"/>
                      </a:lnTo>
                      <a:lnTo>
                        <a:pt x="2071334" y="248670"/>
                      </a:lnTo>
                      <a:lnTo>
                        <a:pt x="1877321" y="442689"/>
                      </a:lnTo>
                      <a:lnTo>
                        <a:pt x="1639108" y="204470"/>
                      </a:lnTo>
                      <a:lnTo>
                        <a:pt x="1233888" y="609691"/>
                      </a:lnTo>
                      <a:lnTo>
                        <a:pt x="1049697" y="425494"/>
                      </a:lnTo>
                      <a:lnTo>
                        <a:pt x="646936" y="828261"/>
                      </a:lnTo>
                      <a:lnTo>
                        <a:pt x="420993" y="602318"/>
                      </a:lnTo>
                      <a:lnTo>
                        <a:pt x="6970" y="1016346"/>
                      </a:lnTo>
                      <a:lnTo>
                        <a:pt x="24" y="1009400"/>
                      </a:lnTo>
                      <a:lnTo>
                        <a:pt x="420999" y="588431"/>
                      </a:lnTo>
                      <a:lnTo>
                        <a:pt x="646942" y="814374"/>
                      </a:lnTo>
                      <a:lnTo>
                        <a:pt x="1049703" y="411614"/>
                      </a:lnTo>
                      <a:lnTo>
                        <a:pt x="1233894" y="595805"/>
                      </a:lnTo>
                      <a:lnTo>
                        <a:pt x="1639114" y="190584"/>
                      </a:lnTo>
                      <a:lnTo>
                        <a:pt x="1877333" y="428803"/>
                      </a:lnTo>
                      <a:lnTo>
                        <a:pt x="2071345" y="234784"/>
                      </a:lnTo>
                      <a:lnTo>
                        <a:pt x="2181860" y="345305"/>
                      </a:lnTo>
                      <a:close/>
                    </a:path>
                  </a:pathLst>
                </a:custGeom>
                <a:solidFill>
                  <a:srgbClr val="6C63FF"/>
                </a:solidFill>
                <a:ln w="584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l-GR"/>
                </a:p>
              </p:txBody>
            </p:sp>
            <p:sp>
              <p:nvSpPr>
                <p:cNvPr id="62" name="Freeform: Shape 61">
                  <a:extLst>
                    <a:ext uri="{FF2B5EF4-FFF2-40B4-BE49-F238E27FC236}">
                      <a16:creationId xmlns:a16="http://schemas.microsoft.com/office/drawing/2014/main" id="{48673937-7321-3A7C-CFF0-D8AE9A4A6159}"/>
                    </a:ext>
                  </a:extLst>
                </p:cNvPr>
                <p:cNvSpPr/>
                <p:nvPr/>
              </p:nvSpPr>
              <p:spPr>
                <a:xfrm>
                  <a:off x="9378621" y="4217934"/>
                  <a:ext cx="117882" cy="117882"/>
                </a:xfrm>
                <a:custGeom>
                  <a:avLst/>
                  <a:gdLst>
                    <a:gd name="csX0" fmla="*/ 118208 w 117882"/>
                    <a:gd name="csY0" fmla="*/ 59047 h 117882"/>
                    <a:gd name="csX1" fmla="*/ 59267 w 117882"/>
                    <a:gd name="csY1" fmla="*/ 117989 h 117882"/>
                    <a:gd name="csX2" fmla="*/ 326 w 117882"/>
                    <a:gd name="csY2" fmla="*/ 59047 h 117882"/>
                    <a:gd name="csX3" fmla="*/ 59267 w 117882"/>
                    <a:gd name="csY3" fmla="*/ 106 h 117882"/>
                    <a:gd name="csX4" fmla="*/ 118208 w 117882"/>
                    <a:gd name="csY4" fmla="*/ 59047 h 11788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17882" h="117882">
                      <a:moveTo>
                        <a:pt x="118208" y="59047"/>
                      </a:moveTo>
                      <a:cubicBezTo>
                        <a:pt x="118208" y="91600"/>
                        <a:pt x="91819" y="117989"/>
                        <a:pt x="59267" y="117989"/>
                      </a:cubicBezTo>
                      <a:cubicBezTo>
                        <a:pt x="26714" y="117989"/>
                        <a:pt x="326" y="91600"/>
                        <a:pt x="326" y="59047"/>
                      </a:cubicBezTo>
                      <a:cubicBezTo>
                        <a:pt x="326" y="26495"/>
                        <a:pt x="26714" y="106"/>
                        <a:pt x="59267" y="106"/>
                      </a:cubicBezTo>
                      <a:cubicBezTo>
                        <a:pt x="91819" y="106"/>
                        <a:pt x="118208" y="26495"/>
                        <a:pt x="118208" y="59047"/>
                      </a:cubicBezTo>
                      <a:close/>
                    </a:path>
                  </a:pathLst>
                </a:custGeom>
                <a:solidFill>
                  <a:srgbClr val="6C63FF"/>
                </a:solidFill>
                <a:ln w="584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l-GR"/>
                </a:p>
              </p:txBody>
            </p:sp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FD1F2574-D591-CF13-D57D-D8464EAF9082}"/>
                    </a:ext>
                  </a:extLst>
                </p:cNvPr>
                <p:cNvSpPr/>
                <p:nvPr/>
              </p:nvSpPr>
              <p:spPr>
                <a:xfrm>
                  <a:off x="8180160" y="4605966"/>
                  <a:ext cx="117882" cy="117882"/>
                </a:xfrm>
                <a:custGeom>
                  <a:avLst/>
                  <a:gdLst>
                    <a:gd name="csX0" fmla="*/ 118003 w 117882"/>
                    <a:gd name="csY0" fmla="*/ 59114 h 117882"/>
                    <a:gd name="csX1" fmla="*/ 59062 w 117882"/>
                    <a:gd name="csY1" fmla="*/ 118055 h 117882"/>
                    <a:gd name="csX2" fmla="*/ 121 w 117882"/>
                    <a:gd name="csY2" fmla="*/ 59114 h 117882"/>
                    <a:gd name="csX3" fmla="*/ 59062 w 117882"/>
                    <a:gd name="csY3" fmla="*/ 172 h 117882"/>
                    <a:gd name="csX4" fmla="*/ 118003 w 117882"/>
                    <a:gd name="csY4" fmla="*/ 59114 h 11788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17882" h="117882">
                      <a:moveTo>
                        <a:pt x="118003" y="59114"/>
                      </a:moveTo>
                      <a:cubicBezTo>
                        <a:pt x="118003" y="91666"/>
                        <a:pt x="91614" y="118055"/>
                        <a:pt x="59062" y="118055"/>
                      </a:cubicBezTo>
                      <a:cubicBezTo>
                        <a:pt x="26510" y="118055"/>
                        <a:pt x="121" y="91666"/>
                        <a:pt x="121" y="59114"/>
                      </a:cubicBezTo>
                      <a:cubicBezTo>
                        <a:pt x="121" y="26561"/>
                        <a:pt x="26510" y="172"/>
                        <a:pt x="59062" y="172"/>
                      </a:cubicBezTo>
                      <a:cubicBezTo>
                        <a:pt x="91614" y="172"/>
                        <a:pt x="118003" y="26561"/>
                        <a:pt x="118003" y="59114"/>
                      </a:cubicBezTo>
                      <a:close/>
                    </a:path>
                  </a:pathLst>
                </a:custGeom>
                <a:solidFill>
                  <a:srgbClr val="6C63FF"/>
                </a:solidFill>
                <a:ln w="584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l-GR"/>
                </a:p>
              </p:txBody>
            </p:sp>
          </p:grpSp>
        </p:grpSp>
      </p:grpSp>
      <p:grpSp>
        <p:nvGrpSpPr>
          <p:cNvPr id="64" name="Graphic 6">
            <a:extLst>
              <a:ext uri="{FF2B5EF4-FFF2-40B4-BE49-F238E27FC236}">
                <a16:creationId xmlns:a16="http://schemas.microsoft.com/office/drawing/2014/main" id="{21FF3CEC-58C3-8A59-92AD-8B9B92F04EC0}"/>
              </a:ext>
            </a:extLst>
          </p:cNvPr>
          <p:cNvGrpSpPr/>
          <p:nvPr/>
        </p:nvGrpSpPr>
        <p:grpSpPr>
          <a:xfrm>
            <a:off x="11205669" y="3859027"/>
            <a:ext cx="937055" cy="2979107"/>
            <a:chOff x="11126557" y="3879512"/>
            <a:chExt cx="937055" cy="2979107"/>
          </a:xfrm>
        </p:grpSpPr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8FF7CF03-2128-C3DF-AA30-2AE34A9E1871}"/>
                </a:ext>
              </a:extLst>
            </p:cNvPr>
            <p:cNvSpPr/>
            <p:nvPr/>
          </p:nvSpPr>
          <p:spPr>
            <a:xfrm>
              <a:off x="11266794" y="6321819"/>
              <a:ext cx="152987" cy="191230"/>
            </a:xfrm>
            <a:custGeom>
              <a:avLst/>
              <a:gdLst>
                <a:gd name="csX0" fmla="*/ 70156 w 152987"/>
                <a:gd name="csY0" fmla="*/ -42 h 191230"/>
                <a:gd name="csX1" fmla="*/ 35 w 152987"/>
                <a:gd name="csY1" fmla="*/ 38202 h 191230"/>
                <a:gd name="csX2" fmla="*/ 44657 w 152987"/>
                <a:gd name="csY2" fmla="*/ 184817 h 191230"/>
                <a:gd name="csX3" fmla="*/ 114772 w 152987"/>
                <a:gd name="csY3" fmla="*/ 191189 h 191230"/>
                <a:gd name="csX4" fmla="*/ 153022 w 152987"/>
                <a:gd name="csY4" fmla="*/ 108323 h 191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52987" h="191230">
                  <a:moveTo>
                    <a:pt x="70156" y="-42"/>
                  </a:moveTo>
                  <a:lnTo>
                    <a:pt x="35" y="38202"/>
                  </a:lnTo>
                  <a:lnTo>
                    <a:pt x="44657" y="184817"/>
                  </a:lnTo>
                  <a:lnTo>
                    <a:pt x="114772" y="191189"/>
                  </a:lnTo>
                  <a:lnTo>
                    <a:pt x="153022" y="108323"/>
                  </a:lnTo>
                  <a:close/>
                </a:path>
              </a:pathLst>
            </a:custGeom>
            <a:solidFill>
              <a:srgbClr val="FFB9B9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E0EC3178-FD12-F615-776A-4FB43B844580}"/>
                </a:ext>
              </a:extLst>
            </p:cNvPr>
            <p:cNvSpPr/>
            <p:nvPr/>
          </p:nvSpPr>
          <p:spPr>
            <a:xfrm>
              <a:off x="11553652" y="6615049"/>
              <a:ext cx="108347" cy="70115"/>
            </a:xfrm>
            <a:custGeom>
              <a:avLst/>
              <a:gdLst>
                <a:gd name="csX0" fmla="*/ 39 w 108347"/>
                <a:gd name="csY0" fmla="*/ -38 h 70115"/>
                <a:gd name="csX1" fmla="*/ 39 w 108347"/>
                <a:gd name="csY1" fmla="*/ 70077 h 70115"/>
                <a:gd name="csX2" fmla="*/ 108386 w 108347"/>
                <a:gd name="csY2" fmla="*/ 63705 h 70115"/>
                <a:gd name="csX3" fmla="*/ 106875 w 108347"/>
                <a:gd name="csY3" fmla="*/ 5959 h 701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8347" h="70115">
                  <a:moveTo>
                    <a:pt x="39" y="-38"/>
                  </a:moveTo>
                  <a:lnTo>
                    <a:pt x="39" y="70077"/>
                  </a:lnTo>
                  <a:lnTo>
                    <a:pt x="108386" y="63705"/>
                  </a:lnTo>
                  <a:lnTo>
                    <a:pt x="106875" y="5959"/>
                  </a:lnTo>
                  <a:close/>
                </a:path>
              </a:pathLst>
            </a:custGeom>
            <a:solidFill>
              <a:srgbClr val="FFB9B9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1A712BC-AF7B-BDEE-C6DB-BF4EF4D74CC1}"/>
                </a:ext>
              </a:extLst>
            </p:cNvPr>
            <p:cNvSpPr/>
            <p:nvPr/>
          </p:nvSpPr>
          <p:spPr>
            <a:xfrm>
              <a:off x="11311421" y="5480373"/>
              <a:ext cx="350601" cy="1179297"/>
            </a:xfrm>
            <a:custGeom>
              <a:avLst/>
              <a:gdLst>
                <a:gd name="csX0" fmla="*/ 36 w 350601"/>
                <a:gd name="csY0" fmla="*/ -53 h 1179297"/>
                <a:gd name="csX1" fmla="*/ 38279 w 350601"/>
                <a:gd name="csY1" fmla="*/ 478048 h 1179297"/>
                <a:gd name="csX2" fmla="*/ 159400 w 350601"/>
                <a:gd name="csY2" fmla="*/ 1179245 h 1179297"/>
                <a:gd name="csX3" fmla="*/ 350637 w 350601"/>
                <a:gd name="csY3" fmla="*/ 1153745 h 1179297"/>
                <a:gd name="csX4" fmla="*/ 286893 w 350601"/>
                <a:gd name="csY4" fmla="*/ 599157 h 1179297"/>
                <a:gd name="csX5" fmla="*/ 312393 w 350601"/>
                <a:gd name="csY5" fmla="*/ 89197 h 11792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50601" h="1179297">
                  <a:moveTo>
                    <a:pt x="36" y="-53"/>
                  </a:moveTo>
                  <a:lnTo>
                    <a:pt x="38279" y="478048"/>
                  </a:lnTo>
                  <a:lnTo>
                    <a:pt x="159400" y="1179245"/>
                  </a:lnTo>
                  <a:lnTo>
                    <a:pt x="350637" y="1153745"/>
                  </a:lnTo>
                  <a:lnTo>
                    <a:pt x="286893" y="599157"/>
                  </a:lnTo>
                  <a:lnTo>
                    <a:pt x="312393" y="89197"/>
                  </a:lnTo>
                  <a:close/>
                </a:path>
              </a:pathLst>
            </a:custGeom>
            <a:solidFill>
              <a:srgbClr val="090814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03C27A4B-8807-39C6-50EA-6F1EBB132E6E}"/>
                </a:ext>
              </a:extLst>
            </p:cNvPr>
            <p:cNvSpPr/>
            <p:nvPr/>
          </p:nvSpPr>
          <p:spPr>
            <a:xfrm>
              <a:off x="11311398" y="5123405"/>
              <a:ext cx="630325" cy="1389644"/>
            </a:xfrm>
            <a:custGeom>
              <a:avLst/>
              <a:gdLst>
                <a:gd name="csX0" fmla="*/ 509796 w 630325"/>
                <a:gd name="csY0" fmla="*/ -203 h 1389644"/>
                <a:gd name="csX1" fmla="*/ 50823 w 630325"/>
                <a:gd name="csY1" fmla="*/ 6169 h 1389644"/>
                <a:gd name="csX2" fmla="*/ -176 w 630325"/>
                <a:gd name="csY2" fmla="*/ 356771 h 1389644"/>
                <a:gd name="csX3" fmla="*/ 312175 w 630325"/>
                <a:gd name="csY3" fmla="*/ 503386 h 1389644"/>
                <a:gd name="csX4" fmla="*/ 388657 w 630325"/>
                <a:gd name="csY4" fmla="*/ 783860 h 1389644"/>
                <a:gd name="csX5" fmla="*/ -194 w 630325"/>
                <a:gd name="csY5" fmla="*/ 1198205 h 1389644"/>
                <a:gd name="csX6" fmla="*/ 152793 w 630325"/>
                <a:gd name="csY6" fmla="*/ 1389442 h 1389644"/>
                <a:gd name="csX7" fmla="*/ 528894 w 630325"/>
                <a:gd name="csY7" fmla="*/ 930469 h 1389644"/>
                <a:gd name="csX8" fmla="*/ 611795 w 630325"/>
                <a:gd name="csY8" fmla="*/ 261144 h 13896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30325" h="1389644">
                  <a:moveTo>
                    <a:pt x="509796" y="-203"/>
                  </a:moveTo>
                  <a:lnTo>
                    <a:pt x="50823" y="6169"/>
                  </a:lnTo>
                  <a:lnTo>
                    <a:pt x="-176" y="356771"/>
                  </a:lnTo>
                  <a:lnTo>
                    <a:pt x="312175" y="503386"/>
                  </a:lnTo>
                  <a:lnTo>
                    <a:pt x="388657" y="783860"/>
                  </a:lnTo>
                  <a:lnTo>
                    <a:pt x="-194" y="1198205"/>
                  </a:lnTo>
                  <a:lnTo>
                    <a:pt x="152793" y="1389442"/>
                  </a:lnTo>
                  <a:cubicBezTo>
                    <a:pt x="152793" y="1389442"/>
                    <a:pt x="369529" y="1096212"/>
                    <a:pt x="528894" y="930469"/>
                  </a:cubicBezTo>
                  <a:cubicBezTo>
                    <a:pt x="688259" y="764726"/>
                    <a:pt x="611795" y="261144"/>
                    <a:pt x="611795" y="261144"/>
                  </a:cubicBezTo>
                  <a:close/>
                </a:path>
              </a:pathLst>
            </a:custGeom>
            <a:solidFill>
              <a:srgbClr val="090814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5DB11A7-DE4C-F63A-2EDF-968B2DD2215E}"/>
                </a:ext>
              </a:extLst>
            </p:cNvPr>
            <p:cNvSpPr/>
            <p:nvPr/>
          </p:nvSpPr>
          <p:spPr>
            <a:xfrm>
              <a:off x="11407043" y="3937724"/>
              <a:ext cx="280485" cy="280485"/>
            </a:xfrm>
            <a:custGeom>
              <a:avLst/>
              <a:gdLst>
                <a:gd name="csX0" fmla="*/ 281158 w 280485"/>
                <a:gd name="csY0" fmla="*/ 140301 h 280485"/>
                <a:gd name="csX1" fmla="*/ 140915 w 280485"/>
                <a:gd name="csY1" fmla="*/ 280544 h 280485"/>
                <a:gd name="csX2" fmla="*/ 672 w 280485"/>
                <a:gd name="csY2" fmla="*/ 140301 h 280485"/>
                <a:gd name="csX3" fmla="*/ 140915 w 280485"/>
                <a:gd name="csY3" fmla="*/ 58 h 280485"/>
                <a:gd name="csX4" fmla="*/ 281158 w 280485"/>
                <a:gd name="csY4" fmla="*/ 140301 h 2804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0485" h="280485">
                  <a:moveTo>
                    <a:pt x="281158" y="140301"/>
                  </a:moveTo>
                  <a:cubicBezTo>
                    <a:pt x="281158" y="217755"/>
                    <a:pt x="218369" y="280544"/>
                    <a:pt x="140915" y="280544"/>
                  </a:cubicBezTo>
                  <a:cubicBezTo>
                    <a:pt x="63461" y="280544"/>
                    <a:pt x="672" y="217755"/>
                    <a:pt x="672" y="140301"/>
                  </a:cubicBezTo>
                  <a:cubicBezTo>
                    <a:pt x="672" y="62847"/>
                    <a:pt x="63461" y="58"/>
                    <a:pt x="140915" y="58"/>
                  </a:cubicBezTo>
                  <a:cubicBezTo>
                    <a:pt x="218369" y="58"/>
                    <a:pt x="281158" y="62847"/>
                    <a:pt x="281158" y="140301"/>
                  </a:cubicBezTo>
                  <a:close/>
                </a:path>
              </a:pathLst>
            </a:custGeom>
            <a:solidFill>
              <a:srgbClr val="FFB9B9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9821A47-FF83-FB9B-A0FA-CCCBFC90DE1E}"/>
                </a:ext>
              </a:extLst>
            </p:cNvPr>
            <p:cNvSpPr/>
            <p:nvPr/>
          </p:nvSpPr>
          <p:spPr>
            <a:xfrm>
              <a:off x="11496280" y="4109815"/>
              <a:ext cx="214874" cy="357002"/>
            </a:xfrm>
            <a:custGeom>
              <a:avLst/>
              <a:gdLst>
                <a:gd name="csX0" fmla="*/ -192 w 214874"/>
                <a:gd name="csY0" fmla="*/ 63558 h 357002"/>
                <a:gd name="csX1" fmla="*/ -192 w 214874"/>
                <a:gd name="csY1" fmla="*/ 203801 h 357002"/>
                <a:gd name="csX2" fmla="*/ 95406 w 214874"/>
                <a:gd name="csY2" fmla="*/ 356787 h 357002"/>
                <a:gd name="csX3" fmla="*/ 210150 w 214874"/>
                <a:gd name="csY3" fmla="*/ 222922 h 357002"/>
                <a:gd name="csX4" fmla="*/ 171900 w 214874"/>
                <a:gd name="csY4" fmla="*/ -215 h 3570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4874" h="357002">
                  <a:moveTo>
                    <a:pt x="-192" y="63558"/>
                  </a:moveTo>
                  <a:lnTo>
                    <a:pt x="-192" y="203801"/>
                  </a:lnTo>
                  <a:lnTo>
                    <a:pt x="95406" y="356787"/>
                  </a:lnTo>
                  <a:cubicBezTo>
                    <a:pt x="95406" y="356787"/>
                    <a:pt x="242021" y="248440"/>
                    <a:pt x="210150" y="222922"/>
                  </a:cubicBezTo>
                  <a:cubicBezTo>
                    <a:pt x="178278" y="197405"/>
                    <a:pt x="171900" y="-215"/>
                    <a:pt x="171900" y="-215"/>
                  </a:cubicBezTo>
                  <a:close/>
                </a:path>
              </a:pathLst>
            </a:custGeom>
            <a:solidFill>
              <a:srgbClr val="FFB9B9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1D425E5-21FE-B77C-9D60-7F61101BA800}"/>
                </a:ext>
              </a:extLst>
            </p:cNvPr>
            <p:cNvSpPr/>
            <p:nvPr/>
          </p:nvSpPr>
          <p:spPr>
            <a:xfrm>
              <a:off x="11400659" y="4260705"/>
              <a:ext cx="388851" cy="939175"/>
            </a:xfrm>
            <a:custGeom>
              <a:avLst/>
              <a:gdLst>
                <a:gd name="csX0" fmla="*/ 95658 w 388851"/>
                <a:gd name="csY0" fmla="*/ 27552 h 939175"/>
                <a:gd name="csX1" fmla="*/ 37 w 388851"/>
                <a:gd name="csY1" fmla="*/ 142290 h 939175"/>
                <a:gd name="csX2" fmla="*/ 38286 w 388851"/>
                <a:gd name="csY2" fmla="*/ 939108 h 939175"/>
                <a:gd name="csX3" fmla="*/ 337888 w 388851"/>
                <a:gd name="csY3" fmla="*/ 932736 h 939175"/>
                <a:gd name="csX4" fmla="*/ 388888 w 388851"/>
                <a:gd name="csY4" fmla="*/ 237911 h 939175"/>
                <a:gd name="csX5" fmla="*/ 325144 w 388851"/>
                <a:gd name="csY5" fmla="*/ 59424 h 939175"/>
                <a:gd name="csX6" fmla="*/ 281401 w 388851"/>
                <a:gd name="csY6" fmla="*/ -68 h 939175"/>
                <a:gd name="csX7" fmla="*/ 204023 w 388851"/>
                <a:gd name="csY7" fmla="*/ 116790 h 93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88851" h="939175">
                  <a:moveTo>
                    <a:pt x="95658" y="27552"/>
                  </a:moveTo>
                  <a:lnTo>
                    <a:pt x="37" y="142290"/>
                  </a:lnTo>
                  <a:lnTo>
                    <a:pt x="38286" y="939108"/>
                  </a:lnTo>
                  <a:lnTo>
                    <a:pt x="337888" y="932736"/>
                  </a:lnTo>
                  <a:lnTo>
                    <a:pt x="388888" y="237911"/>
                  </a:lnTo>
                  <a:lnTo>
                    <a:pt x="325144" y="59424"/>
                  </a:lnTo>
                  <a:lnTo>
                    <a:pt x="281401" y="-68"/>
                  </a:lnTo>
                  <a:lnTo>
                    <a:pt x="204023" y="116790"/>
                  </a:lnTo>
                  <a:close/>
                </a:path>
              </a:pathLst>
            </a:custGeom>
            <a:solidFill>
              <a:srgbClr val="E6E6E6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08521655-D5F4-B2B8-B0BD-53BE55C15580}"/>
                </a:ext>
              </a:extLst>
            </p:cNvPr>
            <p:cNvSpPr/>
            <p:nvPr/>
          </p:nvSpPr>
          <p:spPr>
            <a:xfrm>
              <a:off x="11126557" y="4415813"/>
              <a:ext cx="216730" cy="975299"/>
            </a:xfrm>
            <a:custGeom>
              <a:avLst/>
              <a:gdLst>
                <a:gd name="csX0" fmla="*/ 216534 w 216730"/>
                <a:gd name="csY0" fmla="*/ 286652 h 975299"/>
                <a:gd name="csX1" fmla="*/ 146413 w 216730"/>
                <a:gd name="csY1" fmla="*/ 554382 h 975299"/>
                <a:gd name="csX2" fmla="*/ 216534 w 216730"/>
                <a:gd name="csY2" fmla="*/ 822113 h 975299"/>
                <a:gd name="csX3" fmla="*/ 101797 w 216730"/>
                <a:gd name="csY3" fmla="*/ 975088 h 975299"/>
                <a:gd name="csX4" fmla="*/ -196 w 216730"/>
                <a:gd name="csY4" fmla="*/ 490621 h 975299"/>
                <a:gd name="csX5" fmla="*/ 82675 w 216730"/>
                <a:gd name="csY5" fmla="*/ 50788 h 975299"/>
                <a:gd name="csX6" fmla="*/ 101797 w 216730"/>
                <a:gd name="csY6" fmla="*/ -212 h 975299"/>
                <a:gd name="csX7" fmla="*/ 152797 w 216730"/>
                <a:gd name="csY7" fmla="*/ 6160 h 975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16730" h="975299">
                  <a:moveTo>
                    <a:pt x="216534" y="286652"/>
                  </a:moveTo>
                  <a:lnTo>
                    <a:pt x="146413" y="554382"/>
                  </a:lnTo>
                  <a:lnTo>
                    <a:pt x="216534" y="822113"/>
                  </a:lnTo>
                  <a:lnTo>
                    <a:pt x="101797" y="975088"/>
                  </a:lnTo>
                  <a:lnTo>
                    <a:pt x="-196" y="490621"/>
                  </a:lnTo>
                  <a:cubicBezTo>
                    <a:pt x="-196" y="490621"/>
                    <a:pt x="76297" y="95398"/>
                    <a:pt x="82675" y="50788"/>
                  </a:cubicBezTo>
                  <a:cubicBezTo>
                    <a:pt x="89053" y="6178"/>
                    <a:pt x="101797" y="-212"/>
                    <a:pt x="101797" y="-212"/>
                  </a:cubicBezTo>
                  <a:lnTo>
                    <a:pt x="152797" y="6160"/>
                  </a:lnTo>
                  <a:close/>
                </a:path>
              </a:pathLst>
            </a:custGeom>
            <a:solidFill>
              <a:srgbClr val="090814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793129E4-56EB-3ABE-0374-905A7D143575}"/>
                </a:ext>
              </a:extLst>
            </p:cNvPr>
            <p:cNvSpPr/>
            <p:nvPr/>
          </p:nvSpPr>
          <p:spPr>
            <a:xfrm>
              <a:off x="11853254" y="4415789"/>
              <a:ext cx="210358" cy="917974"/>
            </a:xfrm>
            <a:custGeom>
              <a:avLst/>
              <a:gdLst>
                <a:gd name="csX0" fmla="*/ 42 w 210358"/>
                <a:gd name="csY0" fmla="*/ 388815 h 917974"/>
                <a:gd name="csX1" fmla="*/ 44664 w 210358"/>
                <a:gd name="csY1" fmla="*/ 471692 h 917974"/>
                <a:gd name="csX2" fmla="*/ 57414 w 210358"/>
                <a:gd name="csY2" fmla="*/ 611929 h 917974"/>
                <a:gd name="csX3" fmla="*/ 31914 w 210358"/>
                <a:gd name="csY3" fmla="*/ 771294 h 917974"/>
                <a:gd name="csX4" fmla="*/ 121158 w 210358"/>
                <a:gd name="csY4" fmla="*/ 917909 h 917974"/>
                <a:gd name="csX5" fmla="*/ 210401 w 210358"/>
                <a:gd name="csY5" fmla="*/ 516308 h 917974"/>
                <a:gd name="csX6" fmla="*/ 114791 w 210358"/>
                <a:gd name="csY6" fmla="*/ -66 h 917974"/>
                <a:gd name="csX7" fmla="*/ 76542 w 210358"/>
                <a:gd name="csY7" fmla="*/ -66 h 9179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10358" h="917974">
                  <a:moveTo>
                    <a:pt x="42" y="388815"/>
                  </a:moveTo>
                  <a:lnTo>
                    <a:pt x="44664" y="471692"/>
                  </a:lnTo>
                  <a:lnTo>
                    <a:pt x="57414" y="611929"/>
                  </a:lnTo>
                  <a:lnTo>
                    <a:pt x="31914" y="771294"/>
                  </a:lnTo>
                  <a:lnTo>
                    <a:pt x="121158" y="917909"/>
                  </a:lnTo>
                  <a:lnTo>
                    <a:pt x="210401" y="516308"/>
                  </a:lnTo>
                  <a:lnTo>
                    <a:pt x="114791" y="-66"/>
                  </a:lnTo>
                  <a:lnTo>
                    <a:pt x="76542" y="-66"/>
                  </a:lnTo>
                  <a:close/>
                </a:path>
              </a:pathLst>
            </a:custGeom>
            <a:solidFill>
              <a:srgbClr val="090814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1173D244-034C-31DE-1987-81E131C6FE88}"/>
                </a:ext>
              </a:extLst>
            </p:cNvPr>
            <p:cNvSpPr/>
            <p:nvPr/>
          </p:nvSpPr>
          <p:spPr>
            <a:xfrm>
              <a:off x="11179826" y="6315447"/>
              <a:ext cx="220820" cy="510464"/>
            </a:xfrm>
            <a:custGeom>
              <a:avLst/>
              <a:gdLst>
                <a:gd name="csX0" fmla="*/ 131399 w 220820"/>
                <a:gd name="csY0" fmla="*/ -188 h 510464"/>
                <a:gd name="csX1" fmla="*/ 10284 w 220820"/>
                <a:gd name="csY1" fmla="*/ 31684 h 510464"/>
                <a:gd name="csX2" fmla="*/ 29406 w 220820"/>
                <a:gd name="csY2" fmla="*/ 159177 h 510464"/>
                <a:gd name="csX3" fmla="*/ 67656 w 220820"/>
                <a:gd name="csY3" fmla="*/ 356791 h 510464"/>
                <a:gd name="csX4" fmla="*/ 176003 w 220820"/>
                <a:gd name="csY4" fmla="*/ 509778 h 510464"/>
                <a:gd name="csX5" fmla="*/ 195125 w 220820"/>
                <a:gd name="csY5" fmla="*/ 286641 h 510464"/>
                <a:gd name="csX6" fmla="*/ 220625 w 220820"/>
                <a:gd name="csY6" fmla="*/ 184647 h 510464"/>
                <a:gd name="csX7" fmla="*/ 182376 w 220820"/>
                <a:gd name="csY7" fmla="*/ 171897 h 510464"/>
                <a:gd name="csX8" fmla="*/ 131399 w 220820"/>
                <a:gd name="csY8" fmla="*/ -188 h 5104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20820" h="510464">
                  <a:moveTo>
                    <a:pt x="131399" y="-188"/>
                  </a:moveTo>
                  <a:cubicBezTo>
                    <a:pt x="131399" y="-188"/>
                    <a:pt x="42156" y="25312"/>
                    <a:pt x="10284" y="31684"/>
                  </a:cubicBezTo>
                  <a:cubicBezTo>
                    <a:pt x="-21588" y="38056"/>
                    <a:pt x="29406" y="159177"/>
                    <a:pt x="29406" y="159177"/>
                  </a:cubicBezTo>
                  <a:cubicBezTo>
                    <a:pt x="29406" y="159177"/>
                    <a:pt x="61278" y="324920"/>
                    <a:pt x="67656" y="356791"/>
                  </a:cubicBezTo>
                  <a:cubicBezTo>
                    <a:pt x="74034" y="388663"/>
                    <a:pt x="118655" y="497034"/>
                    <a:pt x="176003" y="509778"/>
                  </a:cubicBezTo>
                  <a:cubicBezTo>
                    <a:pt x="233352" y="522522"/>
                    <a:pt x="195125" y="286641"/>
                    <a:pt x="195125" y="286641"/>
                  </a:cubicBezTo>
                  <a:cubicBezTo>
                    <a:pt x="195125" y="286641"/>
                    <a:pt x="220625" y="210147"/>
                    <a:pt x="220625" y="184647"/>
                  </a:cubicBezTo>
                  <a:cubicBezTo>
                    <a:pt x="220625" y="159148"/>
                    <a:pt x="182376" y="171897"/>
                    <a:pt x="182376" y="171897"/>
                  </a:cubicBezTo>
                  <a:cubicBezTo>
                    <a:pt x="80400" y="159177"/>
                    <a:pt x="131399" y="-188"/>
                    <a:pt x="131399" y="-188"/>
                  </a:cubicBezTo>
                  <a:close/>
                </a:path>
              </a:pathLst>
            </a:custGeom>
            <a:solidFill>
              <a:srgbClr val="090814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F9ED7A4-7E9D-0C10-CDA3-881D954AB57D}"/>
                </a:ext>
              </a:extLst>
            </p:cNvPr>
            <p:cNvSpPr/>
            <p:nvPr/>
          </p:nvSpPr>
          <p:spPr>
            <a:xfrm>
              <a:off x="11520937" y="6652645"/>
              <a:ext cx="175791" cy="205973"/>
            </a:xfrm>
            <a:custGeom>
              <a:avLst/>
              <a:gdLst>
                <a:gd name="csX0" fmla="*/ 651 w 175791"/>
                <a:gd name="csY0" fmla="*/ 153457 h 205973"/>
                <a:gd name="csX1" fmla="*/ 96272 w 175791"/>
                <a:gd name="csY1" fmla="*/ 204456 h 205973"/>
                <a:gd name="csX2" fmla="*/ 172766 w 175791"/>
                <a:gd name="csY2" fmla="*/ 134335 h 205973"/>
                <a:gd name="csX3" fmla="*/ 147266 w 175791"/>
                <a:gd name="csY3" fmla="*/ 19592 h 205973"/>
                <a:gd name="csX4" fmla="*/ 26151 w 175791"/>
                <a:gd name="csY4" fmla="*/ 32341 h 205973"/>
                <a:gd name="csX5" fmla="*/ 651 w 175791"/>
                <a:gd name="csY5" fmla="*/ 153457 h 2059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75791" h="205973">
                  <a:moveTo>
                    <a:pt x="651" y="153457"/>
                  </a:moveTo>
                  <a:cubicBezTo>
                    <a:pt x="7023" y="191706"/>
                    <a:pt x="-5727" y="191706"/>
                    <a:pt x="96272" y="204456"/>
                  </a:cubicBezTo>
                  <a:cubicBezTo>
                    <a:pt x="198272" y="217206"/>
                    <a:pt x="172766" y="134335"/>
                    <a:pt x="172766" y="134335"/>
                  </a:cubicBezTo>
                  <a:cubicBezTo>
                    <a:pt x="168500" y="95267"/>
                    <a:pt x="159949" y="56788"/>
                    <a:pt x="147266" y="19592"/>
                  </a:cubicBezTo>
                  <a:cubicBezTo>
                    <a:pt x="128144" y="-31408"/>
                    <a:pt x="26151" y="32341"/>
                    <a:pt x="26151" y="32341"/>
                  </a:cubicBezTo>
                  <a:cubicBezTo>
                    <a:pt x="26151" y="32341"/>
                    <a:pt x="-5721" y="115213"/>
                    <a:pt x="651" y="153457"/>
                  </a:cubicBezTo>
                  <a:close/>
                </a:path>
              </a:pathLst>
            </a:custGeom>
            <a:solidFill>
              <a:srgbClr val="090814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554555DC-5752-A2C6-030D-62B947FB340E}"/>
                </a:ext>
              </a:extLst>
            </p:cNvPr>
            <p:cNvSpPr/>
            <p:nvPr/>
          </p:nvSpPr>
          <p:spPr>
            <a:xfrm>
              <a:off x="11399212" y="3879512"/>
              <a:ext cx="320451" cy="291470"/>
            </a:xfrm>
            <a:custGeom>
              <a:avLst/>
              <a:gdLst>
                <a:gd name="csX0" fmla="*/ 269160 w 320451"/>
                <a:gd name="csY0" fmla="*/ 234560 h 291470"/>
                <a:gd name="csX1" fmla="*/ 272480 w 320451"/>
                <a:gd name="csY1" fmla="*/ 291252 h 291470"/>
                <a:gd name="csX2" fmla="*/ 319989 w 320451"/>
                <a:gd name="csY2" fmla="*/ 102616 h 291470"/>
                <a:gd name="csX3" fmla="*/ 154247 w 320451"/>
                <a:gd name="csY3" fmla="*/ 447 h 291470"/>
                <a:gd name="csX4" fmla="*/ -193 w 320451"/>
                <a:gd name="csY4" fmla="*/ 85421 h 291470"/>
                <a:gd name="csX5" fmla="*/ 141503 w 320451"/>
                <a:gd name="csY5" fmla="*/ 96244 h 291470"/>
                <a:gd name="csX6" fmla="*/ 205246 w 320451"/>
                <a:gd name="csY6" fmla="*/ 191865 h 291470"/>
                <a:gd name="csX7" fmla="*/ 230746 w 320451"/>
                <a:gd name="csY7" fmla="*/ 198237 h 2914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20451" h="291470">
                  <a:moveTo>
                    <a:pt x="269160" y="234560"/>
                  </a:moveTo>
                  <a:lnTo>
                    <a:pt x="272480" y="291252"/>
                  </a:lnTo>
                  <a:cubicBezTo>
                    <a:pt x="272480" y="291252"/>
                    <a:pt x="313611" y="198237"/>
                    <a:pt x="319989" y="102616"/>
                  </a:cubicBezTo>
                  <a:cubicBezTo>
                    <a:pt x="326367" y="6994"/>
                    <a:pt x="217996" y="6824"/>
                    <a:pt x="154247" y="447"/>
                  </a:cubicBezTo>
                  <a:cubicBezTo>
                    <a:pt x="90497" y="-5931"/>
                    <a:pt x="-193" y="34415"/>
                    <a:pt x="-193" y="85421"/>
                  </a:cubicBezTo>
                  <a:cubicBezTo>
                    <a:pt x="-193" y="136426"/>
                    <a:pt x="96881" y="108988"/>
                    <a:pt x="141503" y="96244"/>
                  </a:cubicBezTo>
                  <a:cubicBezTo>
                    <a:pt x="186124" y="83500"/>
                    <a:pt x="205246" y="191865"/>
                    <a:pt x="205246" y="191865"/>
                  </a:cubicBezTo>
                  <a:lnTo>
                    <a:pt x="230746" y="198237"/>
                  </a:lnTo>
                  <a:close/>
                </a:path>
              </a:pathLst>
            </a:custGeom>
            <a:solidFill>
              <a:srgbClr val="090814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D77DA8FE-58D0-7DA2-0E99-92379F7AC6AA}"/>
                </a:ext>
              </a:extLst>
            </p:cNvPr>
            <p:cNvSpPr/>
            <p:nvPr/>
          </p:nvSpPr>
          <p:spPr>
            <a:xfrm>
              <a:off x="11458657" y="4288325"/>
              <a:ext cx="145970" cy="165736"/>
            </a:xfrm>
            <a:custGeom>
              <a:avLst/>
              <a:gdLst>
                <a:gd name="csX0" fmla="*/ 37 w 145970"/>
                <a:gd name="csY0" fmla="*/ 45076 h 165736"/>
                <a:gd name="csX1" fmla="*/ 37661 w 145970"/>
                <a:gd name="csY1" fmla="*/ -67 h 165736"/>
                <a:gd name="csX2" fmla="*/ 146008 w 145970"/>
                <a:gd name="csY2" fmla="*/ 89176 h 165736"/>
                <a:gd name="csX3" fmla="*/ 37661 w 145970"/>
                <a:gd name="csY3" fmla="*/ 165670 h 1657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5970" h="165736">
                  <a:moveTo>
                    <a:pt x="37" y="45076"/>
                  </a:moveTo>
                  <a:lnTo>
                    <a:pt x="37661" y="-67"/>
                  </a:lnTo>
                  <a:lnTo>
                    <a:pt x="146008" y="89176"/>
                  </a:lnTo>
                  <a:lnTo>
                    <a:pt x="37661" y="165670"/>
                  </a:lnTo>
                  <a:close/>
                </a:path>
              </a:pathLst>
            </a:custGeom>
            <a:solidFill>
              <a:srgbClr val="E6E6E6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7DF724D-1522-7D1A-04CE-65EB4AEA9793}"/>
                </a:ext>
              </a:extLst>
            </p:cNvPr>
            <p:cNvSpPr/>
            <p:nvPr/>
          </p:nvSpPr>
          <p:spPr>
            <a:xfrm>
              <a:off x="11604657" y="4262808"/>
              <a:ext cx="121115" cy="184858"/>
            </a:xfrm>
            <a:custGeom>
              <a:avLst/>
              <a:gdLst>
                <a:gd name="csX0" fmla="*/ 121154 w 121115"/>
                <a:gd name="csY0" fmla="*/ 57327 h 184858"/>
                <a:gd name="csX1" fmla="*/ 76533 w 121115"/>
                <a:gd name="csY1" fmla="*/ -68 h 184858"/>
                <a:gd name="csX2" fmla="*/ 39 w 121115"/>
                <a:gd name="csY2" fmla="*/ 114670 h 184858"/>
                <a:gd name="csX3" fmla="*/ 95661 w 121115"/>
                <a:gd name="csY3" fmla="*/ 184791 h 1848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1115" h="184858">
                  <a:moveTo>
                    <a:pt x="121154" y="57327"/>
                  </a:moveTo>
                  <a:lnTo>
                    <a:pt x="76533" y="-68"/>
                  </a:lnTo>
                  <a:lnTo>
                    <a:pt x="39" y="114670"/>
                  </a:lnTo>
                  <a:lnTo>
                    <a:pt x="95661" y="184791"/>
                  </a:lnTo>
                  <a:close/>
                </a:path>
              </a:pathLst>
            </a:custGeom>
            <a:solidFill>
              <a:srgbClr val="E6E6E6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D32B6736-6092-B8C7-CB6F-F15A86E47383}"/>
                </a:ext>
              </a:extLst>
            </p:cNvPr>
            <p:cNvSpPr/>
            <p:nvPr/>
          </p:nvSpPr>
          <p:spPr>
            <a:xfrm>
              <a:off x="11234957" y="4278767"/>
              <a:ext cx="761282" cy="1182557"/>
            </a:xfrm>
            <a:custGeom>
              <a:avLst/>
              <a:gdLst>
                <a:gd name="csX0" fmla="*/ 89013 w 761282"/>
                <a:gd name="csY0" fmla="*/ 512933 h 1182557"/>
                <a:gd name="csX1" fmla="*/ 114513 w 761282"/>
                <a:gd name="csY1" fmla="*/ 755170 h 1182557"/>
                <a:gd name="csX2" fmla="*/ 63520 w 761282"/>
                <a:gd name="csY2" fmla="*/ 901784 h 1182557"/>
                <a:gd name="csX3" fmla="*/ 31648 w 761282"/>
                <a:gd name="csY3" fmla="*/ 1042028 h 1182557"/>
                <a:gd name="csX4" fmla="*/ 159141 w 761282"/>
                <a:gd name="csY4" fmla="*/ 1182270 h 1182557"/>
                <a:gd name="csX5" fmla="*/ 394999 w 761282"/>
                <a:gd name="csY5" fmla="*/ 780669 h 1182557"/>
                <a:gd name="csX6" fmla="*/ 426871 w 761282"/>
                <a:gd name="csY6" fmla="*/ 920912 h 1182557"/>
                <a:gd name="csX7" fmla="*/ 656357 w 761282"/>
                <a:gd name="csY7" fmla="*/ 1175898 h 1182557"/>
                <a:gd name="csX8" fmla="*/ 751979 w 761282"/>
                <a:gd name="csY8" fmla="*/ 1067551 h 1182557"/>
                <a:gd name="csX9" fmla="*/ 662753 w 761282"/>
                <a:gd name="csY9" fmla="*/ 869913 h 1182557"/>
                <a:gd name="csX10" fmla="*/ 624503 w 761282"/>
                <a:gd name="csY10" fmla="*/ 736048 h 1182557"/>
                <a:gd name="csX11" fmla="*/ 637253 w 761282"/>
                <a:gd name="csY11" fmla="*/ 570305 h 1182557"/>
                <a:gd name="csX12" fmla="*/ 726496 w 761282"/>
                <a:gd name="csY12" fmla="*/ 136832 h 1182557"/>
                <a:gd name="csX13" fmla="*/ 461952 w 761282"/>
                <a:gd name="csY13" fmla="*/ -213 h 1182557"/>
                <a:gd name="csX14" fmla="*/ 490650 w 761282"/>
                <a:gd name="csY14" fmla="*/ 366324 h 1182557"/>
                <a:gd name="csX15" fmla="*/ 395029 w 761282"/>
                <a:gd name="csY15" fmla="*/ 653182 h 1182557"/>
                <a:gd name="csX16" fmla="*/ 251599 w 761282"/>
                <a:gd name="csY16" fmla="*/ 18909 h 1182557"/>
                <a:gd name="csX17" fmla="*/ 203792 w 761282"/>
                <a:gd name="csY17" fmla="*/ 53966 h 1182557"/>
                <a:gd name="csX18" fmla="*/ -195 w 761282"/>
                <a:gd name="csY18" fmla="*/ 136838 h 11825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761282" h="1182557">
                  <a:moveTo>
                    <a:pt x="89013" y="512933"/>
                  </a:moveTo>
                  <a:lnTo>
                    <a:pt x="114513" y="755170"/>
                  </a:lnTo>
                  <a:lnTo>
                    <a:pt x="63520" y="901784"/>
                  </a:lnTo>
                  <a:lnTo>
                    <a:pt x="31648" y="1042028"/>
                  </a:lnTo>
                  <a:cubicBezTo>
                    <a:pt x="31648" y="1042028"/>
                    <a:pt x="31648" y="1175893"/>
                    <a:pt x="159141" y="1182270"/>
                  </a:cubicBezTo>
                  <a:cubicBezTo>
                    <a:pt x="286634" y="1188648"/>
                    <a:pt x="394999" y="780669"/>
                    <a:pt x="394999" y="780669"/>
                  </a:cubicBezTo>
                  <a:cubicBezTo>
                    <a:pt x="394999" y="780669"/>
                    <a:pt x="414121" y="869913"/>
                    <a:pt x="426871" y="920912"/>
                  </a:cubicBezTo>
                  <a:cubicBezTo>
                    <a:pt x="439621" y="971912"/>
                    <a:pt x="656357" y="1175898"/>
                    <a:pt x="656357" y="1175898"/>
                  </a:cubicBezTo>
                  <a:cubicBezTo>
                    <a:pt x="656357" y="1175898"/>
                    <a:pt x="707351" y="1169521"/>
                    <a:pt x="751979" y="1067551"/>
                  </a:cubicBezTo>
                  <a:cubicBezTo>
                    <a:pt x="796606" y="965581"/>
                    <a:pt x="662753" y="869913"/>
                    <a:pt x="662753" y="869913"/>
                  </a:cubicBezTo>
                  <a:lnTo>
                    <a:pt x="624503" y="736048"/>
                  </a:lnTo>
                  <a:lnTo>
                    <a:pt x="637253" y="570305"/>
                  </a:lnTo>
                  <a:lnTo>
                    <a:pt x="726496" y="136832"/>
                  </a:lnTo>
                  <a:lnTo>
                    <a:pt x="461952" y="-213"/>
                  </a:lnTo>
                  <a:lnTo>
                    <a:pt x="490650" y="366324"/>
                  </a:lnTo>
                  <a:lnTo>
                    <a:pt x="395029" y="653182"/>
                  </a:lnTo>
                  <a:lnTo>
                    <a:pt x="251599" y="18909"/>
                  </a:lnTo>
                  <a:lnTo>
                    <a:pt x="203792" y="53966"/>
                  </a:lnTo>
                  <a:lnTo>
                    <a:pt x="-195" y="136838"/>
                  </a:lnTo>
                  <a:close/>
                </a:path>
              </a:pathLst>
            </a:custGeom>
            <a:solidFill>
              <a:srgbClr val="090814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5DFD8BC0-072A-130A-5A92-4CBA8A89CF47}"/>
              </a:ext>
            </a:extLst>
          </p:cNvPr>
          <p:cNvSpPr/>
          <p:nvPr/>
        </p:nvSpPr>
        <p:spPr>
          <a:xfrm>
            <a:off x="10892285" y="6840705"/>
            <a:ext cx="1405586" cy="17909"/>
          </a:xfrm>
          <a:custGeom>
            <a:avLst/>
            <a:gdLst>
              <a:gd name="csX0" fmla="*/ 569 w 1405586"/>
              <a:gd name="csY0" fmla="*/ 9022 h 17909"/>
              <a:gd name="csX1" fmla="*/ 3374 w 1405586"/>
              <a:gd name="csY1" fmla="*/ 17976 h 17909"/>
              <a:gd name="csX2" fmla="*/ 1403350 w 1405586"/>
              <a:gd name="csY2" fmla="*/ 17976 h 17909"/>
              <a:gd name="csX3" fmla="*/ 1406155 w 1405586"/>
              <a:gd name="csY3" fmla="*/ 9022 h 17909"/>
              <a:gd name="csX4" fmla="*/ 1403350 w 1405586"/>
              <a:gd name="csY4" fmla="*/ 67 h 17909"/>
              <a:gd name="csX5" fmla="*/ 3374 w 1405586"/>
              <a:gd name="csY5" fmla="*/ 67 h 17909"/>
              <a:gd name="csX6" fmla="*/ 569 w 1405586"/>
              <a:gd name="csY6" fmla="*/ 9022 h 179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405586" h="17909">
                <a:moveTo>
                  <a:pt x="569" y="9022"/>
                </a:moveTo>
                <a:cubicBezTo>
                  <a:pt x="569" y="13988"/>
                  <a:pt x="1822" y="17976"/>
                  <a:pt x="3374" y="17976"/>
                </a:cubicBezTo>
                <a:lnTo>
                  <a:pt x="1403350" y="17976"/>
                </a:lnTo>
                <a:cubicBezTo>
                  <a:pt x="1404908" y="17976"/>
                  <a:pt x="1406155" y="13988"/>
                  <a:pt x="1406155" y="9022"/>
                </a:cubicBezTo>
                <a:cubicBezTo>
                  <a:pt x="1406155" y="4055"/>
                  <a:pt x="1404902" y="67"/>
                  <a:pt x="1403350" y="67"/>
                </a:cubicBezTo>
                <a:lnTo>
                  <a:pt x="3374" y="67"/>
                </a:lnTo>
                <a:cubicBezTo>
                  <a:pt x="1816" y="73"/>
                  <a:pt x="569" y="4061"/>
                  <a:pt x="569" y="9022"/>
                </a:cubicBezTo>
                <a:close/>
              </a:path>
            </a:pathLst>
          </a:custGeom>
          <a:solidFill>
            <a:srgbClr val="CCCCCC"/>
          </a:solidFill>
          <a:ln w="5849" cap="flat">
            <a:noFill/>
            <a:prstDash val="solid"/>
            <a:miter/>
          </a:ln>
        </p:spPr>
        <p:txBody>
          <a:bodyPr/>
          <a:lstStyle/>
          <a:p>
            <a:endParaRPr lang="el-GR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FB33856-C6C1-9CDF-50E2-9C244E7B7FD0}"/>
              </a:ext>
            </a:extLst>
          </p:cNvPr>
          <p:cNvSpPr/>
          <p:nvPr/>
        </p:nvSpPr>
        <p:spPr>
          <a:xfrm>
            <a:off x="-342065" y="3055231"/>
            <a:ext cx="1017107" cy="1017106"/>
          </a:xfrm>
          <a:custGeom>
            <a:avLst/>
            <a:gdLst>
              <a:gd name="csX0" fmla="*/ 1017107 w 1017107"/>
              <a:gd name="csY0" fmla="*/ 508553 h 1017106"/>
              <a:gd name="csX1" fmla="*/ 508554 w 1017107"/>
              <a:gd name="csY1" fmla="*/ 1017107 h 1017106"/>
              <a:gd name="csX2" fmla="*/ 0 w 1017107"/>
              <a:gd name="csY2" fmla="*/ 508553 h 1017106"/>
              <a:gd name="csX3" fmla="*/ 508554 w 1017107"/>
              <a:gd name="csY3" fmla="*/ 0 h 1017106"/>
              <a:gd name="csX4" fmla="*/ 1017107 w 1017107"/>
              <a:gd name="csY4" fmla="*/ 508553 h 10171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17107" h="1017106">
                <a:moveTo>
                  <a:pt x="1017107" y="508553"/>
                </a:moveTo>
                <a:cubicBezTo>
                  <a:pt x="1017107" y="789420"/>
                  <a:pt x="789420" y="1017107"/>
                  <a:pt x="508554" y="1017107"/>
                </a:cubicBezTo>
                <a:cubicBezTo>
                  <a:pt x="227687" y="1017107"/>
                  <a:pt x="0" y="789420"/>
                  <a:pt x="0" y="508553"/>
                </a:cubicBezTo>
                <a:cubicBezTo>
                  <a:pt x="0" y="227687"/>
                  <a:pt x="227687" y="0"/>
                  <a:pt x="508554" y="0"/>
                </a:cubicBezTo>
                <a:cubicBezTo>
                  <a:pt x="789420" y="0"/>
                  <a:pt x="1017107" y="227687"/>
                  <a:pt x="1017107" y="508553"/>
                </a:cubicBezTo>
                <a:close/>
              </a:path>
            </a:pathLst>
          </a:custGeom>
          <a:solidFill>
            <a:srgbClr val="FF6584"/>
          </a:solidFill>
          <a:ln w="7941" cap="flat">
            <a:noFill/>
            <a:prstDash val="solid"/>
            <a:miter/>
          </a:ln>
        </p:spPr>
        <p:txBody>
          <a:bodyPr/>
          <a:lstStyle/>
          <a:p>
            <a:endParaRPr lang="el-GR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3D36D91-8BF0-28B1-98A0-E6AE668806BD}"/>
              </a:ext>
            </a:extLst>
          </p:cNvPr>
          <p:cNvGrpSpPr/>
          <p:nvPr/>
        </p:nvGrpSpPr>
        <p:grpSpPr>
          <a:xfrm>
            <a:off x="4814984" y="3582225"/>
            <a:ext cx="1405296" cy="3270343"/>
            <a:chOff x="4814984" y="3584187"/>
            <a:chExt cx="1405296" cy="3270343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4AFC70A-D47F-3EA1-7EA8-BA10146C8242}"/>
                </a:ext>
              </a:extLst>
            </p:cNvPr>
            <p:cNvSpPr/>
            <p:nvPr/>
          </p:nvSpPr>
          <p:spPr>
            <a:xfrm>
              <a:off x="4814984" y="3584187"/>
              <a:ext cx="1366896" cy="2303110"/>
            </a:xfrm>
            <a:custGeom>
              <a:avLst/>
              <a:gdLst>
                <a:gd name="csX0" fmla="*/ 559395 w 1366896"/>
                <a:gd name="csY0" fmla="*/ 2303046 h 2303110"/>
                <a:gd name="csX1" fmla="*/ 549976 w 1366896"/>
                <a:gd name="csY1" fmla="*/ 2302964 h 2303110"/>
                <a:gd name="csX2" fmla="*/ 18422 w 1366896"/>
                <a:gd name="csY2" fmla="*/ 2095196 h 2303110"/>
                <a:gd name="csX3" fmla="*/ 2365 w 1366896"/>
                <a:gd name="csY3" fmla="*/ 2080266 h 2303110"/>
                <a:gd name="csX4" fmla="*/ -95 w 1366896"/>
                <a:gd name="csY4" fmla="*/ 2077918 h 2303110"/>
                <a:gd name="csX5" fmla="*/ -95 w 1366896"/>
                <a:gd name="csY5" fmla="*/ 555021 h 2303110"/>
                <a:gd name="csX6" fmla="*/ 664 w 1366896"/>
                <a:gd name="csY6" fmla="*/ 553411 h 2303110"/>
                <a:gd name="csX7" fmla="*/ 16595 w 1366896"/>
                <a:gd name="csY7" fmla="*/ 520276 h 2303110"/>
                <a:gd name="csX8" fmla="*/ 559395 w 1366896"/>
                <a:gd name="csY8" fmla="*/ -65 h 2303110"/>
                <a:gd name="csX9" fmla="*/ 1131911 w 1366896"/>
                <a:gd name="csY9" fmla="*/ 583259 h 2303110"/>
                <a:gd name="csX10" fmla="*/ 1366802 w 1366896"/>
                <a:gd name="csY10" fmla="*/ 1496116 h 2303110"/>
                <a:gd name="csX11" fmla="*/ 568619 w 1366896"/>
                <a:gd name="csY11" fmla="*/ 2302968 h 2303110"/>
                <a:gd name="csX12" fmla="*/ 559395 w 1366896"/>
                <a:gd name="csY12" fmla="*/ 2303046 h 2303110"/>
                <a:gd name="csX13" fmla="*/ 15797 w 1366896"/>
                <a:gd name="csY13" fmla="*/ 2071105 h 2303110"/>
                <a:gd name="csX14" fmla="*/ 29092 w 1366896"/>
                <a:gd name="csY14" fmla="*/ 2083421 h 2303110"/>
                <a:gd name="csX15" fmla="*/ 550263 w 1366896"/>
                <a:gd name="csY15" fmla="*/ 2287076 h 2303110"/>
                <a:gd name="csX16" fmla="*/ 559604 w 1366896"/>
                <a:gd name="csY16" fmla="*/ 2287153 h 2303110"/>
                <a:gd name="csX17" fmla="*/ 568328 w 1366896"/>
                <a:gd name="csY17" fmla="*/ 2287080 h 2303110"/>
                <a:gd name="csX18" fmla="*/ 1350909 w 1366896"/>
                <a:gd name="csY18" fmla="*/ 1496115 h 2303110"/>
                <a:gd name="csX19" fmla="*/ 1117454 w 1366896"/>
                <a:gd name="csY19" fmla="*/ 589859 h 2303110"/>
                <a:gd name="csX20" fmla="*/ 559395 w 1366896"/>
                <a:gd name="csY20" fmla="*/ 15827 h 2303110"/>
                <a:gd name="csX21" fmla="*/ 30871 w 1366896"/>
                <a:gd name="csY21" fmla="*/ 527256 h 2303110"/>
                <a:gd name="csX22" fmla="*/ 15797 w 1366896"/>
                <a:gd name="csY22" fmla="*/ 558583 h 2303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366896" h="2303110">
                  <a:moveTo>
                    <a:pt x="559395" y="2303046"/>
                  </a:moveTo>
                  <a:cubicBezTo>
                    <a:pt x="556227" y="2303046"/>
                    <a:pt x="553144" y="2303046"/>
                    <a:pt x="549976" y="2302964"/>
                  </a:cubicBezTo>
                  <a:cubicBezTo>
                    <a:pt x="353394" y="2300791"/>
                    <a:pt x="164371" y="2226908"/>
                    <a:pt x="18422" y="2095196"/>
                  </a:cubicBezTo>
                  <a:cubicBezTo>
                    <a:pt x="13025" y="2090284"/>
                    <a:pt x="7673" y="2085307"/>
                    <a:pt x="2365" y="2080266"/>
                  </a:cubicBezTo>
                  <a:lnTo>
                    <a:pt x="-95" y="2077918"/>
                  </a:lnTo>
                  <a:lnTo>
                    <a:pt x="-95" y="555021"/>
                  </a:lnTo>
                  <a:lnTo>
                    <a:pt x="664" y="553411"/>
                  </a:lnTo>
                  <a:cubicBezTo>
                    <a:pt x="5923" y="542260"/>
                    <a:pt x="11260" y="531268"/>
                    <a:pt x="16595" y="520276"/>
                  </a:cubicBezTo>
                  <a:cubicBezTo>
                    <a:pt x="181877" y="184714"/>
                    <a:pt x="374641" y="-65"/>
                    <a:pt x="559395" y="-65"/>
                  </a:cubicBezTo>
                  <a:cubicBezTo>
                    <a:pt x="825825" y="-65"/>
                    <a:pt x="1032456" y="365408"/>
                    <a:pt x="1131911" y="583259"/>
                  </a:cubicBezTo>
                  <a:cubicBezTo>
                    <a:pt x="1270212" y="886199"/>
                    <a:pt x="1366802" y="1261576"/>
                    <a:pt x="1366802" y="1496116"/>
                  </a:cubicBezTo>
                  <a:cubicBezTo>
                    <a:pt x="1366672" y="1938300"/>
                    <a:pt x="1010776" y="2298061"/>
                    <a:pt x="568619" y="2302968"/>
                  </a:cubicBezTo>
                  <a:cubicBezTo>
                    <a:pt x="565651" y="2303046"/>
                    <a:pt x="562481" y="2303046"/>
                    <a:pt x="559395" y="2303046"/>
                  </a:cubicBezTo>
                  <a:close/>
                  <a:moveTo>
                    <a:pt x="15797" y="2071105"/>
                  </a:moveTo>
                  <a:cubicBezTo>
                    <a:pt x="20199" y="2075265"/>
                    <a:pt x="24646" y="2079370"/>
                    <a:pt x="29092" y="2083421"/>
                  </a:cubicBezTo>
                  <a:cubicBezTo>
                    <a:pt x="172195" y="2212545"/>
                    <a:pt x="357527" y="2284966"/>
                    <a:pt x="550263" y="2287076"/>
                  </a:cubicBezTo>
                  <a:cubicBezTo>
                    <a:pt x="553481" y="2287153"/>
                    <a:pt x="556525" y="2287068"/>
                    <a:pt x="559604" y="2287153"/>
                  </a:cubicBezTo>
                  <a:cubicBezTo>
                    <a:pt x="562488" y="2287153"/>
                    <a:pt x="565445" y="2287153"/>
                    <a:pt x="568328" y="2287080"/>
                  </a:cubicBezTo>
                  <a:cubicBezTo>
                    <a:pt x="999898" y="2282292"/>
                    <a:pt x="1350909" y="1927466"/>
                    <a:pt x="1350909" y="1496115"/>
                  </a:cubicBezTo>
                  <a:cubicBezTo>
                    <a:pt x="1350909" y="1263613"/>
                    <a:pt x="1254910" y="890948"/>
                    <a:pt x="1117454" y="589859"/>
                  </a:cubicBezTo>
                  <a:cubicBezTo>
                    <a:pt x="1019583" y="375476"/>
                    <a:pt x="816938" y="15827"/>
                    <a:pt x="559395" y="15827"/>
                  </a:cubicBezTo>
                  <a:cubicBezTo>
                    <a:pt x="381016" y="15827"/>
                    <a:pt x="193317" y="197456"/>
                    <a:pt x="30871" y="527256"/>
                  </a:cubicBezTo>
                  <a:cubicBezTo>
                    <a:pt x="25837" y="537627"/>
                    <a:pt x="20785" y="548037"/>
                    <a:pt x="15797" y="558583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1E9B45A-9CD1-66C3-5088-E24A0DBA361D}"/>
                </a:ext>
              </a:extLst>
            </p:cNvPr>
            <p:cNvSpPr/>
            <p:nvPr/>
          </p:nvSpPr>
          <p:spPr>
            <a:xfrm>
              <a:off x="5365293" y="4966116"/>
              <a:ext cx="18284" cy="1884635"/>
            </a:xfrm>
            <a:custGeom>
              <a:avLst/>
              <a:gdLst>
                <a:gd name="csX0" fmla="*/ 9047 w 18284"/>
                <a:gd name="csY0" fmla="*/ 1884571 h 1884635"/>
                <a:gd name="csX1" fmla="*/ -95 w 18284"/>
                <a:gd name="csY1" fmla="*/ 1875429 h 1884635"/>
                <a:gd name="csX2" fmla="*/ -95 w 18284"/>
                <a:gd name="csY2" fmla="*/ 9131 h 1884635"/>
                <a:gd name="csX3" fmla="*/ 8993 w 18284"/>
                <a:gd name="csY3" fmla="*/ -65 h 1884635"/>
                <a:gd name="csX4" fmla="*/ 18189 w 18284"/>
                <a:gd name="csY4" fmla="*/ 9024 h 1884635"/>
                <a:gd name="csX5" fmla="*/ 18189 w 18284"/>
                <a:gd name="csY5" fmla="*/ 9131 h 1884635"/>
                <a:gd name="csX6" fmla="*/ 18189 w 18284"/>
                <a:gd name="csY6" fmla="*/ 1875429 h 1884635"/>
                <a:gd name="csX7" fmla="*/ 9047 w 18284"/>
                <a:gd name="csY7" fmla="*/ 1884571 h 18846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8284" h="1884635">
                  <a:moveTo>
                    <a:pt x="9047" y="1884571"/>
                  </a:moveTo>
                  <a:cubicBezTo>
                    <a:pt x="3999" y="1884571"/>
                    <a:pt x="-95" y="1880478"/>
                    <a:pt x="-95" y="1875429"/>
                  </a:cubicBezTo>
                  <a:lnTo>
                    <a:pt x="-95" y="9131"/>
                  </a:lnTo>
                  <a:cubicBezTo>
                    <a:pt x="-124" y="4083"/>
                    <a:pt x="3944" y="-35"/>
                    <a:pt x="8993" y="-65"/>
                  </a:cubicBezTo>
                  <a:cubicBezTo>
                    <a:pt x="14042" y="-94"/>
                    <a:pt x="18160" y="3974"/>
                    <a:pt x="18189" y="9024"/>
                  </a:cubicBezTo>
                  <a:cubicBezTo>
                    <a:pt x="18189" y="9060"/>
                    <a:pt x="18189" y="9096"/>
                    <a:pt x="18189" y="9131"/>
                  </a:cubicBezTo>
                  <a:lnTo>
                    <a:pt x="18189" y="1875429"/>
                  </a:lnTo>
                  <a:cubicBezTo>
                    <a:pt x="18188" y="1880478"/>
                    <a:pt x="14096" y="1884571"/>
                    <a:pt x="9047" y="1884571"/>
                  </a:cubicBezTo>
                  <a:close/>
                </a:path>
              </a:pathLst>
            </a:custGeom>
            <a:solidFill>
              <a:srgbClr val="CCCCCC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446C65D-856A-A933-ED9B-A64FF4AB0455}"/>
                </a:ext>
              </a:extLst>
            </p:cNvPr>
            <p:cNvSpPr/>
            <p:nvPr/>
          </p:nvSpPr>
          <p:spPr>
            <a:xfrm>
              <a:off x="4905511" y="4775481"/>
              <a:ext cx="478066" cy="548520"/>
            </a:xfrm>
            <a:custGeom>
              <a:avLst/>
              <a:gdLst>
                <a:gd name="csX0" fmla="*/ 468835 w 478066"/>
                <a:gd name="csY0" fmla="*/ 548456 h 548520"/>
                <a:gd name="csX1" fmla="*/ 461922 w 478066"/>
                <a:gd name="csY1" fmla="*/ 545304 h 548520"/>
                <a:gd name="csX2" fmla="*/ 2129 w 478066"/>
                <a:gd name="csY2" fmla="*/ 15056 h 548520"/>
                <a:gd name="csX3" fmla="*/ 3072 w 478066"/>
                <a:gd name="csY3" fmla="*/ 2159 h 548520"/>
                <a:gd name="csX4" fmla="*/ 15945 w 478066"/>
                <a:gd name="csY4" fmla="*/ 3075 h 548520"/>
                <a:gd name="csX5" fmla="*/ 475738 w 478066"/>
                <a:gd name="csY5" fmla="*/ 533323 h 548520"/>
                <a:gd name="csX6" fmla="*/ 474815 w 478066"/>
                <a:gd name="csY6" fmla="*/ 546222 h 548520"/>
                <a:gd name="csX7" fmla="*/ 468835 w 478066"/>
                <a:gd name="csY7" fmla="*/ 548456 h 548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78066" h="548520">
                  <a:moveTo>
                    <a:pt x="468835" y="548456"/>
                  </a:moveTo>
                  <a:cubicBezTo>
                    <a:pt x="466182" y="548460"/>
                    <a:pt x="463659" y="547310"/>
                    <a:pt x="461922" y="545304"/>
                  </a:cubicBezTo>
                  <a:lnTo>
                    <a:pt x="2129" y="15056"/>
                  </a:lnTo>
                  <a:cubicBezTo>
                    <a:pt x="-1172" y="11234"/>
                    <a:pt x="-749" y="5460"/>
                    <a:pt x="3072" y="2159"/>
                  </a:cubicBezTo>
                  <a:cubicBezTo>
                    <a:pt x="6884" y="-1132"/>
                    <a:pt x="12637" y="-723"/>
                    <a:pt x="15945" y="3075"/>
                  </a:cubicBezTo>
                  <a:lnTo>
                    <a:pt x="475738" y="533323"/>
                  </a:lnTo>
                  <a:cubicBezTo>
                    <a:pt x="479045" y="537140"/>
                    <a:pt x="478632" y="542915"/>
                    <a:pt x="474815" y="546222"/>
                  </a:cubicBezTo>
                  <a:cubicBezTo>
                    <a:pt x="473155" y="547661"/>
                    <a:pt x="471032" y="548454"/>
                    <a:pt x="468835" y="548456"/>
                  </a:cubicBezTo>
                  <a:close/>
                </a:path>
              </a:pathLst>
            </a:custGeom>
            <a:solidFill>
              <a:srgbClr val="CCCCCC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C6C240D-70E2-FF6E-D463-035A59C16254}"/>
                </a:ext>
              </a:extLst>
            </p:cNvPr>
            <p:cNvSpPr/>
            <p:nvPr/>
          </p:nvSpPr>
          <p:spPr>
            <a:xfrm>
              <a:off x="5365295" y="5350483"/>
              <a:ext cx="279527" cy="279533"/>
            </a:xfrm>
            <a:custGeom>
              <a:avLst/>
              <a:gdLst>
                <a:gd name="csX0" fmla="*/ 9046 w 279527"/>
                <a:gd name="csY0" fmla="*/ 279468 h 279533"/>
                <a:gd name="csX1" fmla="*/ -95 w 279527"/>
                <a:gd name="csY1" fmla="*/ 270325 h 279533"/>
                <a:gd name="csX2" fmla="*/ 2582 w 279527"/>
                <a:gd name="csY2" fmla="*/ 263862 h 279533"/>
                <a:gd name="csX3" fmla="*/ 263845 w 279527"/>
                <a:gd name="csY3" fmla="*/ 2595 h 279533"/>
                <a:gd name="csX4" fmla="*/ 276773 w 279527"/>
                <a:gd name="csY4" fmla="*/ 2631 h 279533"/>
                <a:gd name="csX5" fmla="*/ 276773 w 279527"/>
                <a:gd name="csY5" fmla="*/ 15522 h 279533"/>
                <a:gd name="csX6" fmla="*/ 15510 w 279527"/>
                <a:gd name="csY6" fmla="*/ 276790 h 279533"/>
                <a:gd name="csX7" fmla="*/ 9046 w 279527"/>
                <a:gd name="csY7" fmla="*/ 279468 h 2795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79527" h="279533">
                  <a:moveTo>
                    <a:pt x="9046" y="279468"/>
                  </a:moveTo>
                  <a:cubicBezTo>
                    <a:pt x="3997" y="279468"/>
                    <a:pt x="-95" y="275374"/>
                    <a:pt x="-95" y="270325"/>
                  </a:cubicBezTo>
                  <a:cubicBezTo>
                    <a:pt x="-95" y="267901"/>
                    <a:pt x="868" y="265576"/>
                    <a:pt x="2582" y="263862"/>
                  </a:cubicBezTo>
                  <a:lnTo>
                    <a:pt x="263845" y="2595"/>
                  </a:lnTo>
                  <a:cubicBezTo>
                    <a:pt x="267425" y="-965"/>
                    <a:pt x="273213" y="-949"/>
                    <a:pt x="276773" y="2631"/>
                  </a:cubicBezTo>
                  <a:cubicBezTo>
                    <a:pt x="280319" y="6196"/>
                    <a:pt x="280319" y="11957"/>
                    <a:pt x="276773" y="15522"/>
                  </a:cubicBezTo>
                  <a:lnTo>
                    <a:pt x="15510" y="276790"/>
                  </a:lnTo>
                  <a:cubicBezTo>
                    <a:pt x="13798" y="278508"/>
                    <a:pt x="11471" y="279472"/>
                    <a:pt x="9046" y="279468"/>
                  </a:cubicBezTo>
                  <a:close/>
                </a:path>
              </a:pathLst>
            </a:custGeom>
            <a:solidFill>
              <a:srgbClr val="CCCCCC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A892159-C0F9-21C2-2D46-B50DB719ED11}"/>
                </a:ext>
              </a:extLst>
            </p:cNvPr>
            <p:cNvSpPr/>
            <p:nvPr/>
          </p:nvSpPr>
          <p:spPr>
            <a:xfrm>
              <a:off x="5536870" y="6504715"/>
              <a:ext cx="683410" cy="349815"/>
            </a:xfrm>
            <a:custGeom>
              <a:avLst/>
              <a:gdLst>
                <a:gd name="csX0" fmla="*/ 683315 w 683410"/>
                <a:gd name="csY0" fmla="*/ 349751 h 349815"/>
                <a:gd name="csX1" fmla="*/ -95 w 683410"/>
                <a:gd name="csY1" fmla="*/ 349751 h 349815"/>
                <a:gd name="csX2" fmla="*/ -95 w 683410"/>
                <a:gd name="csY2" fmla="*/ 341805 h 349815"/>
                <a:gd name="csX3" fmla="*/ 341445 w 683410"/>
                <a:gd name="csY3" fmla="*/ -65 h 349815"/>
                <a:gd name="csX4" fmla="*/ 683315 w 683410"/>
                <a:gd name="csY4" fmla="*/ 341475 h 349815"/>
                <a:gd name="csX5" fmla="*/ 683315 w 683410"/>
                <a:gd name="csY5" fmla="*/ 341805 h 349815"/>
                <a:gd name="csX6" fmla="*/ 15893 w 683410"/>
                <a:gd name="csY6" fmla="*/ 333859 h 349815"/>
                <a:gd name="csX7" fmla="*/ 667327 w 683410"/>
                <a:gd name="csY7" fmla="*/ 333859 h 349815"/>
                <a:gd name="csX8" fmla="*/ 333664 w 683410"/>
                <a:gd name="csY8" fmla="*/ 16087 h 349815"/>
                <a:gd name="csX9" fmla="*/ 15892 w 683410"/>
                <a:gd name="csY9" fmla="*/ 333859 h 3498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683410" h="349815">
                  <a:moveTo>
                    <a:pt x="683315" y="349751"/>
                  </a:moveTo>
                  <a:lnTo>
                    <a:pt x="-95" y="349751"/>
                  </a:lnTo>
                  <a:lnTo>
                    <a:pt x="-95" y="341805"/>
                  </a:lnTo>
                  <a:cubicBezTo>
                    <a:pt x="-186" y="153087"/>
                    <a:pt x="152727" y="27"/>
                    <a:pt x="341445" y="-65"/>
                  </a:cubicBezTo>
                  <a:cubicBezTo>
                    <a:pt x="530163" y="-156"/>
                    <a:pt x="683223" y="152757"/>
                    <a:pt x="683315" y="341475"/>
                  </a:cubicBezTo>
                  <a:cubicBezTo>
                    <a:pt x="683315" y="341585"/>
                    <a:pt x="683315" y="341695"/>
                    <a:pt x="683315" y="341805"/>
                  </a:cubicBezTo>
                  <a:close/>
                  <a:moveTo>
                    <a:pt x="15893" y="333859"/>
                  </a:moveTo>
                  <a:lnTo>
                    <a:pt x="667327" y="333859"/>
                  </a:lnTo>
                  <a:cubicBezTo>
                    <a:pt x="662939" y="153970"/>
                    <a:pt x="513553" y="11699"/>
                    <a:pt x="333664" y="16087"/>
                  </a:cubicBezTo>
                  <a:cubicBezTo>
                    <a:pt x="159949" y="20325"/>
                    <a:pt x="20130" y="160144"/>
                    <a:pt x="15892" y="333859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832B3FB-5036-CAE6-95B8-CAAD1370A667}"/>
                </a:ext>
              </a:extLst>
            </p:cNvPr>
            <p:cNvSpPr/>
            <p:nvPr/>
          </p:nvSpPr>
          <p:spPr>
            <a:xfrm>
              <a:off x="5761290" y="6652643"/>
              <a:ext cx="126303" cy="193967"/>
            </a:xfrm>
            <a:custGeom>
              <a:avLst/>
              <a:gdLst>
                <a:gd name="csX0" fmla="*/ 117188 w 126303"/>
                <a:gd name="csY0" fmla="*/ -65 h 193967"/>
                <a:gd name="csX1" fmla="*/ 108167 w 126303"/>
                <a:gd name="csY1" fmla="*/ 8956 h 193967"/>
                <a:gd name="csX2" fmla="*/ 108167 w 126303"/>
                <a:gd name="csY2" fmla="*/ 104782 h 193967"/>
                <a:gd name="csX3" fmla="*/ 14819 w 126303"/>
                <a:gd name="csY3" fmla="*/ 24662 h 193967"/>
                <a:gd name="csX4" fmla="*/ 2096 w 126303"/>
                <a:gd name="csY4" fmla="*/ 25600 h 193967"/>
                <a:gd name="csX5" fmla="*/ 3033 w 126303"/>
                <a:gd name="csY5" fmla="*/ 38323 h 193967"/>
                <a:gd name="csX6" fmla="*/ 3067 w 126303"/>
                <a:gd name="csY6" fmla="*/ 38352 h 193967"/>
                <a:gd name="csX7" fmla="*/ 108167 w 126303"/>
                <a:gd name="csY7" fmla="*/ 128558 h 193967"/>
                <a:gd name="csX8" fmla="*/ 108167 w 126303"/>
                <a:gd name="csY8" fmla="*/ 184855 h 193967"/>
                <a:gd name="csX9" fmla="*/ 117161 w 126303"/>
                <a:gd name="csY9" fmla="*/ 193903 h 193967"/>
                <a:gd name="csX10" fmla="*/ 126209 w 126303"/>
                <a:gd name="csY10" fmla="*/ 184909 h 193967"/>
                <a:gd name="csX11" fmla="*/ 126209 w 126303"/>
                <a:gd name="csY11" fmla="*/ 184855 h 193967"/>
                <a:gd name="csX12" fmla="*/ 126209 w 126303"/>
                <a:gd name="csY12" fmla="*/ 8956 h 193967"/>
                <a:gd name="csX13" fmla="*/ 117188 w 126303"/>
                <a:gd name="csY13" fmla="*/ -65 h 1939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26303" h="193967">
                  <a:moveTo>
                    <a:pt x="117188" y="-65"/>
                  </a:moveTo>
                  <a:cubicBezTo>
                    <a:pt x="112206" y="-65"/>
                    <a:pt x="108168" y="3974"/>
                    <a:pt x="108167" y="8956"/>
                  </a:cubicBezTo>
                  <a:lnTo>
                    <a:pt x="108167" y="104782"/>
                  </a:lnTo>
                  <a:lnTo>
                    <a:pt x="14819" y="24662"/>
                  </a:lnTo>
                  <a:cubicBezTo>
                    <a:pt x="11047" y="21407"/>
                    <a:pt x="5351" y="21827"/>
                    <a:pt x="2096" y="25600"/>
                  </a:cubicBezTo>
                  <a:cubicBezTo>
                    <a:pt x="-1159" y="29372"/>
                    <a:pt x="-739" y="35068"/>
                    <a:pt x="3033" y="38323"/>
                  </a:cubicBezTo>
                  <a:cubicBezTo>
                    <a:pt x="3045" y="38333"/>
                    <a:pt x="3056" y="38342"/>
                    <a:pt x="3067" y="38352"/>
                  </a:cubicBezTo>
                  <a:lnTo>
                    <a:pt x="108167" y="128558"/>
                  </a:lnTo>
                  <a:lnTo>
                    <a:pt x="108167" y="184855"/>
                  </a:lnTo>
                  <a:cubicBezTo>
                    <a:pt x="108153" y="189838"/>
                    <a:pt x="112179" y="193888"/>
                    <a:pt x="117161" y="193903"/>
                  </a:cubicBezTo>
                  <a:cubicBezTo>
                    <a:pt x="122144" y="193918"/>
                    <a:pt x="126194" y="189891"/>
                    <a:pt x="126209" y="184909"/>
                  </a:cubicBezTo>
                  <a:cubicBezTo>
                    <a:pt x="126209" y="184891"/>
                    <a:pt x="126209" y="184873"/>
                    <a:pt x="126209" y="184855"/>
                  </a:cubicBezTo>
                  <a:lnTo>
                    <a:pt x="126209" y="8956"/>
                  </a:lnTo>
                  <a:cubicBezTo>
                    <a:pt x="126208" y="3974"/>
                    <a:pt x="122170" y="-65"/>
                    <a:pt x="117188" y="-65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97E6776-3D3F-1F74-3C2B-A0E173D752F4}"/>
              </a:ext>
            </a:extLst>
          </p:cNvPr>
          <p:cNvGrpSpPr/>
          <p:nvPr/>
        </p:nvGrpSpPr>
        <p:grpSpPr>
          <a:xfrm>
            <a:off x="-192303" y="3582556"/>
            <a:ext cx="1177244" cy="3270343"/>
            <a:chOff x="-192303" y="3584187"/>
            <a:chExt cx="1177244" cy="3270343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6BFF7DB-6EC1-7F49-7CAF-C3C6C6FC75FA}"/>
                </a:ext>
              </a:extLst>
            </p:cNvPr>
            <p:cNvSpPr/>
            <p:nvPr/>
          </p:nvSpPr>
          <p:spPr>
            <a:xfrm>
              <a:off x="621443" y="4966116"/>
              <a:ext cx="18284" cy="1884635"/>
            </a:xfrm>
            <a:custGeom>
              <a:avLst/>
              <a:gdLst>
                <a:gd name="csX0" fmla="*/ 9047 w 18284"/>
                <a:gd name="csY0" fmla="*/ 1884571 h 1884635"/>
                <a:gd name="csX1" fmla="*/ -95 w 18284"/>
                <a:gd name="csY1" fmla="*/ 1875429 h 1884635"/>
                <a:gd name="csX2" fmla="*/ -95 w 18284"/>
                <a:gd name="csY2" fmla="*/ 9131 h 1884635"/>
                <a:gd name="csX3" fmla="*/ 8993 w 18284"/>
                <a:gd name="csY3" fmla="*/ -65 h 1884635"/>
                <a:gd name="csX4" fmla="*/ 18189 w 18284"/>
                <a:gd name="csY4" fmla="*/ 9024 h 1884635"/>
                <a:gd name="csX5" fmla="*/ 18189 w 18284"/>
                <a:gd name="csY5" fmla="*/ 9131 h 1884635"/>
                <a:gd name="csX6" fmla="*/ 18189 w 18284"/>
                <a:gd name="csY6" fmla="*/ 1875429 h 1884635"/>
                <a:gd name="csX7" fmla="*/ 9047 w 18284"/>
                <a:gd name="csY7" fmla="*/ 1884571 h 18846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8284" h="1884635">
                  <a:moveTo>
                    <a:pt x="9047" y="1884571"/>
                  </a:moveTo>
                  <a:cubicBezTo>
                    <a:pt x="3998" y="1884571"/>
                    <a:pt x="-95" y="1880478"/>
                    <a:pt x="-95" y="1875429"/>
                  </a:cubicBezTo>
                  <a:lnTo>
                    <a:pt x="-95" y="9131"/>
                  </a:lnTo>
                  <a:cubicBezTo>
                    <a:pt x="-125" y="4083"/>
                    <a:pt x="3944" y="-35"/>
                    <a:pt x="8993" y="-65"/>
                  </a:cubicBezTo>
                  <a:cubicBezTo>
                    <a:pt x="14042" y="-94"/>
                    <a:pt x="18159" y="3974"/>
                    <a:pt x="18189" y="9024"/>
                  </a:cubicBezTo>
                  <a:cubicBezTo>
                    <a:pt x="18189" y="9060"/>
                    <a:pt x="18189" y="9096"/>
                    <a:pt x="18189" y="9131"/>
                  </a:cubicBezTo>
                  <a:lnTo>
                    <a:pt x="18189" y="1875429"/>
                  </a:lnTo>
                  <a:cubicBezTo>
                    <a:pt x="18189" y="1880478"/>
                    <a:pt x="14096" y="1884571"/>
                    <a:pt x="9047" y="1884571"/>
                  </a:cubicBezTo>
                  <a:close/>
                </a:path>
              </a:pathLst>
            </a:custGeom>
            <a:solidFill>
              <a:srgbClr val="CCCCCC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A72316F-FF86-D81A-BC0A-3FDB0B47711E}"/>
                </a:ext>
              </a:extLst>
            </p:cNvPr>
            <p:cNvSpPr/>
            <p:nvPr/>
          </p:nvSpPr>
          <p:spPr>
            <a:xfrm>
              <a:off x="-192303" y="6504715"/>
              <a:ext cx="683409" cy="349815"/>
            </a:xfrm>
            <a:custGeom>
              <a:avLst/>
              <a:gdLst>
                <a:gd name="csX0" fmla="*/ 683315 w 683409"/>
                <a:gd name="csY0" fmla="*/ 349751 h 349815"/>
                <a:gd name="csX1" fmla="*/ -95 w 683409"/>
                <a:gd name="csY1" fmla="*/ 349751 h 349815"/>
                <a:gd name="csX2" fmla="*/ -95 w 683409"/>
                <a:gd name="csY2" fmla="*/ 341805 h 349815"/>
                <a:gd name="csX3" fmla="*/ 341445 w 683409"/>
                <a:gd name="csY3" fmla="*/ -65 h 349815"/>
                <a:gd name="csX4" fmla="*/ 683315 w 683409"/>
                <a:gd name="csY4" fmla="*/ 341475 h 349815"/>
                <a:gd name="csX5" fmla="*/ 683315 w 683409"/>
                <a:gd name="csY5" fmla="*/ 341805 h 349815"/>
                <a:gd name="csX6" fmla="*/ 15893 w 683409"/>
                <a:gd name="csY6" fmla="*/ 333859 h 349815"/>
                <a:gd name="csX7" fmla="*/ 667327 w 683409"/>
                <a:gd name="csY7" fmla="*/ 333859 h 349815"/>
                <a:gd name="csX8" fmla="*/ 333664 w 683409"/>
                <a:gd name="csY8" fmla="*/ 16087 h 349815"/>
                <a:gd name="csX9" fmla="*/ 15893 w 683409"/>
                <a:gd name="csY9" fmla="*/ 333859 h 3498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683409" h="349815">
                  <a:moveTo>
                    <a:pt x="683315" y="349751"/>
                  </a:moveTo>
                  <a:lnTo>
                    <a:pt x="-95" y="349751"/>
                  </a:lnTo>
                  <a:lnTo>
                    <a:pt x="-95" y="341805"/>
                  </a:lnTo>
                  <a:cubicBezTo>
                    <a:pt x="-186" y="153087"/>
                    <a:pt x="152727" y="27"/>
                    <a:pt x="341445" y="-65"/>
                  </a:cubicBezTo>
                  <a:cubicBezTo>
                    <a:pt x="530163" y="-156"/>
                    <a:pt x="683224" y="152757"/>
                    <a:pt x="683315" y="341475"/>
                  </a:cubicBezTo>
                  <a:cubicBezTo>
                    <a:pt x="683315" y="341585"/>
                    <a:pt x="683315" y="341695"/>
                    <a:pt x="683315" y="341805"/>
                  </a:cubicBezTo>
                  <a:close/>
                  <a:moveTo>
                    <a:pt x="15893" y="333859"/>
                  </a:moveTo>
                  <a:lnTo>
                    <a:pt x="667327" y="333859"/>
                  </a:lnTo>
                  <a:cubicBezTo>
                    <a:pt x="662939" y="153970"/>
                    <a:pt x="513553" y="11699"/>
                    <a:pt x="333664" y="16087"/>
                  </a:cubicBezTo>
                  <a:cubicBezTo>
                    <a:pt x="159949" y="20325"/>
                    <a:pt x="20130" y="160144"/>
                    <a:pt x="15893" y="333859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49E5FF2-0313-F73F-66BC-3CADA3EB469F}"/>
                </a:ext>
              </a:extLst>
            </p:cNvPr>
            <p:cNvSpPr/>
            <p:nvPr/>
          </p:nvSpPr>
          <p:spPr>
            <a:xfrm>
              <a:off x="32117" y="6652643"/>
              <a:ext cx="126303" cy="193967"/>
            </a:xfrm>
            <a:custGeom>
              <a:avLst/>
              <a:gdLst>
                <a:gd name="csX0" fmla="*/ 117188 w 126303"/>
                <a:gd name="csY0" fmla="*/ -65 h 193967"/>
                <a:gd name="csX1" fmla="*/ 108167 w 126303"/>
                <a:gd name="csY1" fmla="*/ 8956 h 193967"/>
                <a:gd name="csX2" fmla="*/ 108167 w 126303"/>
                <a:gd name="csY2" fmla="*/ 104782 h 193967"/>
                <a:gd name="csX3" fmla="*/ 14819 w 126303"/>
                <a:gd name="csY3" fmla="*/ 24662 h 193967"/>
                <a:gd name="csX4" fmla="*/ 2096 w 126303"/>
                <a:gd name="csY4" fmla="*/ 25600 h 193967"/>
                <a:gd name="csX5" fmla="*/ 3033 w 126303"/>
                <a:gd name="csY5" fmla="*/ 38323 h 193967"/>
                <a:gd name="csX6" fmla="*/ 3067 w 126303"/>
                <a:gd name="csY6" fmla="*/ 38352 h 193967"/>
                <a:gd name="csX7" fmla="*/ 108167 w 126303"/>
                <a:gd name="csY7" fmla="*/ 128558 h 193967"/>
                <a:gd name="csX8" fmla="*/ 108167 w 126303"/>
                <a:gd name="csY8" fmla="*/ 184855 h 193967"/>
                <a:gd name="csX9" fmla="*/ 117161 w 126303"/>
                <a:gd name="csY9" fmla="*/ 193903 h 193967"/>
                <a:gd name="csX10" fmla="*/ 126209 w 126303"/>
                <a:gd name="csY10" fmla="*/ 184909 h 193967"/>
                <a:gd name="csX11" fmla="*/ 126209 w 126303"/>
                <a:gd name="csY11" fmla="*/ 184855 h 193967"/>
                <a:gd name="csX12" fmla="*/ 126209 w 126303"/>
                <a:gd name="csY12" fmla="*/ 8956 h 193967"/>
                <a:gd name="csX13" fmla="*/ 117188 w 126303"/>
                <a:gd name="csY13" fmla="*/ -65 h 1939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26303" h="193967">
                  <a:moveTo>
                    <a:pt x="117188" y="-65"/>
                  </a:moveTo>
                  <a:cubicBezTo>
                    <a:pt x="112206" y="-65"/>
                    <a:pt x="108167" y="3974"/>
                    <a:pt x="108167" y="8956"/>
                  </a:cubicBezTo>
                  <a:lnTo>
                    <a:pt x="108167" y="104782"/>
                  </a:lnTo>
                  <a:lnTo>
                    <a:pt x="14819" y="24662"/>
                  </a:lnTo>
                  <a:cubicBezTo>
                    <a:pt x="11047" y="21407"/>
                    <a:pt x="5350" y="21827"/>
                    <a:pt x="2096" y="25600"/>
                  </a:cubicBezTo>
                  <a:cubicBezTo>
                    <a:pt x="-1159" y="29372"/>
                    <a:pt x="-739" y="35068"/>
                    <a:pt x="3033" y="38323"/>
                  </a:cubicBezTo>
                  <a:cubicBezTo>
                    <a:pt x="3045" y="38333"/>
                    <a:pt x="3056" y="38342"/>
                    <a:pt x="3067" y="38352"/>
                  </a:cubicBezTo>
                  <a:lnTo>
                    <a:pt x="108167" y="128558"/>
                  </a:lnTo>
                  <a:lnTo>
                    <a:pt x="108167" y="184855"/>
                  </a:lnTo>
                  <a:cubicBezTo>
                    <a:pt x="108152" y="189838"/>
                    <a:pt x="112179" y="193888"/>
                    <a:pt x="117161" y="193903"/>
                  </a:cubicBezTo>
                  <a:cubicBezTo>
                    <a:pt x="122143" y="193918"/>
                    <a:pt x="126194" y="189891"/>
                    <a:pt x="126209" y="184909"/>
                  </a:cubicBezTo>
                  <a:cubicBezTo>
                    <a:pt x="126209" y="184891"/>
                    <a:pt x="126209" y="184873"/>
                    <a:pt x="126209" y="184855"/>
                  </a:cubicBezTo>
                  <a:lnTo>
                    <a:pt x="126209" y="8956"/>
                  </a:lnTo>
                  <a:cubicBezTo>
                    <a:pt x="126208" y="3974"/>
                    <a:pt x="122170" y="-65"/>
                    <a:pt x="117188" y="-65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AAD1489-2018-A04C-1ACB-86D4D36C0E16}"/>
                </a:ext>
              </a:extLst>
            </p:cNvPr>
            <p:cNvSpPr/>
            <p:nvPr/>
          </p:nvSpPr>
          <p:spPr>
            <a:xfrm>
              <a:off x="-168918" y="3584187"/>
              <a:ext cx="1153859" cy="2303110"/>
            </a:xfrm>
            <a:custGeom>
              <a:avLst/>
              <a:gdLst>
                <a:gd name="csX0" fmla="*/ 807394 w 1153859"/>
                <a:gd name="csY0" fmla="*/ 2303046 h 2303110"/>
                <a:gd name="csX1" fmla="*/ 797976 w 1153859"/>
                <a:gd name="csY1" fmla="*/ 2302964 h 2303110"/>
                <a:gd name="csX2" fmla="*/ -95 w 1153859"/>
                <a:gd name="csY2" fmla="*/ 1496116 h 2303110"/>
                <a:gd name="csX3" fmla="*/ 234805 w 1153859"/>
                <a:gd name="csY3" fmla="*/ 583259 h 2303110"/>
                <a:gd name="csX4" fmla="*/ 807394 w 1153859"/>
                <a:gd name="csY4" fmla="*/ -65 h 2303110"/>
                <a:gd name="csX5" fmla="*/ 1135900 w 1153859"/>
                <a:gd name="csY5" fmla="*/ 185882 h 2303110"/>
                <a:gd name="csX6" fmla="*/ 1151947 w 1153859"/>
                <a:gd name="csY6" fmla="*/ 204653 h 2303110"/>
                <a:gd name="csX7" fmla="*/ 1153765 w 1153859"/>
                <a:gd name="csY7" fmla="*/ 206857 h 2303110"/>
                <a:gd name="csX8" fmla="*/ 1153765 w 1153859"/>
                <a:gd name="csY8" fmla="*/ 2225070 h 2303110"/>
                <a:gd name="csX9" fmla="*/ 1149283 w 1153859"/>
                <a:gd name="csY9" fmla="*/ 2227239 h 2303110"/>
                <a:gd name="csX10" fmla="*/ 1133083 w 1153859"/>
                <a:gd name="csY10" fmla="*/ 2234611 h 2303110"/>
                <a:gd name="csX11" fmla="*/ 816616 w 1153859"/>
                <a:gd name="csY11" fmla="*/ 2302968 h 2303110"/>
                <a:gd name="csX12" fmla="*/ 807394 w 1153859"/>
                <a:gd name="csY12" fmla="*/ 2303046 h 2303110"/>
                <a:gd name="csX13" fmla="*/ 807394 w 1153859"/>
                <a:gd name="csY13" fmla="*/ 15828 h 2303110"/>
                <a:gd name="csX14" fmla="*/ 249262 w 1153859"/>
                <a:gd name="csY14" fmla="*/ 589859 h 2303110"/>
                <a:gd name="csX15" fmla="*/ 15797 w 1153859"/>
                <a:gd name="csY15" fmla="*/ 1496116 h 2303110"/>
                <a:gd name="csX16" fmla="*/ 798264 w 1153859"/>
                <a:gd name="csY16" fmla="*/ 2287075 h 2303110"/>
                <a:gd name="csX17" fmla="*/ 807603 w 1153859"/>
                <a:gd name="csY17" fmla="*/ 2287153 h 2303110"/>
                <a:gd name="csX18" fmla="*/ 816327 w 1153859"/>
                <a:gd name="csY18" fmla="*/ 2287079 h 2303110"/>
                <a:gd name="csX19" fmla="*/ 1126714 w 1153859"/>
                <a:gd name="csY19" fmla="*/ 2220053 h 2303110"/>
                <a:gd name="csX20" fmla="*/ 1137872 w 1153859"/>
                <a:gd name="csY20" fmla="*/ 2215063 h 2303110"/>
                <a:gd name="csX21" fmla="*/ 1137872 w 1153859"/>
                <a:gd name="csY21" fmla="*/ 212580 h 2303110"/>
                <a:gd name="csX22" fmla="*/ 1123967 w 1153859"/>
                <a:gd name="csY22" fmla="*/ 196374 h 2303110"/>
                <a:gd name="csX23" fmla="*/ 807394 w 1153859"/>
                <a:gd name="csY23" fmla="*/ 15828 h 2303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153859" h="2303110">
                  <a:moveTo>
                    <a:pt x="807394" y="2303046"/>
                  </a:moveTo>
                  <a:cubicBezTo>
                    <a:pt x="804227" y="2303046"/>
                    <a:pt x="801143" y="2303046"/>
                    <a:pt x="797976" y="2302964"/>
                  </a:cubicBezTo>
                  <a:cubicBezTo>
                    <a:pt x="355874" y="2297974"/>
                    <a:pt x="59" y="1938246"/>
                    <a:pt x="-95" y="1496116"/>
                  </a:cubicBezTo>
                  <a:cubicBezTo>
                    <a:pt x="-95" y="1261569"/>
                    <a:pt x="96499" y="886191"/>
                    <a:pt x="234805" y="583259"/>
                  </a:cubicBezTo>
                  <a:cubicBezTo>
                    <a:pt x="334268" y="365408"/>
                    <a:pt x="540916" y="-65"/>
                    <a:pt x="807394" y="-65"/>
                  </a:cubicBezTo>
                  <a:cubicBezTo>
                    <a:pt x="917155" y="-65"/>
                    <a:pt x="1027680" y="62496"/>
                    <a:pt x="1135900" y="185882"/>
                  </a:cubicBezTo>
                  <a:cubicBezTo>
                    <a:pt x="1141267" y="191966"/>
                    <a:pt x="1146645" y="198232"/>
                    <a:pt x="1151947" y="204653"/>
                  </a:cubicBezTo>
                  <a:lnTo>
                    <a:pt x="1153765" y="206857"/>
                  </a:lnTo>
                  <a:lnTo>
                    <a:pt x="1153765" y="2225070"/>
                  </a:lnTo>
                  <a:lnTo>
                    <a:pt x="1149283" y="2227239"/>
                  </a:lnTo>
                  <a:cubicBezTo>
                    <a:pt x="1143935" y="2229831"/>
                    <a:pt x="1138509" y="2232264"/>
                    <a:pt x="1133083" y="2234611"/>
                  </a:cubicBezTo>
                  <a:cubicBezTo>
                    <a:pt x="1033360" y="2278743"/>
                    <a:pt x="925663" y="2302005"/>
                    <a:pt x="816616" y="2302968"/>
                  </a:cubicBezTo>
                  <a:cubicBezTo>
                    <a:pt x="813649" y="2303046"/>
                    <a:pt x="810479" y="2303046"/>
                    <a:pt x="807394" y="2303046"/>
                  </a:cubicBezTo>
                  <a:close/>
                  <a:moveTo>
                    <a:pt x="807394" y="15828"/>
                  </a:moveTo>
                  <a:cubicBezTo>
                    <a:pt x="549803" y="15828"/>
                    <a:pt x="347141" y="375476"/>
                    <a:pt x="249262" y="589859"/>
                  </a:cubicBezTo>
                  <a:cubicBezTo>
                    <a:pt x="111801" y="890940"/>
                    <a:pt x="15797" y="1263606"/>
                    <a:pt x="15797" y="1496116"/>
                  </a:cubicBezTo>
                  <a:cubicBezTo>
                    <a:pt x="15797" y="1927392"/>
                    <a:pt x="366811" y="2282214"/>
                    <a:pt x="798264" y="2287075"/>
                  </a:cubicBezTo>
                  <a:cubicBezTo>
                    <a:pt x="801479" y="2287157"/>
                    <a:pt x="804478" y="2287180"/>
                    <a:pt x="807603" y="2287153"/>
                  </a:cubicBezTo>
                  <a:cubicBezTo>
                    <a:pt x="810487" y="2287153"/>
                    <a:pt x="813445" y="2287153"/>
                    <a:pt x="816327" y="2287079"/>
                  </a:cubicBezTo>
                  <a:cubicBezTo>
                    <a:pt x="923278" y="2286145"/>
                    <a:pt x="1028907" y="2263335"/>
                    <a:pt x="1126714" y="2220053"/>
                  </a:cubicBezTo>
                  <a:cubicBezTo>
                    <a:pt x="1130464" y="2218427"/>
                    <a:pt x="1134186" y="2216778"/>
                    <a:pt x="1137872" y="2215063"/>
                  </a:cubicBezTo>
                  <a:lnTo>
                    <a:pt x="1137872" y="212580"/>
                  </a:lnTo>
                  <a:cubicBezTo>
                    <a:pt x="1133272" y="207055"/>
                    <a:pt x="1128619" y="201654"/>
                    <a:pt x="1123967" y="196374"/>
                  </a:cubicBezTo>
                  <a:cubicBezTo>
                    <a:pt x="1018882" y="76568"/>
                    <a:pt x="912376" y="15828"/>
                    <a:pt x="807394" y="15828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A668D49-3798-EBC6-EF66-AE47717C49D1}"/>
                </a:ext>
              </a:extLst>
            </p:cNvPr>
            <p:cNvSpPr/>
            <p:nvPr/>
          </p:nvSpPr>
          <p:spPr>
            <a:xfrm>
              <a:off x="169607" y="4775481"/>
              <a:ext cx="478066" cy="548520"/>
            </a:xfrm>
            <a:custGeom>
              <a:avLst/>
              <a:gdLst>
                <a:gd name="csX0" fmla="*/ 468835 w 478066"/>
                <a:gd name="csY0" fmla="*/ 548456 h 548520"/>
                <a:gd name="csX1" fmla="*/ 461922 w 478066"/>
                <a:gd name="csY1" fmla="*/ 545304 h 548520"/>
                <a:gd name="csX2" fmla="*/ 2129 w 478066"/>
                <a:gd name="csY2" fmla="*/ 15056 h 548520"/>
                <a:gd name="csX3" fmla="*/ 3073 w 478066"/>
                <a:gd name="csY3" fmla="*/ 2159 h 548520"/>
                <a:gd name="csX4" fmla="*/ 15945 w 478066"/>
                <a:gd name="csY4" fmla="*/ 3075 h 548520"/>
                <a:gd name="csX5" fmla="*/ 475738 w 478066"/>
                <a:gd name="csY5" fmla="*/ 533323 h 548520"/>
                <a:gd name="csX6" fmla="*/ 474815 w 478066"/>
                <a:gd name="csY6" fmla="*/ 546222 h 548520"/>
                <a:gd name="csX7" fmla="*/ 468835 w 478066"/>
                <a:gd name="csY7" fmla="*/ 548456 h 548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78066" h="548520">
                  <a:moveTo>
                    <a:pt x="468835" y="548456"/>
                  </a:moveTo>
                  <a:cubicBezTo>
                    <a:pt x="466182" y="548460"/>
                    <a:pt x="463658" y="547310"/>
                    <a:pt x="461922" y="545304"/>
                  </a:cubicBezTo>
                  <a:lnTo>
                    <a:pt x="2129" y="15056"/>
                  </a:lnTo>
                  <a:cubicBezTo>
                    <a:pt x="-1172" y="11234"/>
                    <a:pt x="-749" y="5460"/>
                    <a:pt x="3073" y="2159"/>
                  </a:cubicBezTo>
                  <a:cubicBezTo>
                    <a:pt x="6883" y="-1132"/>
                    <a:pt x="12638" y="-723"/>
                    <a:pt x="15945" y="3075"/>
                  </a:cubicBezTo>
                  <a:lnTo>
                    <a:pt x="475738" y="533323"/>
                  </a:lnTo>
                  <a:cubicBezTo>
                    <a:pt x="479045" y="537140"/>
                    <a:pt x="478632" y="542915"/>
                    <a:pt x="474815" y="546222"/>
                  </a:cubicBezTo>
                  <a:cubicBezTo>
                    <a:pt x="473155" y="547661"/>
                    <a:pt x="471032" y="548454"/>
                    <a:pt x="468835" y="548456"/>
                  </a:cubicBezTo>
                  <a:close/>
                </a:path>
              </a:pathLst>
            </a:custGeom>
            <a:solidFill>
              <a:srgbClr val="CCCCCC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2008BF9-9D49-BAEF-084C-0274575273A8}"/>
                </a:ext>
              </a:extLst>
            </p:cNvPr>
            <p:cNvSpPr/>
            <p:nvPr/>
          </p:nvSpPr>
          <p:spPr>
            <a:xfrm>
              <a:off x="629390" y="5350483"/>
              <a:ext cx="279527" cy="279533"/>
            </a:xfrm>
            <a:custGeom>
              <a:avLst/>
              <a:gdLst>
                <a:gd name="csX0" fmla="*/ 9046 w 279527"/>
                <a:gd name="csY0" fmla="*/ 279468 h 279533"/>
                <a:gd name="csX1" fmla="*/ -95 w 279527"/>
                <a:gd name="csY1" fmla="*/ 270325 h 279533"/>
                <a:gd name="csX2" fmla="*/ 2582 w 279527"/>
                <a:gd name="csY2" fmla="*/ 263862 h 279533"/>
                <a:gd name="csX3" fmla="*/ 263845 w 279527"/>
                <a:gd name="csY3" fmla="*/ 2595 h 279533"/>
                <a:gd name="csX4" fmla="*/ 276773 w 279527"/>
                <a:gd name="csY4" fmla="*/ 2631 h 279533"/>
                <a:gd name="csX5" fmla="*/ 276773 w 279527"/>
                <a:gd name="csY5" fmla="*/ 15522 h 279533"/>
                <a:gd name="csX6" fmla="*/ 15510 w 279527"/>
                <a:gd name="csY6" fmla="*/ 276790 h 279533"/>
                <a:gd name="csX7" fmla="*/ 9046 w 279527"/>
                <a:gd name="csY7" fmla="*/ 279468 h 2795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79527" h="279533">
                  <a:moveTo>
                    <a:pt x="9046" y="279468"/>
                  </a:moveTo>
                  <a:cubicBezTo>
                    <a:pt x="3997" y="279468"/>
                    <a:pt x="-96" y="275374"/>
                    <a:pt x="-95" y="270325"/>
                  </a:cubicBezTo>
                  <a:cubicBezTo>
                    <a:pt x="-95" y="267901"/>
                    <a:pt x="868" y="265576"/>
                    <a:pt x="2582" y="263862"/>
                  </a:cubicBezTo>
                  <a:lnTo>
                    <a:pt x="263845" y="2595"/>
                  </a:lnTo>
                  <a:cubicBezTo>
                    <a:pt x="267425" y="-965"/>
                    <a:pt x="273213" y="-949"/>
                    <a:pt x="276773" y="2631"/>
                  </a:cubicBezTo>
                  <a:cubicBezTo>
                    <a:pt x="280319" y="6196"/>
                    <a:pt x="280319" y="11957"/>
                    <a:pt x="276773" y="15522"/>
                  </a:cubicBezTo>
                  <a:lnTo>
                    <a:pt x="15510" y="276790"/>
                  </a:lnTo>
                  <a:cubicBezTo>
                    <a:pt x="13798" y="278508"/>
                    <a:pt x="11471" y="279472"/>
                    <a:pt x="9046" y="279468"/>
                  </a:cubicBezTo>
                  <a:close/>
                </a:path>
              </a:pathLst>
            </a:custGeom>
            <a:solidFill>
              <a:srgbClr val="CCCCCC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50539747-D761-7A81-8A0D-03CDA36AD8CF}"/>
              </a:ext>
            </a:extLst>
          </p:cNvPr>
          <p:cNvSpPr/>
          <p:nvPr/>
        </p:nvSpPr>
        <p:spPr>
          <a:xfrm>
            <a:off x="-979916" y="6838134"/>
            <a:ext cx="8025610" cy="15892"/>
          </a:xfrm>
          <a:custGeom>
            <a:avLst/>
            <a:gdLst>
              <a:gd name="csX0" fmla="*/ 8017569 w 8025610"/>
              <a:gd name="csY0" fmla="*/ 15828 h 15892"/>
              <a:gd name="csX1" fmla="*/ 7851 w 8025610"/>
              <a:gd name="csY1" fmla="*/ 15828 h 15892"/>
              <a:gd name="csX2" fmla="*/ -95 w 8025610"/>
              <a:gd name="csY2" fmla="*/ 7881 h 15892"/>
              <a:gd name="csX3" fmla="*/ 7851 w 8025610"/>
              <a:gd name="csY3" fmla="*/ -65 h 15892"/>
              <a:gd name="csX4" fmla="*/ 8017569 w 8025610"/>
              <a:gd name="csY4" fmla="*/ -65 h 15892"/>
              <a:gd name="csX5" fmla="*/ 8025515 w 8025610"/>
              <a:gd name="csY5" fmla="*/ 7881 h 15892"/>
              <a:gd name="csX6" fmla="*/ 8017569 w 8025610"/>
              <a:gd name="csY6" fmla="*/ 15828 h 158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025610" h="15892">
                <a:moveTo>
                  <a:pt x="8017569" y="15828"/>
                </a:moveTo>
                <a:lnTo>
                  <a:pt x="7851" y="15828"/>
                </a:lnTo>
                <a:cubicBezTo>
                  <a:pt x="3463" y="15828"/>
                  <a:pt x="-95" y="12270"/>
                  <a:pt x="-95" y="7881"/>
                </a:cubicBezTo>
                <a:cubicBezTo>
                  <a:pt x="-95" y="3493"/>
                  <a:pt x="3463" y="-65"/>
                  <a:pt x="7851" y="-65"/>
                </a:cubicBezTo>
                <a:lnTo>
                  <a:pt x="8017569" y="-65"/>
                </a:lnTo>
                <a:cubicBezTo>
                  <a:pt x="8021957" y="-65"/>
                  <a:pt x="8025515" y="3493"/>
                  <a:pt x="8025515" y="7881"/>
                </a:cubicBezTo>
                <a:cubicBezTo>
                  <a:pt x="8025515" y="12270"/>
                  <a:pt x="8021957" y="15828"/>
                  <a:pt x="8017569" y="15828"/>
                </a:cubicBezTo>
                <a:close/>
              </a:path>
            </a:pathLst>
          </a:custGeom>
          <a:solidFill>
            <a:srgbClr val="3F3D56"/>
          </a:solidFill>
          <a:ln w="7941" cap="flat">
            <a:noFill/>
            <a:prstDash val="solid"/>
            <a:miter/>
          </a:ln>
        </p:spPr>
        <p:txBody>
          <a:bodyPr/>
          <a:lstStyle/>
          <a:p>
            <a:endParaRPr lang="el-GR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A098FF9-4D9E-1F28-79D5-BBB87D7F1A25}"/>
              </a:ext>
            </a:extLst>
          </p:cNvPr>
          <p:cNvGrpSpPr/>
          <p:nvPr/>
        </p:nvGrpSpPr>
        <p:grpSpPr>
          <a:xfrm>
            <a:off x="969048" y="732608"/>
            <a:ext cx="3861828" cy="6110587"/>
            <a:chOff x="969048" y="731520"/>
            <a:chExt cx="3861828" cy="6110587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3CC0C21-2FF3-1D32-5006-D0CE91785CA8}"/>
                </a:ext>
              </a:extLst>
            </p:cNvPr>
            <p:cNvSpPr/>
            <p:nvPr/>
          </p:nvSpPr>
          <p:spPr>
            <a:xfrm>
              <a:off x="1139891" y="2610783"/>
              <a:ext cx="3472467" cy="4100212"/>
            </a:xfrm>
            <a:custGeom>
              <a:avLst/>
              <a:gdLst>
                <a:gd name="csX0" fmla="*/ 67963 w 3472467"/>
                <a:gd name="csY0" fmla="*/ 4100148 h 4100212"/>
                <a:gd name="csX1" fmla="*/ 67447 w 3472467"/>
                <a:gd name="csY1" fmla="*/ 4100148 h 4100212"/>
                <a:gd name="csX2" fmla="*/ -95 w 3472467"/>
                <a:gd name="csY2" fmla="*/ 4032605 h 4100212"/>
                <a:gd name="csX3" fmla="*/ -95 w 3472467"/>
                <a:gd name="csY3" fmla="*/ 67478 h 4100212"/>
                <a:gd name="csX4" fmla="*/ 67447 w 3472467"/>
                <a:gd name="csY4" fmla="*/ -65 h 4100212"/>
                <a:gd name="csX5" fmla="*/ 3404830 w 3472467"/>
                <a:gd name="csY5" fmla="*/ -65 h 4100212"/>
                <a:gd name="csX6" fmla="*/ 3472372 w 3472467"/>
                <a:gd name="csY6" fmla="*/ 67478 h 4100212"/>
                <a:gd name="csX7" fmla="*/ 3472372 w 3472467"/>
                <a:gd name="csY7" fmla="*/ 3150583 h 4100212"/>
                <a:gd name="csX8" fmla="*/ 3405354 w 3472467"/>
                <a:gd name="csY8" fmla="*/ 3218121 h 41002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472467" h="4100212">
                  <a:moveTo>
                    <a:pt x="67963" y="4100148"/>
                  </a:moveTo>
                  <a:lnTo>
                    <a:pt x="67447" y="4100148"/>
                  </a:lnTo>
                  <a:cubicBezTo>
                    <a:pt x="30162" y="4100106"/>
                    <a:pt x="-53" y="4069891"/>
                    <a:pt x="-95" y="4032605"/>
                  </a:cubicBezTo>
                  <a:lnTo>
                    <a:pt x="-95" y="67478"/>
                  </a:lnTo>
                  <a:cubicBezTo>
                    <a:pt x="-53" y="30192"/>
                    <a:pt x="30162" y="-23"/>
                    <a:pt x="67447" y="-65"/>
                  </a:cubicBezTo>
                  <a:lnTo>
                    <a:pt x="3404830" y="-65"/>
                  </a:lnTo>
                  <a:cubicBezTo>
                    <a:pt x="3442115" y="-23"/>
                    <a:pt x="3472331" y="30192"/>
                    <a:pt x="3472372" y="67478"/>
                  </a:cubicBezTo>
                  <a:lnTo>
                    <a:pt x="3472372" y="3150583"/>
                  </a:lnTo>
                  <a:cubicBezTo>
                    <a:pt x="3472332" y="3187664"/>
                    <a:pt x="3442434" y="3217794"/>
                    <a:pt x="3405354" y="3218121"/>
                  </a:cubicBezTo>
                  <a:close/>
                </a:path>
              </a:pathLst>
            </a:custGeom>
            <a:solidFill>
              <a:srgbClr val="F2F2F2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D05D9DA-93E1-D790-304B-2A843E0E233D}"/>
                </a:ext>
              </a:extLst>
            </p:cNvPr>
            <p:cNvSpPr/>
            <p:nvPr/>
          </p:nvSpPr>
          <p:spPr>
            <a:xfrm>
              <a:off x="2125213" y="1081150"/>
              <a:ext cx="1549499" cy="969430"/>
            </a:xfrm>
            <a:custGeom>
              <a:avLst/>
              <a:gdLst>
                <a:gd name="csX0" fmla="*/ 1549404 w 1549499"/>
                <a:gd name="csY0" fmla="*/ 969365 h 969430"/>
                <a:gd name="csX1" fmla="*/ -95 w 1549499"/>
                <a:gd name="csY1" fmla="*/ 969365 h 969430"/>
                <a:gd name="csX2" fmla="*/ -95 w 1549499"/>
                <a:gd name="csY2" fmla="*/ 71451 h 969430"/>
                <a:gd name="csX3" fmla="*/ 71420 w 1549499"/>
                <a:gd name="csY3" fmla="*/ -65 h 969430"/>
                <a:gd name="csX4" fmla="*/ 1477889 w 1549499"/>
                <a:gd name="csY4" fmla="*/ -65 h 969430"/>
                <a:gd name="csX5" fmla="*/ 1549404 w 1549499"/>
                <a:gd name="csY5" fmla="*/ 71451 h 969430"/>
                <a:gd name="csX6" fmla="*/ 15797 w 1549499"/>
                <a:gd name="csY6" fmla="*/ 953473 h 969430"/>
                <a:gd name="csX7" fmla="*/ 1533512 w 1549499"/>
                <a:gd name="csY7" fmla="*/ 953473 h 969430"/>
                <a:gd name="csX8" fmla="*/ 1533512 w 1549499"/>
                <a:gd name="csY8" fmla="*/ 71451 h 969430"/>
                <a:gd name="csX9" fmla="*/ 1477889 w 1549499"/>
                <a:gd name="csY9" fmla="*/ 15828 h 969430"/>
                <a:gd name="csX10" fmla="*/ 71420 w 1549499"/>
                <a:gd name="csY10" fmla="*/ 15828 h 969430"/>
                <a:gd name="csX11" fmla="*/ 15797 w 1549499"/>
                <a:gd name="csY11" fmla="*/ 71451 h 969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549499" h="969430">
                  <a:moveTo>
                    <a:pt x="1549404" y="969365"/>
                  </a:moveTo>
                  <a:lnTo>
                    <a:pt x="-95" y="969365"/>
                  </a:lnTo>
                  <a:lnTo>
                    <a:pt x="-95" y="71451"/>
                  </a:lnTo>
                  <a:cubicBezTo>
                    <a:pt x="-50" y="31972"/>
                    <a:pt x="31942" y="-20"/>
                    <a:pt x="71420" y="-65"/>
                  </a:cubicBezTo>
                  <a:lnTo>
                    <a:pt x="1477889" y="-65"/>
                  </a:lnTo>
                  <a:cubicBezTo>
                    <a:pt x="1517367" y="-20"/>
                    <a:pt x="1549359" y="31972"/>
                    <a:pt x="1549404" y="71451"/>
                  </a:cubicBezTo>
                  <a:close/>
                  <a:moveTo>
                    <a:pt x="15797" y="953473"/>
                  </a:moveTo>
                  <a:lnTo>
                    <a:pt x="1533512" y="953473"/>
                  </a:lnTo>
                  <a:lnTo>
                    <a:pt x="1533512" y="71451"/>
                  </a:lnTo>
                  <a:cubicBezTo>
                    <a:pt x="1533478" y="40745"/>
                    <a:pt x="1508594" y="15862"/>
                    <a:pt x="1477889" y="15828"/>
                  </a:cubicBezTo>
                  <a:lnTo>
                    <a:pt x="71420" y="15828"/>
                  </a:lnTo>
                  <a:cubicBezTo>
                    <a:pt x="40715" y="15862"/>
                    <a:pt x="15832" y="40745"/>
                    <a:pt x="15797" y="71451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2FFD0A7-F0ED-A8EB-B081-DD4B1A52B8B2}"/>
                </a:ext>
              </a:extLst>
            </p:cNvPr>
            <p:cNvSpPr/>
            <p:nvPr/>
          </p:nvSpPr>
          <p:spPr>
            <a:xfrm>
              <a:off x="2502655" y="1422834"/>
              <a:ext cx="794615" cy="1017106"/>
            </a:xfrm>
            <a:custGeom>
              <a:avLst/>
              <a:gdLst>
                <a:gd name="csX0" fmla="*/ 63569 w 794615"/>
                <a:gd name="csY0" fmla="*/ 0 h 1017106"/>
                <a:gd name="csX1" fmla="*/ 731046 w 794615"/>
                <a:gd name="csY1" fmla="*/ 0 h 1017106"/>
                <a:gd name="csX2" fmla="*/ 794615 w 794615"/>
                <a:gd name="csY2" fmla="*/ 63569 h 1017106"/>
                <a:gd name="csX3" fmla="*/ 794615 w 794615"/>
                <a:gd name="csY3" fmla="*/ 1017107 h 1017106"/>
                <a:gd name="csX4" fmla="*/ 794615 w 794615"/>
                <a:gd name="csY4" fmla="*/ 1017107 h 1017106"/>
                <a:gd name="csX5" fmla="*/ 0 w 794615"/>
                <a:gd name="csY5" fmla="*/ 1017107 h 1017106"/>
                <a:gd name="csX6" fmla="*/ 0 w 794615"/>
                <a:gd name="csY6" fmla="*/ 1017107 h 1017106"/>
                <a:gd name="csX7" fmla="*/ 0 w 794615"/>
                <a:gd name="csY7" fmla="*/ 63569 h 1017106"/>
                <a:gd name="csX8" fmla="*/ 63569 w 794615"/>
                <a:gd name="csY8" fmla="*/ 0 h 1017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94615" h="1017106">
                  <a:moveTo>
                    <a:pt x="63569" y="0"/>
                  </a:moveTo>
                  <a:lnTo>
                    <a:pt x="731046" y="0"/>
                  </a:lnTo>
                  <a:cubicBezTo>
                    <a:pt x="766154" y="0"/>
                    <a:pt x="794615" y="28461"/>
                    <a:pt x="794615" y="63569"/>
                  </a:cubicBezTo>
                  <a:lnTo>
                    <a:pt x="794615" y="1017107"/>
                  </a:lnTo>
                  <a:lnTo>
                    <a:pt x="794615" y="1017107"/>
                  </a:lnTo>
                  <a:lnTo>
                    <a:pt x="0" y="1017107"/>
                  </a:lnTo>
                  <a:lnTo>
                    <a:pt x="0" y="1017107"/>
                  </a:lnTo>
                  <a:lnTo>
                    <a:pt x="0" y="63569"/>
                  </a:lnTo>
                  <a:cubicBezTo>
                    <a:pt x="0" y="28461"/>
                    <a:pt x="28461" y="0"/>
                    <a:pt x="63569" y="0"/>
                  </a:cubicBezTo>
                  <a:close/>
                </a:path>
              </a:pathLst>
            </a:custGeom>
            <a:solidFill>
              <a:srgbClr val="E6E6E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EFEF779-BA0C-F2F4-E990-EA34C9483C0E}"/>
                </a:ext>
              </a:extLst>
            </p:cNvPr>
            <p:cNvSpPr/>
            <p:nvPr/>
          </p:nvSpPr>
          <p:spPr>
            <a:xfrm>
              <a:off x="2371544" y="731520"/>
              <a:ext cx="325792" cy="365522"/>
            </a:xfrm>
            <a:custGeom>
              <a:avLst/>
              <a:gdLst>
                <a:gd name="csX0" fmla="*/ 325697 w 325792"/>
                <a:gd name="csY0" fmla="*/ 365458 h 365522"/>
                <a:gd name="csX1" fmla="*/ -95 w 325792"/>
                <a:gd name="csY1" fmla="*/ 365458 h 365522"/>
                <a:gd name="csX2" fmla="*/ -95 w 325792"/>
                <a:gd name="csY2" fmla="*/ 39666 h 365522"/>
                <a:gd name="csX3" fmla="*/ 39636 w 325792"/>
                <a:gd name="csY3" fmla="*/ -65 h 365522"/>
                <a:gd name="csX4" fmla="*/ 285966 w 325792"/>
                <a:gd name="csY4" fmla="*/ -65 h 365522"/>
                <a:gd name="csX5" fmla="*/ 325697 w 325792"/>
                <a:gd name="csY5" fmla="*/ 39666 h 365522"/>
                <a:gd name="csX6" fmla="*/ 15797 w 325792"/>
                <a:gd name="csY6" fmla="*/ 349566 h 365522"/>
                <a:gd name="csX7" fmla="*/ 309805 w 325792"/>
                <a:gd name="csY7" fmla="*/ 349566 h 365522"/>
                <a:gd name="csX8" fmla="*/ 309805 w 325792"/>
                <a:gd name="csY8" fmla="*/ 39666 h 365522"/>
                <a:gd name="csX9" fmla="*/ 285966 w 325792"/>
                <a:gd name="csY9" fmla="*/ 15828 h 365522"/>
                <a:gd name="csX10" fmla="*/ 39636 w 325792"/>
                <a:gd name="csY10" fmla="*/ 15828 h 365522"/>
                <a:gd name="csX11" fmla="*/ 15797 w 325792"/>
                <a:gd name="csY11" fmla="*/ 39666 h 3655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325792" h="365522">
                  <a:moveTo>
                    <a:pt x="325697" y="365458"/>
                  </a:moveTo>
                  <a:lnTo>
                    <a:pt x="-95" y="365458"/>
                  </a:lnTo>
                  <a:lnTo>
                    <a:pt x="-95" y="39666"/>
                  </a:lnTo>
                  <a:cubicBezTo>
                    <a:pt x="-70" y="17734"/>
                    <a:pt x="17703" y="-40"/>
                    <a:pt x="39636" y="-65"/>
                  </a:cubicBezTo>
                  <a:lnTo>
                    <a:pt x="285966" y="-65"/>
                  </a:lnTo>
                  <a:cubicBezTo>
                    <a:pt x="307899" y="-40"/>
                    <a:pt x="325672" y="17734"/>
                    <a:pt x="325697" y="39666"/>
                  </a:cubicBezTo>
                  <a:close/>
                  <a:moveTo>
                    <a:pt x="15797" y="349566"/>
                  </a:moveTo>
                  <a:lnTo>
                    <a:pt x="309805" y="349566"/>
                  </a:lnTo>
                  <a:lnTo>
                    <a:pt x="309805" y="39666"/>
                  </a:lnTo>
                  <a:cubicBezTo>
                    <a:pt x="309790" y="26506"/>
                    <a:pt x="299126" y="15842"/>
                    <a:pt x="285966" y="15828"/>
                  </a:cubicBezTo>
                  <a:lnTo>
                    <a:pt x="39636" y="15828"/>
                  </a:lnTo>
                  <a:cubicBezTo>
                    <a:pt x="26476" y="15842"/>
                    <a:pt x="15812" y="26506"/>
                    <a:pt x="15797" y="39666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3CC6364-636A-888E-81A1-F302864282A5}"/>
                </a:ext>
              </a:extLst>
            </p:cNvPr>
            <p:cNvSpPr/>
            <p:nvPr/>
          </p:nvSpPr>
          <p:spPr>
            <a:xfrm>
              <a:off x="969048" y="2034688"/>
              <a:ext cx="3861828" cy="4807419"/>
            </a:xfrm>
            <a:custGeom>
              <a:avLst/>
              <a:gdLst>
                <a:gd name="csX0" fmla="*/ 387358 w 3861828"/>
                <a:gd name="csY0" fmla="*/ 79397 h 4807419"/>
                <a:gd name="csX1" fmla="*/ 393239 w 3861828"/>
                <a:gd name="csY1" fmla="*/ 90998 h 4807419"/>
                <a:gd name="csX2" fmla="*/ 397212 w 3861828"/>
                <a:gd name="csY2" fmla="*/ 107208 h 4807419"/>
                <a:gd name="csX3" fmla="*/ 397212 w 3861828"/>
                <a:gd name="csY3" fmla="*/ 421081 h 4807419"/>
                <a:gd name="csX4" fmla="*/ 675328 w 3861828"/>
                <a:gd name="csY4" fmla="*/ 421081 h 4807419"/>
                <a:gd name="csX5" fmla="*/ 675328 w 3861828"/>
                <a:gd name="csY5" fmla="*/ 107208 h 4807419"/>
                <a:gd name="csX6" fmla="*/ 679301 w 3861828"/>
                <a:gd name="csY6" fmla="*/ 90998 h 4807419"/>
                <a:gd name="csX7" fmla="*/ 685183 w 3861828"/>
                <a:gd name="csY7" fmla="*/ 79397 h 4807419"/>
                <a:gd name="csX8" fmla="*/ 659435 w 3861828"/>
                <a:gd name="csY8" fmla="*/ 107208 h 4807419"/>
                <a:gd name="csX9" fmla="*/ 659435 w 3861828"/>
                <a:gd name="csY9" fmla="*/ 405189 h 4807419"/>
                <a:gd name="csX10" fmla="*/ 413105 w 3861828"/>
                <a:gd name="csY10" fmla="*/ 405189 h 4807419"/>
                <a:gd name="csX11" fmla="*/ 413105 w 3861828"/>
                <a:gd name="csY11" fmla="*/ 107208 h 4807419"/>
                <a:gd name="csX12" fmla="*/ 411673 w 3861828"/>
                <a:gd name="csY12" fmla="*/ 95289 h 4807419"/>
                <a:gd name="csX13" fmla="*/ 660867 w 3861828"/>
                <a:gd name="csY13" fmla="*/ 95289 h 4807419"/>
                <a:gd name="csX14" fmla="*/ 659436 w 3861828"/>
                <a:gd name="csY14" fmla="*/ 107208 h 4807419"/>
                <a:gd name="csX15" fmla="*/ 736988 w 3861828"/>
                <a:gd name="csY15" fmla="*/ 79397 h 4807419"/>
                <a:gd name="csX16" fmla="*/ 742870 w 3861828"/>
                <a:gd name="csY16" fmla="*/ 90998 h 4807419"/>
                <a:gd name="csX17" fmla="*/ 746843 w 3861828"/>
                <a:gd name="csY17" fmla="*/ 107208 h 4807419"/>
                <a:gd name="csX18" fmla="*/ 746843 w 3861828"/>
                <a:gd name="csY18" fmla="*/ 421081 h 4807419"/>
                <a:gd name="csX19" fmla="*/ 1024958 w 3861828"/>
                <a:gd name="csY19" fmla="*/ 421081 h 4807419"/>
                <a:gd name="csX20" fmla="*/ 1024958 w 3861828"/>
                <a:gd name="csY20" fmla="*/ 107208 h 4807419"/>
                <a:gd name="csX21" fmla="*/ 1028931 w 3861828"/>
                <a:gd name="csY21" fmla="*/ 90998 h 4807419"/>
                <a:gd name="csX22" fmla="*/ 1034814 w 3861828"/>
                <a:gd name="csY22" fmla="*/ 79397 h 4807419"/>
                <a:gd name="csX23" fmla="*/ 1009066 w 3861828"/>
                <a:gd name="csY23" fmla="*/ 107208 h 4807419"/>
                <a:gd name="csX24" fmla="*/ 1009066 w 3861828"/>
                <a:gd name="csY24" fmla="*/ 405189 h 4807419"/>
                <a:gd name="csX25" fmla="*/ 762735 w 3861828"/>
                <a:gd name="csY25" fmla="*/ 405189 h 4807419"/>
                <a:gd name="csX26" fmla="*/ 762735 w 3861828"/>
                <a:gd name="csY26" fmla="*/ 107208 h 4807419"/>
                <a:gd name="csX27" fmla="*/ 761304 w 3861828"/>
                <a:gd name="csY27" fmla="*/ 95289 h 4807419"/>
                <a:gd name="csX28" fmla="*/ 1010498 w 3861828"/>
                <a:gd name="csY28" fmla="*/ 95289 h 4807419"/>
                <a:gd name="csX29" fmla="*/ 1009066 w 3861828"/>
                <a:gd name="csY29" fmla="*/ 107208 h 4807419"/>
                <a:gd name="csX30" fmla="*/ 1086619 w 3861828"/>
                <a:gd name="csY30" fmla="*/ 79397 h 4807419"/>
                <a:gd name="csX31" fmla="*/ 1092500 w 3861828"/>
                <a:gd name="csY31" fmla="*/ 90998 h 4807419"/>
                <a:gd name="csX32" fmla="*/ 1096474 w 3861828"/>
                <a:gd name="csY32" fmla="*/ 107208 h 4807419"/>
                <a:gd name="csX33" fmla="*/ 1096474 w 3861828"/>
                <a:gd name="csY33" fmla="*/ 421081 h 4807419"/>
                <a:gd name="csX34" fmla="*/ 1374589 w 3861828"/>
                <a:gd name="csY34" fmla="*/ 421081 h 4807419"/>
                <a:gd name="csX35" fmla="*/ 1374589 w 3861828"/>
                <a:gd name="csY35" fmla="*/ 107208 h 4807419"/>
                <a:gd name="csX36" fmla="*/ 1378562 w 3861828"/>
                <a:gd name="csY36" fmla="*/ 90998 h 4807419"/>
                <a:gd name="csX37" fmla="*/ 1384444 w 3861828"/>
                <a:gd name="csY37" fmla="*/ 79397 h 4807419"/>
                <a:gd name="csX38" fmla="*/ 1358696 w 3861828"/>
                <a:gd name="csY38" fmla="*/ 107208 h 4807419"/>
                <a:gd name="csX39" fmla="*/ 1358696 w 3861828"/>
                <a:gd name="csY39" fmla="*/ 405189 h 4807419"/>
                <a:gd name="csX40" fmla="*/ 1112366 w 3861828"/>
                <a:gd name="csY40" fmla="*/ 405189 h 4807419"/>
                <a:gd name="csX41" fmla="*/ 1112366 w 3861828"/>
                <a:gd name="csY41" fmla="*/ 107208 h 4807419"/>
                <a:gd name="csX42" fmla="*/ 1110934 w 3861828"/>
                <a:gd name="csY42" fmla="*/ 95289 h 4807419"/>
                <a:gd name="csX43" fmla="*/ 1360128 w 3861828"/>
                <a:gd name="csY43" fmla="*/ 95289 h 4807419"/>
                <a:gd name="csX44" fmla="*/ 1358697 w 3861828"/>
                <a:gd name="csY44" fmla="*/ 107208 h 4807419"/>
                <a:gd name="csX45" fmla="*/ 1436249 w 3861828"/>
                <a:gd name="csY45" fmla="*/ 79397 h 4807419"/>
                <a:gd name="csX46" fmla="*/ 1442131 w 3861828"/>
                <a:gd name="csY46" fmla="*/ 90998 h 4807419"/>
                <a:gd name="csX47" fmla="*/ 1446104 w 3861828"/>
                <a:gd name="csY47" fmla="*/ 107208 h 4807419"/>
                <a:gd name="csX48" fmla="*/ 1446104 w 3861828"/>
                <a:gd name="csY48" fmla="*/ 421081 h 4807419"/>
                <a:gd name="csX49" fmla="*/ 1724220 w 3861828"/>
                <a:gd name="csY49" fmla="*/ 421081 h 4807419"/>
                <a:gd name="csX50" fmla="*/ 1724220 w 3861828"/>
                <a:gd name="csY50" fmla="*/ 107208 h 4807419"/>
                <a:gd name="csX51" fmla="*/ 1728193 w 3861828"/>
                <a:gd name="csY51" fmla="*/ 90998 h 4807419"/>
                <a:gd name="csX52" fmla="*/ 1734075 w 3861828"/>
                <a:gd name="csY52" fmla="*/ 79397 h 4807419"/>
                <a:gd name="csX53" fmla="*/ 1708327 w 3861828"/>
                <a:gd name="csY53" fmla="*/ 107208 h 4807419"/>
                <a:gd name="csX54" fmla="*/ 1708327 w 3861828"/>
                <a:gd name="csY54" fmla="*/ 405189 h 4807419"/>
                <a:gd name="csX55" fmla="*/ 1461997 w 3861828"/>
                <a:gd name="csY55" fmla="*/ 405189 h 4807419"/>
                <a:gd name="csX56" fmla="*/ 1461997 w 3861828"/>
                <a:gd name="csY56" fmla="*/ 107208 h 4807419"/>
                <a:gd name="csX57" fmla="*/ 1460565 w 3861828"/>
                <a:gd name="csY57" fmla="*/ 95289 h 4807419"/>
                <a:gd name="csX58" fmla="*/ 1709759 w 3861828"/>
                <a:gd name="csY58" fmla="*/ 95289 h 4807419"/>
                <a:gd name="csX59" fmla="*/ 1708327 w 3861828"/>
                <a:gd name="csY59" fmla="*/ 107208 h 4807419"/>
                <a:gd name="csX60" fmla="*/ 1785880 w 3861828"/>
                <a:gd name="csY60" fmla="*/ 79397 h 4807419"/>
                <a:gd name="csX61" fmla="*/ 1791762 w 3861828"/>
                <a:gd name="csY61" fmla="*/ 90998 h 4807419"/>
                <a:gd name="csX62" fmla="*/ 1795735 w 3861828"/>
                <a:gd name="csY62" fmla="*/ 107208 h 4807419"/>
                <a:gd name="csX63" fmla="*/ 1795735 w 3861828"/>
                <a:gd name="csY63" fmla="*/ 421081 h 4807419"/>
                <a:gd name="csX64" fmla="*/ 2073850 w 3861828"/>
                <a:gd name="csY64" fmla="*/ 421081 h 4807419"/>
                <a:gd name="csX65" fmla="*/ 2073850 w 3861828"/>
                <a:gd name="csY65" fmla="*/ 107208 h 4807419"/>
                <a:gd name="csX66" fmla="*/ 2077823 w 3861828"/>
                <a:gd name="csY66" fmla="*/ 90998 h 4807419"/>
                <a:gd name="csX67" fmla="*/ 2083705 w 3861828"/>
                <a:gd name="csY67" fmla="*/ 79397 h 4807419"/>
                <a:gd name="csX68" fmla="*/ 2057958 w 3861828"/>
                <a:gd name="csY68" fmla="*/ 107208 h 4807419"/>
                <a:gd name="csX69" fmla="*/ 2057958 w 3861828"/>
                <a:gd name="csY69" fmla="*/ 405189 h 4807419"/>
                <a:gd name="csX70" fmla="*/ 1811627 w 3861828"/>
                <a:gd name="csY70" fmla="*/ 405189 h 4807419"/>
                <a:gd name="csX71" fmla="*/ 1811627 w 3861828"/>
                <a:gd name="csY71" fmla="*/ 107208 h 4807419"/>
                <a:gd name="csX72" fmla="*/ 1810195 w 3861828"/>
                <a:gd name="csY72" fmla="*/ 95289 h 4807419"/>
                <a:gd name="csX73" fmla="*/ 2059389 w 3861828"/>
                <a:gd name="csY73" fmla="*/ 95289 h 4807419"/>
                <a:gd name="csX74" fmla="*/ 2057958 w 3861828"/>
                <a:gd name="csY74" fmla="*/ 107208 h 4807419"/>
                <a:gd name="csX75" fmla="*/ 2135510 w 3861828"/>
                <a:gd name="csY75" fmla="*/ 79397 h 4807419"/>
                <a:gd name="csX76" fmla="*/ 2141392 w 3861828"/>
                <a:gd name="csY76" fmla="*/ 90998 h 4807419"/>
                <a:gd name="csX77" fmla="*/ 2145365 w 3861828"/>
                <a:gd name="csY77" fmla="*/ 107208 h 4807419"/>
                <a:gd name="csX78" fmla="*/ 2145365 w 3861828"/>
                <a:gd name="csY78" fmla="*/ 421081 h 4807419"/>
                <a:gd name="csX79" fmla="*/ 2423481 w 3861828"/>
                <a:gd name="csY79" fmla="*/ 421081 h 4807419"/>
                <a:gd name="csX80" fmla="*/ 2423481 w 3861828"/>
                <a:gd name="csY80" fmla="*/ 107208 h 4807419"/>
                <a:gd name="csX81" fmla="*/ 2427454 w 3861828"/>
                <a:gd name="csY81" fmla="*/ 90998 h 4807419"/>
                <a:gd name="csX82" fmla="*/ 2433336 w 3861828"/>
                <a:gd name="csY82" fmla="*/ 79397 h 4807419"/>
                <a:gd name="csX83" fmla="*/ 2407588 w 3861828"/>
                <a:gd name="csY83" fmla="*/ 107208 h 4807419"/>
                <a:gd name="csX84" fmla="*/ 2407588 w 3861828"/>
                <a:gd name="csY84" fmla="*/ 405189 h 4807419"/>
                <a:gd name="csX85" fmla="*/ 2161258 w 3861828"/>
                <a:gd name="csY85" fmla="*/ 405189 h 4807419"/>
                <a:gd name="csX86" fmla="*/ 2161258 w 3861828"/>
                <a:gd name="csY86" fmla="*/ 107208 h 4807419"/>
                <a:gd name="csX87" fmla="*/ 2159826 w 3861828"/>
                <a:gd name="csY87" fmla="*/ 95289 h 4807419"/>
                <a:gd name="csX88" fmla="*/ 2409020 w 3861828"/>
                <a:gd name="csY88" fmla="*/ 95289 h 4807419"/>
                <a:gd name="csX89" fmla="*/ 2407588 w 3861828"/>
                <a:gd name="csY89" fmla="*/ 107208 h 4807419"/>
                <a:gd name="csX90" fmla="*/ 2485141 w 3861828"/>
                <a:gd name="csY90" fmla="*/ 79397 h 4807419"/>
                <a:gd name="csX91" fmla="*/ 2491023 w 3861828"/>
                <a:gd name="csY91" fmla="*/ 90998 h 4807419"/>
                <a:gd name="csX92" fmla="*/ 2494996 w 3861828"/>
                <a:gd name="csY92" fmla="*/ 107208 h 4807419"/>
                <a:gd name="csX93" fmla="*/ 2494996 w 3861828"/>
                <a:gd name="csY93" fmla="*/ 421081 h 4807419"/>
                <a:gd name="csX94" fmla="*/ 2773111 w 3861828"/>
                <a:gd name="csY94" fmla="*/ 421081 h 4807419"/>
                <a:gd name="csX95" fmla="*/ 2773111 w 3861828"/>
                <a:gd name="csY95" fmla="*/ 107208 h 4807419"/>
                <a:gd name="csX96" fmla="*/ 2777084 w 3861828"/>
                <a:gd name="csY96" fmla="*/ 90998 h 4807419"/>
                <a:gd name="csX97" fmla="*/ 2782966 w 3861828"/>
                <a:gd name="csY97" fmla="*/ 79397 h 4807419"/>
                <a:gd name="csX98" fmla="*/ 2757219 w 3861828"/>
                <a:gd name="csY98" fmla="*/ 107208 h 4807419"/>
                <a:gd name="csX99" fmla="*/ 2757219 w 3861828"/>
                <a:gd name="csY99" fmla="*/ 405189 h 4807419"/>
                <a:gd name="csX100" fmla="*/ 2510888 w 3861828"/>
                <a:gd name="csY100" fmla="*/ 405189 h 4807419"/>
                <a:gd name="csX101" fmla="*/ 2510888 w 3861828"/>
                <a:gd name="csY101" fmla="*/ 107208 h 4807419"/>
                <a:gd name="csX102" fmla="*/ 2509457 w 3861828"/>
                <a:gd name="csY102" fmla="*/ 95289 h 4807419"/>
                <a:gd name="csX103" fmla="*/ 2758651 w 3861828"/>
                <a:gd name="csY103" fmla="*/ 95289 h 4807419"/>
                <a:gd name="csX104" fmla="*/ 2757219 w 3861828"/>
                <a:gd name="csY104" fmla="*/ 107208 h 4807419"/>
                <a:gd name="csX105" fmla="*/ 2834771 w 3861828"/>
                <a:gd name="csY105" fmla="*/ 79397 h 4807419"/>
                <a:gd name="csX106" fmla="*/ 2840653 w 3861828"/>
                <a:gd name="csY106" fmla="*/ 90998 h 4807419"/>
                <a:gd name="csX107" fmla="*/ 2844627 w 3861828"/>
                <a:gd name="csY107" fmla="*/ 107208 h 4807419"/>
                <a:gd name="csX108" fmla="*/ 2844627 w 3861828"/>
                <a:gd name="csY108" fmla="*/ 421081 h 4807419"/>
                <a:gd name="csX109" fmla="*/ 3122742 w 3861828"/>
                <a:gd name="csY109" fmla="*/ 421081 h 4807419"/>
                <a:gd name="csX110" fmla="*/ 3122742 w 3861828"/>
                <a:gd name="csY110" fmla="*/ 107208 h 4807419"/>
                <a:gd name="csX111" fmla="*/ 3126715 w 3861828"/>
                <a:gd name="csY111" fmla="*/ 90998 h 4807419"/>
                <a:gd name="csX112" fmla="*/ 3132597 w 3861828"/>
                <a:gd name="csY112" fmla="*/ 79397 h 4807419"/>
                <a:gd name="csX113" fmla="*/ 3106849 w 3861828"/>
                <a:gd name="csY113" fmla="*/ 107208 h 4807419"/>
                <a:gd name="csX114" fmla="*/ 3106849 w 3861828"/>
                <a:gd name="csY114" fmla="*/ 405189 h 4807419"/>
                <a:gd name="csX115" fmla="*/ 2860519 w 3861828"/>
                <a:gd name="csY115" fmla="*/ 405189 h 4807419"/>
                <a:gd name="csX116" fmla="*/ 2860519 w 3861828"/>
                <a:gd name="csY116" fmla="*/ 107208 h 4807419"/>
                <a:gd name="csX117" fmla="*/ 2859087 w 3861828"/>
                <a:gd name="csY117" fmla="*/ 95289 h 4807419"/>
                <a:gd name="csX118" fmla="*/ 3108281 w 3861828"/>
                <a:gd name="csY118" fmla="*/ 95289 h 4807419"/>
                <a:gd name="csX119" fmla="*/ 3106849 w 3861828"/>
                <a:gd name="csY119" fmla="*/ 107208 h 4807419"/>
                <a:gd name="csX120" fmla="*/ 3184402 w 3861828"/>
                <a:gd name="csY120" fmla="*/ 79397 h 4807419"/>
                <a:gd name="csX121" fmla="*/ 3190284 w 3861828"/>
                <a:gd name="csY121" fmla="*/ 90998 h 4807419"/>
                <a:gd name="csX122" fmla="*/ 3194257 w 3861828"/>
                <a:gd name="csY122" fmla="*/ 107208 h 4807419"/>
                <a:gd name="csX123" fmla="*/ 3194257 w 3861828"/>
                <a:gd name="csY123" fmla="*/ 421081 h 4807419"/>
                <a:gd name="csX124" fmla="*/ 3472372 w 3861828"/>
                <a:gd name="csY124" fmla="*/ 421081 h 4807419"/>
                <a:gd name="csX125" fmla="*/ 3472372 w 3861828"/>
                <a:gd name="csY125" fmla="*/ 107208 h 4807419"/>
                <a:gd name="csX126" fmla="*/ 3476345 w 3861828"/>
                <a:gd name="csY126" fmla="*/ 90998 h 4807419"/>
                <a:gd name="csX127" fmla="*/ 3482227 w 3861828"/>
                <a:gd name="csY127" fmla="*/ 79397 h 4807419"/>
                <a:gd name="csX128" fmla="*/ 3456480 w 3861828"/>
                <a:gd name="csY128" fmla="*/ 107208 h 4807419"/>
                <a:gd name="csX129" fmla="*/ 3456480 w 3861828"/>
                <a:gd name="csY129" fmla="*/ 405189 h 4807419"/>
                <a:gd name="csX130" fmla="*/ 3210149 w 3861828"/>
                <a:gd name="csY130" fmla="*/ 405189 h 4807419"/>
                <a:gd name="csX131" fmla="*/ 3210149 w 3861828"/>
                <a:gd name="csY131" fmla="*/ 107208 h 4807419"/>
                <a:gd name="csX132" fmla="*/ 3208718 w 3861828"/>
                <a:gd name="csY132" fmla="*/ 95289 h 4807419"/>
                <a:gd name="csX133" fmla="*/ 3457912 w 3861828"/>
                <a:gd name="csY133" fmla="*/ 95289 h 4807419"/>
                <a:gd name="csX134" fmla="*/ 3456480 w 3861828"/>
                <a:gd name="csY134" fmla="*/ 107208 h 4807419"/>
                <a:gd name="csX135" fmla="*/ 3184402 w 3861828"/>
                <a:gd name="csY135" fmla="*/ 79397 h 4807419"/>
                <a:gd name="csX136" fmla="*/ 3190284 w 3861828"/>
                <a:gd name="csY136" fmla="*/ 90998 h 4807419"/>
                <a:gd name="csX137" fmla="*/ 3194257 w 3861828"/>
                <a:gd name="csY137" fmla="*/ 107208 h 4807419"/>
                <a:gd name="csX138" fmla="*/ 3194257 w 3861828"/>
                <a:gd name="csY138" fmla="*/ 421081 h 4807419"/>
                <a:gd name="csX139" fmla="*/ 3472372 w 3861828"/>
                <a:gd name="csY139" fmla="*/ 421081 h 4807419"/>
                <a:gd name="csX140" fmla="*/ 3472372 w 3861828"/>
                <a:gd name="csY140" fmla="*/ 107208 h 4807419"/>
                <a:gd name="csX141" fmla="*/ 3476345 w 3861828"/>
                <a:gd name="csY141" fmla="*/ 90998 h 4807419"/>
                <a:gd name="csX142" fmla="*/ 3482227 w 3861828"/>
                <a:gd name="csY142" fmla="*/ 79397 h 4807419"/>
                <a:gd name="csX143" fmla="*/ 3456480 w 3861828"/>
                <a:gd name="csY143" fmla="*/ 107208 h 4807419"/>
                <a:gd name="csX144" fmla="*/ 3456480 w 3861828"/>
                <a:gd name="csY144" fmla="*/ 405189 h 4807419"/>
                <a:gd name="csX145" fmla="*/ 3210149 w 3861828"/>
                <a:gd name="csY145" fmla="*/ 405189 h 4807419"/>
                <a:gd name="csX146" fmla="*/ 3210149 w 3861828"/>
                <a:gd name="csY146" fmla="*/ 107208 h 4807419"/>
                <a:gd name="csX147" fmla="*/ 3208718 w 3861828"/>
                <a:gd name="csY147" fmla="*/ 95289 h 4807419"/>
                <a:gd name="csX148" fmla="*/ 3457912 w 3861828"/>
                <a:gd name="csY148" fmla="*/ 95289 h 4807419"/>
                <a:gd name="csX149" fmla="*/ 3456480 w 3861828"/>
                <a:gd name="csY149" fmla="*/ 107208 h 4807419"/>
                <a:gd name="csX150" fmla="*/ 2834771 w 3861828"/>
                <a:gd name="csY150" fmla="*/ 79397 h 4807419"/>
                <a:gd name="csX151" fmla="*/ 2840653 w 3861828"/>
                <a:gd name="csY151" fmla="*/ 90998 h 4807419"/>
                <a:gd name="csX152" fmla="*/ 2844627 w 3861828"/>
                <a:gd name="csY152" fmla="*/ 107208 h 4807419"/>
                <a:gd name="csX153" fmla="*/ 2844627 w 3861828"/>
                <a:gd name="csY153" fmla="*/ 421081 h 4807419"/>
                <a:gd name="csX154" fmla="*/ 3122742 w 3861828"/>
                <a:gd name="csY154" fmla="*/ 421081 h 4807419"/>
                <a:gd name="csX155" fmla="*/ 3122742 w 3861828"/>
                <a:gd name="csY155" fmla="*/ 107208 h 4807419"/>
                <a:gd name="csX156" fmla="*/ 3126715 w 3861828"/>
                <a:gd name="csY156" fmla="*/ 90998 h 4807419"/>
                <a:gd name="csX157" fmla="*/ 3132597 w 3861828"/>
                <a:gd name="csY157" fmla="*/ 79397 h 4807419"/>
                <a:gd name="csX158" fmla="*/ 3106849 w 3861828"/>
                <a:gd name="csY158" fmla="*/ 107208 h 4807419"/>
                <a:gd name="csX159" fmla="*/ 3106849 w 3861828"/>
                <a:gd name="csY159" fmla="*/ 405189 h 4807419"/>
                <a:gd name="csX160" fmla="*/ 2860519 w 3861828"/>
                <a:gd name="csY160" fmla="*/ 405189 h 4807419"/>
                <a:gd name="csX161" fmla="*/ 2860519 w 3861828"/>
                <a:gd name="csY161" fmla="*/ 107208 h 4807419"/>
                <a:gd name="csX162" fmla="*/ 2859087 w 3861828"/>
                <a:gd name="csY162" fmla="*/ 95289 h 4807419"/>
                <a:gd name="csX163" fmla="*/ 3108281 w 3861828"/>
                <a:gd name="csY163" fmla="*/ 95289 h 4807419"/>
                <a:gd name="csX164" fmla="*/ 3106849 w 3861828"/>
                <a:gd name="csY164" fmla="*/ 107208 h 4807419"/>
                <a:gd name="csX165" fmla="*/ 2485141 w 3861828"/>
                <a:gd name="csY165" fmla="*/ 79397 h 4807419"/>
                <a:gd name="csX166" fmla="*/ 2491023 w 3861828"/>
                <a:gd name="csY166" fmla="*/ 90998 h 4807419"/>
                <a:gd name="csX167" fmla="*/ 2494996 w 3861828"/>
                <a:gd name="csY167" fmla="*/ 107208 h 4807419"/>
                <a:gd name="csX168" fmla="*/ 2494996 w 3861828"/>
                <a:gd name="csY168" fmla="*/ 421081 h 4807419"/>
                <a:gd name="csX169" fmla="*/ 2773111 w 3861828"/>
                <a:gd name="csY169" fmla="*/ 421081 h 4807419"/>
                <a:gd name="csX170" fmla="*/ 2773111 w 3861828"/>
                <a:gd name="csY170" fmla="*/ 107208 h 4807419"/>
                <a:gd name="csX171" fmla="*/ 2777084 w 3861828"/>
                <a:gd name="csY171" fmla="*/ 90998 h 4807419"/>
                <a:gd name="csX172" fmla="*/ 2782966 w 3861828"/>
                <a:gd name="csY172" fmla="*/ 79397 h 4807419"/>
                <a:gd name="csX173" fmla="*/ 2757219 w 3861828"/>
                <a:gd name="csY173" fmla="*/ 107208 h 4807419"/>
                <a:gd name="csX174" fmla="*/ 2757219 w 3861828"/>
                <a:gd name="csY174" fmla="*/ 405189 h 4807419"/>
                <a:gd name="csX175" fmla="*/ 2510888 w 3861828"/>
                <a:gd name="csY175" fmla="*/ 405189 h 4807419"/>
                <a:gd name="csX176" fmla="*/ 2510888 w 3861828"/>
                <a:gd name="csY176" fmla="*/ 107208 h 4807419"/>
                <a:gd name="csX177" fmla="*/ 2509457 w 3861828"/>
                <a:gd name="csY177" fmla="*/ 95289 h 4807419"/>
                <a:gd name="csX178" fmla="*/ 2758651 w 3861828"/>
                <a:gd name="csY178" fmla="*/ 95289 h 4807419"/>
                <a:gd name="csX179" fmla="*/ 2757219 w 3861828"/>
                <a:gd name="csY179" fmla="*/ 107208 h 4807419"/>
                <a:gd name="csX180" fmla="*/ 2135510 w 3861828"/>
                <a:gd name="csY180" fmla="*/ 79397 h 4807419"/>
                <a:gd name="csX181" fmla="*/ 2141392 w 3861828"/>
                <a:gd name="csY181" fmla="*/ 90998 h 4807419"/>
                <a:gd name="csX182" fmla="*/ 2145365 w 3861828"/>
                <a:gd name="csY182" fmla="*/ 107208 h 4807419"/>
                <a:gd name="csX183" fmla="*/ 2145365 w 3861828"/>
                <a:gd name="csY183" fmla="*/ 421081 h 4807419"/>
                <a:gd name="csX184" fmla="*/ 2423481 w 3861828"/>
                <a:gd name="csY184" fmla="*/ 421081 h 4807419"/>
                <a:gd name="csX185" fmla="*/ 2423481 w 3861828"/>
                <a:gd name="csY185" fmla="*/ 107208 h 4807419"/>
                <a:gd name="csX186" fmla="*/ 2427454 w 3861828"/>
                <a:gd name="csY186" fmla="*/ 90998 h 4807419"/>
                <a:gd name="csX187" fmla="*/ 2433336 w 3861828"/>
                <a:gd name="csY187" fmla="*/ 79397 h 4807419"/>
                <a:gd name="csX188" fmla="*/ 2407588 w 3861828"/>
                <a:gd name="csY188" fmla="*/ 107208 h 4807419"/>
                <a:gd name="csX189" fmla="*/ 2407588 w 3861828"/>
                <a:gd name="csY189" fmla="*/ 405189 h 4807419"/>
                <a:gd name="csX190" fmla="*/ 2161258 w 3861828"/>
                <a:gd name="csY190" fmla="*/ 405189 h 4807419"/>
                <a:gd name="csX191" fmla="*/ 2161258 w 3861828"/>
                <a:gd name="csY191" fmla="*/ 107208 h 4807419"/>
                <a:gd name="csX192" fmla="*/ 2159826 w 3861828"/>
                <a:gd name="csY192" fmla="*/ 95289 h 4807419"/>
                <a:gd name="csX193" fmla="*/ 2409020 w 3861828"/>
                <a:gd name="csY193" fmla="*/ 95289 h 4807419"/>
                <a:gd name="csX194" fmla="*/ 2407588 w 3861828"/>
                <a:gd name="csY194" fmla="*/ 107208 h 4807419"/>
                <a:gd name="csX195" fmla="*/ 1785880 w 3861828"/>
                <a:gd name="csY195" fmla="*/ 79397 h 4807419"/>
                <a:gd name="csX196" fmla="*/ 1791762 w 3861828"/>
                <a:gd name="csY196" fmla="*/ 90998 h 4807419"/>
                <a:gd name="csX197" fmla="*/ 1795735 w 3861828"/>
                <a:gd name="csY197" fmla="*/ 107208 h 4807419"/>
                <a:gd name="csX198" fmla="*/ 1795735 w 3861828"/>
                <a:gd name="csY198" fmla="*/ 421081 h 4807419"/>
                <a:gd name="csX199" fmla="*/ 2073850 w 3861828"/>
                <a:gd name="csY199" fmla="*/ 421081 h 4807419"/>
                <a:gd name="csX200" fmla="*/ 2073850 w 3861828"/>
                <a:gd name="csY200" fmla="*/ 107208 h 4807419"/>
                <a:gd name="csX201" fmla="*/ 2077823 w 3861828"/>
                <a:gd name="csY201" fmla="*/ 90998 h 4807419"/>
                <a:gd name="csX202" fmla="*/ 2083705 w 3861828"/>
                <a:gd name="csY202" fmla="*/ 79397 h 4807419"/>
                <a:gd name="csX203" fmla="*/ 2057958 w 3861828"/>
                <a:gd name="csY203" fmla="*/ 107208 h 4807419"/>
                <a:gd name="csX204" fmla="*/ 2057958 w 3861828"/>
                <a:gd name="csY204" fmla="*/ 405189 h 4807419"/>
                <a:gd name="csX205" fmla="*/ 1811627 w 3861828"/>
                <a:gd name="csY205" fmla="*/ 405189 h 4807419"/>
                <a:gd name="csX206" fmla="*/ 1811627 w 3861828"/>
                <a:gd name="csY206" fmla="*/ 107208 h 4807419"/>
                <a:gd name="csX207" fmla="*/ 1810195 w 3861828"/>
                <a:gd name="csY207" fmla="*/ 95289 h 4807419"/>
                <a:gd name="csX208" fmla="*/ 2059389 w 3861828"/>
                <a:gd name="csY208" fmla="*/ 95289 h 4807419"/>
                <a:gd name="csX209" fmla="*/ 2057958 w 3861828"/>
                <a:gd name="csY209" fmla="*/ 107208 h 4807419"/>
                <a:gd name="csX210" fmla="*/ 1436249 w 3861828"/>
                <a:gd name="csY210" fmla="*/ 79397 h 4807419"/>
                <a:gd name="csX211" fmla="*/ 1442131 w 3861828"/>
                <a:gd name="csY211" fmla="*/ 90998 h 4807419"/>
                <a:gd name="csX212" fmla="*/ 1446104 w 3861828"/>
                <a:gd name="csY212" fmla="*/ 107208 h 4807419"/>
                <a:gd name="csX213" fmla="*/ 1446104 w 3861828"/>
                <a:gd name="csY213" fmla="*/ 421081 h 4807419"/>
                <a:gd name="csX214" fmla="*/ 1724220 w 3861828"/>
                <a:gd name="csY214" fmla="*/ 421081 h 4807419"/>
                <a:gd name="csX215" fmla="*/ 1724220 w 3861828"/>
                <a:gd name="csY215" fmla="*/ 107208 h 4807419"/>
                <a:gd name="csX216" fmla="*/ 1728193 w 3861828"/>
                <a:gd name="csY216" fmla="*/ 90998 h 4807419"/>
                <a:gd name="csX217" fmla="*/ 1734075 w 3861828"/>
                <a:gd name="csY217" fmla="*/ 79397 h 4807419"/>
                <a:gd name="csX218" fmla="*/ 1708327 w 3861828"/>
                <a:gd name="csY218" fmla="*/ 107208 h 4807419"/>
                <a:gd name="csX219" fmla="*/ 1708327 w 3861828"/>
                <a:gd name="csY219" fmla="*/ 405189 h 4807419"/>
                <a:gd name="csX220" fmla="*/ 1461997 w 3861828"/>
                <a:gd name="csY220" fmla="*/ 405189 h 4807419"/>
                <a:gd name="csX221" fmla="*/ 1461997 w 3861828"/>
                <a:gd name="csY221" fmla="*/ 107208 h 4807419"/>
                <a:gd name="csX222" fmla="*/ 1460565 w 3861828"/>
                <a:gd name="csY222" fmla="*/ 95289 h 4807419"/>
                <a:gd name="csX223" fmla="*/ 1709759 w 3861828"/>
                <a:gd name="csY223" fmla="*/ 95289 h 4807419"/>
                <a:gd name="csX224" fmla="*/ 1708327 w 3861828"/>
                <a:gd name="csY224" fmla="*/ 107208 h 4807419"/>
                <a:gd name="csX225" fmla="*/ 1086619 w 3861828"/>
                <a:gd name="csY225" fmla="*/ 79397 h 4807419"/>
                <a:gd name="csX226" fmla="*/ 1092500 w 3861828"/>
                <a:gd name="csY226" fmla="*/ 90998 h 4807419"/>
                <a:gd name="csX227" fmla="*/ 1096474 w 3861828"/>
                <a:gd name="csY227" fmla="*/ 107208 h 4807419"/>
                <a:gd name="csX228" fmla="*/ 1096474 w 3861828"/>
                <a:gd name="csY228" fmla="*/ 421081 h 4807419"/>
                <a:gd name="csX229" fmla="*/ 1374589 w 3861828"/>
                <a:gd name="csY229" fmla="*/ 421081 h 4807419"/>
                <a:gd name="csX230" fmla="*/ 1374589 w 3861828"/>
                <a:gd name="csY230" fmla="*/ 107208 h 4807419"/>
                <a:gd name="csX231" fmla="*/ 1378562 w 3861828"/>
                <a:gd name="csY231" fmla="*/ 90998 h 4807419"/>
                <a:gd name="csX232" fmla="*/ 1384444 w 3861828"/>
                <a:gd name="csY232" fmla="*/ 79397 h 4807419"/>
                <a:gd name="csX233" fmla="*/ 1358696 w 3861828"/>
                <a:gd name="csY233" fmla="*/ 107208 h 4807419"/>
                <a:gd name="csX234" fmla="*/ 1358696 w 3861828"/>
                <a:gd name="csY234" fmla="*/ 405189 h 4807419"/>
                <a:gd name="csX235" fmla="*/ 1112366 w 3861828"/>
                <a:gd name="csY235" fmla="*/ 405189 h 4807419"/>
                <a:gd name="csX236" fmla="*/ 1112366 w 3861828"/>
                <a:gd name="csY236" fmla="*/ 107208 h 4807419"/>
                <a:gd name="csX237" fmla="*/ 1110934 w 3861828"/>
                <a:gd name="csY237" fmla="*/ 95289 h 4807419"/>
                <a:gd name="csX238" fmla="*/ 1360128 w 3861828"/>
                <a:gd name="csY238" fmla="*/ 95289 h 4807419"/>
                <a:gd name="csX239" fmla="*/ 1358697 w 3861828"/>
                <a:gd name="csY239" fmla="*/ 107208 h 4807419"/>
                <a:gd name="csX240" fmla="*/ 736988 w 3861828"/>
                <a:gd name="csY240" fmla="*/ 79397 h 4807419"/>
                <a:gd name="csX241" fmla="*/ 742870 w 3861828"/>
                <a:gd name="csY241" fmla="*/ 90998 h 4807419"/>
                <a:gd name="csX242" fmla="*/ 746843 w 3861828"/>
                <a:gd name="csY242" fmla="*/ 107208 h 4807419"/>
                <a:gd name="csX243" fmla="*/ 746843 w 3861828"/>
                <a:gd name="csY243" fmla="*/ 421081 h 4807419"/>
                <a:gd name="csX244" fmla="*/ 1024958 w 3861828"/>
                <a:gd name="csY244" fmla="*/ 421081 h 4807419"/>
                <a:gd name="csX245" fmla="*/ 1024958 w 3861828"/>
                <a:gd name="csY245" fmla="*/ 107208 h 4807419"/>
                <a:gd name="csX246" fmla="*/ 1028931 w 3861828"/>
                <a:gd name="csY246" fmla="*/ 90998 h 4807419"/>
                <a:gd name="csX247" fmla="*/ 1034814 w 3861828"/>
                <a:gd name="csY247" fmla="*/ 79397 h 4807419"/>
                <a:gd name="csX248" fmla="*/ 1009066 w 3861828"/>
                <a:gd name="csY248" fmla="*/ 107208 h 4807419"/>
                <a:gd name="csX249" fmla="*/ 1009066 w 3861828"/>
                <a:gd name="csY249" fmla="*/ 405189 h 4807419"/>
                <a:gd name="csX250" fmla="*/ 762735 w 3861828"/>
                <a:gd name="csY250" fmla="*/ 405189 h 4807419"/>
                <a:gd name="csX251" fmla="*/ 762735 w 3861828"/>
                <a:gd name="csY251" fmla="*/ 107208 h 4807419"/>
                <a:gd name="csX252" fmla="*/ 761304 w 3861828"/>
                <a:gd name="csY252" fmla="*/ 95289 h 4807419"/>
                <a:gd name="csX253" fmla="*/ 1010498 w 3861828"/>
                <a:gd name="csY253" fmla="*/ 95289 h 4807419"/>
                <a:gd name="csX254" fmla="*/ 1009066 w 3861828"/>
                <a:gd name="csY254" fmla="*/ 107208 h 4807419"/>
                <a:gd name="csX255" fmla="*/ 387358 w 3861828"/>
                <a:gd name="csY255" fmla="*/ 79397 h 4807419"/>
                <a:gd name="csX256" fmla="*/ 393239 w 3861828"/>
                <a:gd name="csY256" fmla="*/ 90998 h 4807419"/>
                <a:gd name="csX257" fmla="*/ 397212 w 3861828"/>
                <a:gd name="csY257" fmla="*/ 107208 h 4807419"/>
                <a:gd name="csX258" fmla="*/ 397212 w 3861828"/>
                <a:gd name="csY258" fmla="*/ 421081 h 4807419"/>
                <a:gd name="csX259" fmla="*/ 675328 w 3861828"/>
                <a:gd name="csY259" fmla="*/ 421081 h 4807419"/>
                <a:gd name="csX260" fmla="*/ 675328 w 3861828"/>
                <a:gd name="csY260" fmla="*/ 107208 h 4807419"/>
                <a:gd name="csX261" fmla="*/ 679301 w 3861828"/>
                <a:gd name="csY261" fmla="*/ 90998 h 4807419"/>
                <a:gd name="csX262" fmla="*/ 685183 w 3861828"/>
                <a:gd name="csY262" fmla="*/ 79397 h 4807419"/>
                <a:gd name="csX263" fmla="*/ 659435 w 3861828"/>
                <a:gd name="csY263" fmla="*/ 107208 h 4807419"/>
                <a:gd name="csX264" fmla="*/ 659435 w 3861828"/>
                <a:gd name="csY264" fmla="*/ 405189 h 4807419"/>
                <a:gd name="csX265" fmla="*/ 413105 w 3861828"/>
                <a:gd name="csY265" fmla="*/ 405189 h 4807419"/>
                <a:gd name="csX266" fmla="*/ 413105 w 3861828"/>
                <a:gd name="csY266" fmla="*/ 107208 h 4807419"/>
                <a:gd name="csX267" fmla="*/ 411673 w 3861828"/>
                <a:gd name="csY267" fmla="*/ 95289 h 4807419"/>
                <a:gd name="csX268" fmla="*/ 660867 w 3861828"/>
                <a:gd name="csY268" fmla="*/ 95289 h 4807419"/>
                <a:gd name="csX269" fmla="*/ 659436 w 3861828"/>
                <a:gd name="csY269" fmla="*/ 107208 h 4807419"/>
                <a:gd name="csX270" fmla="*/ 3184402 w 3861828"/>
                <a:gd name="csY270" fmla="*/ 79397 h 4807419"/>
                <a:gd name="csX271" fmla="*/ 3190284 w 3861828"/>
                <a:gd name="csY271" fmla="*/ 90998 h 4807419"/>
                <a:gd name="csX272" fmla="*/ 3194257 w 3861828"/>
                <a:gd name="csY272" fmla="*/ 107208 h 4807419"/>
                <a:gd name="csX273" fmla="*/ 3194257 w 3861828"/>
                <a:gd name="csY273" fmla="*/ 421081 h 4807419"/>
                <a:gd name="csX274" fmla="*/ 3472372 w 3861828"/>
                <a:gd name="csY274" fmla="*/ 421081 h 4807419"/>
                <a:gd name="csX275" fmla="*/ 3472372 w 3861828"/>
                <a:gd name="csY275" fmla="*/ 107208 h 4807419"/>
                <a:gd name="csX276" fmla="*/ 3476345 w 3861828"/>
                <a:gd name="csY276" fmla="*/ 90998 h 4807419"/>
                <a:gd name="csX277" fmla="*/ 3482227 w 3861828"/>
                <a:gd name="csY277" fmla="*/ 79397 h 4807419"/>
                <a:gd name="csX278" fmla="*/ 3456480 w 3861828"/>
                <a:gd name="csY278" fmla="*/ 107208 h 4807419"/>
                <a:gd name="csX279" fmla="*/ 3456480 w 3861828"/>
                <a:gd name="csY279" fmla="*/ 405189 h 4807419"/>
                <a:gd name="csX280" fmla="*/ 3210149 w 3861828"/>
                <a:gd name="csY280" fmla="*/ 405189 h 4807419"/>
                <a:gd name="csX281" fmla="*/ 3210149 w 3861828"/>
                <a:gd name="csY281" fmla="*/ 107208 h 4807419"/>
                <a:gd name="csX282" fmla="*/ 3208718 w 3861828"/>
                <a:gd name="csY282" fmla="*/ 95289 h 4807419"/>
                <a:gd name="csX283" fmla="*/ 3457912 w 3861828"/>
                <a:gd name="csY283" fmla="*/ 95289 h 4807419"/>
                <a:gd name="csX284" fmla="*/ 3456480 w 3861828"/>
                <a:gd name="csY284" fmla="*/ 107208 h 4807419"/>
                <a:gd name="csX285" fmla="*/ 2834771 w 3861828"/>
                <a:gd name="csY285" fmla="*/ 79397 h 4807419"/>
                <a:gd name="csX286" fmla="*/ 2840653 w 3861828"/>
                <a:gd name="csY286" fmla="*/ 90998 h 4807419"/>
                <a:gd name="csX287" fmla="*/ 2844627 w 3861828"/>
                <a:gd name="csY287" fmla="*/ 107208 h 4807419"/>
                <a:gd name="csX288" fmla="*/ 2844627 w 3861828"/>
                <a:gd name="csY288" fmla="*/ 421081 h 4807419"/>
                <a:gd name="csX289" fmla="*/ 3122742 w 3861828"/>
                <a:gd name="csY289" fmla="*/ 421081 h 4807419"/>
                <a:gd name="csX290" fmla="*/ 3122742 w 3861828"/>
                <a:gd name="csY290" fmla="*/ 107208 h 4807419"/>
                <a:gd name="csX291" fmla="*/ 3126715 w 3861828"/>
                <a:gd name="csY291" fmla="*/ 90998 h 4807419"/>
                <a:gd name="csX292" fmla="*/ 3132597 w 3861828"/>
                <a:gd name="csY292" fmla="*/ 79397 h 4807419"/>
                <a:gd name="csX293" fmla="*/ 3106849 w 3861828"/>
                <a:gd name="csY293" fmla="*/ 107208 h 4807419"/>
                <a:gd name="csX294" fmla="*/ 3106849 w 3861828"/>
                <a:gd name="csY294" fmla="*/ 405189 h 4807419"/>
                <a:gd name="csX295" fmla="*/ 2860519 w 3861828"/>
                <a:gd name="csY295" fmla="*/ 405189 h 4807419"/>
                <a:gd name="csX296" fmla="*/ 2860519 w 3861828"/>
                <a:gd name="csY296" fmla="*/ 107208 h 4807419"/>
                <a:gd name="csX297" fmla="*/ 2859087 w 3861828"/>
                <a:gd name="csY297" fmla="*/ 95289 h 4807419"/>
                <a:gd name="csX298" fmla="*/ 3108281 w 3861828"/>
                <a:gd name="csY298" fmla="*/ 95289 h 4807419"/>
                <a:gd name="csX299" fmla="*/ 3106849 w 3861828"/>
                <a:gd name="csY299" fmla="*/ 107208 h 4807419"/>
                <a:gd name="csX300" fmla="*/ 2485141 w 3861828"/>
                <a:gd name="csY300" fmla="*/ 79397 h 4807419"/>
                <a:gd name="csX301" fmla="*/ 2491023 w 3861828"/>
                <a:gd name="csY301" fmla="*/ 90998 h 4807419"/>
                <a:gd name="csX302" fmla="*/ 2494996 w 3861828"/>
                <a:gd name="csY302" fmla="*/ 107208 h 4807419"/>
                <a:gd name="csX303" fmla="*/ 2494996 w 3861828"/>
                <a:gd name="csY303" fmla="*/ 421081 h 4807419"/>
                <a:gd name="csX304" fmla="*/ 2773111 w 3861828"/>
                <a:gd name="csY304" fmla="*/ 421081 h 4807419"/>
                <a:gd name="csX305" fmla="*/ 2773111 w 3861828"/>
                <a:gd name="csY305" fmla="*/ 107208 h 4807419"/>
                <a:gd name="csX306" fmla="*/ 2777084 w 3861828"/>
                <a:gd name="csY306" fmla="*/ 90998 h 4807419"/>
                <a:gd name="csX307" fmla="*/ 2782966 w 3861828"/>
                <a:gd name="csY307" fmla="*/ 79397 h 4807419"/>
                <a:gd name="csX308" fmla="*/ 2757219 w 3861828"/>
                <a:gd name="csY308" fmla="*/ 107208 h 4807419"/>
                <a:gd name="csX309" fmla="*/ 2757219 w 3861828"/>
                <a:gd name="csY309" fmla="*/ 405189 h 4807419"/>
                <a:gd name="csX310" fmla="*/ 2510888 w 3861828"/>
                <a:gd name="csY310" fmla="*/ 405189 h 4807419"/>
                <a:gd name="csX311" fmla="*/ 2510888 w 3861828"/>
                <a:gd name="csY311" fmla="*/ 107208 h 4807419"/>
                <a:gd name="csX312" fmla="*/ 2509457 w 3861828"/>
                <a:gd name="csY312" fmla="*/ 95289 h 4807419"/>
                <a:gd name="csX313" fmla="*/ 2758651 w 3861828"/>
                <a:gd name="csY313" fmla="*/ 95289 h 4807419"/>
                <a:gd name="csX314" fmla="*/ 2757219 w 3861828"/>
                <a:gd name="csY314" fmla="*/ 107208 h 4807419"/>
                <a:gd name="csX315" fmla="*/ 2135510 w 3861828"/>
                <a:gd name="csY315" fmla="*/ 79397 h 4807419"/>
                <a:gd name="csX316" fmla="*/ 2141392 w 3861828"/>
                <a:gd name="csY316" fmla="*/ 90998 h 4807419"/>
                <a:gd name="csX317" fmla="*/ 2145365 w 3861828"/>
                <a:gd name="csY317" fmla="*/ 107208 h 4807419"/>
                <a:gd name="csX318" fmla="*/ 2145365 w 3861828"/>
                <a:gd name="csY318" fmla="*/ 421081 h 4807419"/>
                <a:gd name="csX319" fmla="*/ 2423481 w 3861828"/>
                <a:gd name="csY319" fmla="*/ 421081 h 4807419"/>
                <a:gd name="csX320" fmla="*/ 2423481 w 3861828"/>
                <a:gd name="csY320" fmla="*/ 107208 h 4807419"/>
                <a:gd name="csX321" fmla="*/ 2427454 w 3861828"/>
                <a:gd name="csY321" fmla="*/ 90998 h 4807419"/>
                <a:gd name="csX322" fmla="*/ 2433336 w 3861828"/>
                <a:gd name="csY322" fmla="*/ 79397 h 4807419"/>
                <a:gd name="csX323" fmla="*/ 2407588 w 3861828"/>
                <a:gd name="csY323" fmla="*/ 107208 h 4807419"/>
                <a:gd name="csX324" fmla="*/ 2407588 w 3861828"/>
                <a:gd name="csY324" fmla="*/ 405189 h 4807419"/>
                <a:gd name="csX325" fmla="*/ 2161258 w 3861828"/>
                <a:gd name="csY325" fmla="*/ 405189 h 4807419"/>
                <a:gd name="csX326" fmla="*/ 2161258 w 3861828"/>
                <a:gd name="csY326" fmla="*/ 107208 h 4807419"/>
                <a:gd name="csX327" fmla="*/ 2159826 w 3861828"/>
                <a:gd name="csY327" fmla="*/ 95289 h 4807419"/>
                <a:gd name="csX328" fmla="*/ 2409020 w 3861828"/>
                <a:gd name="csY328" fmla="*/ 95289 h 4807419"/>
                <a:gd name="csX329" fmla="*/ 2407588 w 3861828"/>
                <a:gd name="csY329" fmla="*/ 107208 h 4807419"/>
                <a:gd name="csX330" fmla="*/ 1785880 w 3861828"/>
                <a:gd name="csY330" fmla="*/ 79397 h 4807419"/>
                <a:gd name="csX331" fmla="*/ 1791762 w 3861828"/>
                <a:gd name="csY331" fmla="*/ 90998 h 4807419"/>
                <a:gd name="csX332" fmla="*/ 1795735 w 3861828"/>
                <a:gd name="csY332" fmla="*/ 107208 h 4807419"/>
                <a:gd name="csX333" fmla="*/ 1795735 w 3861828"/>
                <a:gd name="csY333" fmla="*/ 421081 h 4807419"/>
                <a:gd name="csX334" fmla="*/ 2073850 w 3861828"/>
                <a:gd name="csY334" fmla="*/ 421081 h 4807419"/>
                <a:gd name="csX335" fmla="*/ 2073850 w 3861828"/>
                <a:gd name="csY335" fmla="*/ 107208 h 4807419"/>
                <a:gd name="csX336" fmla="*/ 2077823 w 3861828"/>
                <a:gd name="csY336" fmla="*/ 90998 h 4807419"/>
                <a:gd name="csX337" fmla="*/ 2083705 w 3861828"/>
                <a:gd name="csY337" fmla="*/ 79397 h 4807419"/>
                <a:gd name="csX338" fmla="*/ 2057958 w 3861828"/>
                <a:gd name="csY338" fmla="*/ 107208 h 4807419"/>
                <a:gd name="csX339" fmla="*/ 2057958 w 3861828"/>
                <a:gd name="csY339" fmla="*/ 405189 h 4807419"/>
                <a:gd name="csX340" fmla="*/ 1811627 w 3861828"/>
                <a:gd name="csY340" fmla="*/ 405189 h 4807419"/>
                <a:gd name="csX341" fmla="*/ 1811627 w 3861828"/>
                <a:gd name="csY341" fmla="*/ 107208 h 4807419"/>
                <a:gd name="csX342" fmla="*/ 1810195 w 3861828"/>
                <a:gd name="csY342" fmla="*/ 95289 h 4807419"/>
                <a:gd name="csX343" fmla="*/ 2059389 w 3861828"/>
                <a:gd name="csY343" fmla="*/ 95289 h 4807419"/>
                <a:gd name="csX344" fmla="*/ 2057958 w 3861828"/>
                <a:gd name="csY344" fmla="*/ 107208 h 4807419"/>
                <a:gd name="csX345" fmla="*/ 1436249 w 3861828"/>
                <a:gd name="csY345" fmla="*/ 79397 h 4807419"/>
                <a:gd name="csX346" fmla="*/ 1442131 w 3861828"/>
                <a:gd name="csY346" fmla="*/ 90998 h 4807419"/>
                <a:gd name="csX347" fmla="*/ 1446104 w 3861828"/>
                <a:gd name="csY347" fmla="*/ 107208 h 4807419"/>
                <a:gd name="csX348" fmla="*/ 1446104 w 3861828"/>
                <a:gd name="csY348" fmla="*/ 421081 h 4807419"/>
                <a:gd name="csX349" fmla="*/ 1724220 w 3861828"/>
                <a:gd name="csY349" fmla="*/ 421081 h 4807419"/>
                <a:gd name="csX350" fmla="*/ 1724220 w 3861828"/>
                <a:gd name="csY350" fmla="*/ 107208 h 4807419"/>
                <a:gd name="csX351" fmla="*/ 1728193 w 3861828"/>
                <a:gd name="csY351" fmla="*/ 90998 h 4807419"/>
                <a:gd name="csX352" fmla="*/ 1734075 w 3861828"/>
                <a:gd name="csY352" fmla="*/ 79397 h 4807419"/>
                <a:gd name="csX353" fmla="*/ 1708327 w 3861828"/>
                <a:gd name="csY353" fmla="*/ 107208 h 4807419"/>
                <a:gd name="csX354" fmla="*/ 1708327 w 3861828"/>
                <a:gd name="csY354" fmla="*/ 405189 h 4807419"/>
                <a:gd name="csX355" fmla="*/ 1461997 w 3861828"/>
                <a:gd name="csY355" fmla="*/ 405189 h 4807419"/>
                <a:gd name="csX356" fmla="*/ 1461997 w 3861828"/>
                <a:gd name="csY356" fmla="*/ 107208 h 4807419"/>
                <a:gd name="csX357" fmla="*/ 1460565 w 3861828"/>
                <a:gd name="csY357" fmla="*/ 95289 h 4807419"/>
                <a:gd name="csX358" fmla="*/ 1709759 w 3861828"/>
                <a:gd name="csY358" fmla="*/ 95289 h 4807419"/>
                <a:gd name="csX359" fmla="*/ 1708327 w 3861828"/>
                <a:gd name="csY359" fmla="*/ 107208 h 4807419"/>
                <a:gd name="csX360" fmla="*/ 1086619 w 3861828"/>
                <a:gd name="csY360" fmla="*/ 79397 h 4807419"/>
                <a:gd name="csX361" fmla="*/ 1092500 w 3861828"/>
                <a:gd name="csY361" fmla="*/ 90998 h 4807419"/>
                <a:gd name="csX362" fmla="*/ 1096474 w 3861828"/>
                <a:gd name="csY362" fmla="*/ 107208 h 4807419"/>
                <a:gd name="csX363" fmla="*/ 1096474 w 3861828"/>
                <a:gd name="csY363" fmla="*/ 421081 h 4807419"/>
                <a:gd name="csX364" fmla="*/ 1374589 w 3861828"/>
                <a:gd name="csY364" fmla="*/ 421081 h 4807419"/>
                <a:gd name="csX365" fmla="*/ 1374589 w 3861828"/>
                <a:gd name="csY365" fmla="*/ 107208 h 4807419"/>
                <a:gd name="csX366" fmla="*/ 1378562 w 3861828"/>
                <a:gd name="csY366" fmla="*/ 90998 h 4807419"/>
                <a:gd name="csX367" fmla="*/ 1384444 w 3861828"/>
                <a:gd name="csY367" fmla="*/ 79397 h 4807419"/>
                <a:gd name="csX368" fmla="*/ 1358696 w 3861828"/>
                <a:gd name="csY368" fmla="*/ 107208 h 4807419"/>
                <a:gd name="csX369" fmla="*/ 1358696 w 3861828"/>
                <a:gd name="csY369" fmla="*/ 405189 h 4807419"/>
                <a:gd name="csX370" fmla="*/ 1112366 w 3861828"/>
                <a:gd name="csY370" fmla="*/ 405189 h 4807419"/>
                <a:gd name="csX371" fmla="*/ 1112366 w 3861828"/>
                <a:gd name="csY371" fmla="*/ 107208 h 4807419"/>
                <a:gd name="csX372" fmla="*/ 1110934 w 3861828"/>
                <a:gd name="csY372" fmla="*/ 95289 h 4807419"/>
                <a:gd name="csX373" fmla="*/ 1360128 w 3861828"/>
                <a:gd name="csY373" fmla="*/ 95289 h 4807419"/>
                <a:gd name="csX374" fmla="*/ 1358697 w 3861828"/>
                <a:gd name="csY374" fmla="*/ 107208 h 4807419"/>
                <a:gd name="csX375" fmla="*/ 736988 w 3861828"/>
                <a:gd name="csY375" fmla="*/ 79397 h 4807419"/>
                <a:gd name="csX376" fmla="*/ 742870 w 3861828"/>
                <a:gd name="csY376" fmla="*/ 90998 h 4807419"/>
                <a:gd name="csX377" fmla="*/ 746843 w 3861828"/>
                <a:gd name="csY377" fmla="*/ 107208 h 4807419"/>
                <a:gd name="csX378" fmla="*/ 746843 w 3861828"/>
                <a:gd name="csY378" fmla="*/ 421081 h 4807419"/>
                <a:gd name="csX379" fmla="*/ 1024958 w 3861828"/>
                <a:gd name="csY379" fmla="*/ 421081 h 4807419"/>
                <a:gd name="csX380" fmla="*/ 1024958 w 3861828"/>
                <a:gd name="csY380" fmla="*/ 107208 h 4807419"/>
                <a:gd name="csX381" fmla="*/ 1028931 w 3861828"/>
                <a:gd name="csY381" fmla="*/ 90998 h 4807419"/>
                <a:gd name="csX382" fmla="*/ 1034814 w 3861828"/>
                <a:gd name="csY382" fmla="*/ 79397 h 4807419"/>
                <a:gd name="csX383" fmla="*/ 1009066 w 3861828"/>
                <a:gd name="csY383" fmla="*/ 107208 h 4807419"/>
                <a:gd name="csX384" fmla="*/ 1009066 w 3861828"/>
                <a:gd name="csY384" fmla="*/ 405189 h 4807419"/>
                <a:gd name="csX385" fmla="*/ 762735 w 3861828"/>
                <a:gd name="csY385" fmla="*/ 405189 h 4807419"/>
                <a:gd name="csX386" fmla="*/ 762735 w 3861828"/>
                <a:gd name="csY386" fmla="*/ 107208 h 4807419"/>
                <a:gd name="csX387" fmla="*/ 761304 w 3861828"/>
                <a:gd name="csY387" fmla="*/ 95289 h 4807419"/>
                <a:gd name="csX388" fmla="*/ 1010498 w 3861828"/>
                <a:gd name="csY388" fmla="*/ 95289 h 4807419"/>
                <a:gd name="csX389" fmla="*/ 1009066 w 3861828"/>
                <a:gd name="csY389" fmla="*/ 107208 h 4807419"/>
                <a:gd name="csX390" fmla="*/ 387358 w 3861828"/>
                <a:gd name="csY390" fmla="*/ 79397 h 4807419"/>
                <a:gd name="csX391" fmla="*/ 393239 w 3861828"/>
                <a:gd name="csY391" fmla="*/ 90998 h 4807419"/>
                <a:gd name="csX392" fmla="*/ 397212 w 3861828"/>
                <a:gd name="csY392" fmla="*/ 107208 h 4807419"/>
                <a:gd name="csX393" fmla="*/ 397212 w 3861828"/>
                <a:gd name="csY393" fmla="*/ 421081 h 4807419"/>
                <a:gd name="csX394" fmla="*/ 675328 w 3861828"/>
                <a:gd name="csY394" fmla="*/ 421081 h 4807419"/>
                <a:gd name="csX395" fmla="*/ 675328 w 3861828"/>
                <a:gd name="csY395" fmla="*/ 107208 h 4807419"/>
                <a:gd name="csX396" fmla="*/ 679301 w 3861828"/>
                <a:gd name="csY396" fmla="*/ 90998 h 4807419"/>
                <a:gd name="csX397" fmla="*/ 685183 w 3861828"/>
                <a:gd name="csY397" fmla="*/ 79397 h 4807419"/>
                <a:gd name="csX398" fmla="*/ 659435 w 3861828"/>
                <a:gd name="csY398" fmla="*/ 107208 h 4807419"/>
                <a:gd name="csX399" fmla="*/ 659435 w 3861828"/>
                <a:gd name="csY399" fmla="*/ 405189 h 4807419"/>
                <a:gd name="csX400" fmla="*/ 413105 w 3861828"/>
                <a:gd name="csY400" fmla="*/ 405189 h 4807419"/>
                <a:gd name="csX401" fmla="*/ 413105 w 3861828"/>
                <a:gd name="csY401" fmla="*/ 107208 h 4807419"/>
                <a:gd name="csX402" fmla="*/ 411673 w 3861828"/>
                <a:gd name="csY402" fmla="*/ 95289 h 4807419"/>
                <a:gd name="csX403" fmla="*/ 660867 w 3861828"/>
                <a:gd name="csY403" fmla="*/ 95289 h 4807419"/>
                <a:gd name="csX404" fmla="*/ 659436 w 3861828"/>
                <a:gd name="csY404" fmla="*/ 107208 h 4807419"/>
                <a:gd name="csX405" fmla="*/ 3184402 w 3861828"/>
                <a:gd name="csY405" fmla="*/ 79397 h 4807419"/>
                <a:gd name="csX406" fmla="*/ 3190284 w 3861828"/>
                <a:gd name="csY406" fmla="*/ 90998 h 4807419"/>
                <a:gd name="csX407" fmla="*/ 3194257 w 3861828"/>
                <a:gd name="csY407" fmla="*/ 107208 h 4807419"/>
                <a:gd name="csX408" fmla="*/ 3194257 w 3861828"/>
                <a:gd name="csY408" fmla="*/ 421081 h 4807419"/>
                <a:gd name="csX409" fmla="*/ 3472372 w 3861828"/>
                <a:gd name="csY409" fmla="*/ 421081 h 4807419"/>
                <a:gd name="csX410" fmla="*/ 3472372 w 3861828"/>
                <a:gd name="csY410" fmla="*/ 107208 h 4807419"/>
                <a:gd name="csX411" fmla="*/ 3476345 w 3861828"/>
                <a:gd name="csY411" fmla="*/ 90998 h 4807419"/>
                <a:gd name="csX412" fmla="*/ 3482227 w 3861828"/>
                <a:gd name="csY412" fmla="*/ 79397 h 4807419"/>
                <a:gd name="csX413" fmla="*/ 3456480 w 3861828"/>
                <a:gd name="csY413" fmla="*/ 107208 h 4807419"/>
                <a:gd name="csX414" fmla="*/ 3456480 w 3861828"/>
                <a:gd name="csY414" fmla="*/ 405189 h 4807419"/>
                <a:gd name="csX415" fmla="*/ 3210149 w 3861828"/>
                <a:gd name="csY415" fmla="*/ 405189 h 4807419"/>
                <a:gd name="csX416" fmla="*/ 3210149 w 3861828"/>
                <a:gd name="csY416" fmla="*/ 107208 h 4807419"/>
                <a:gd name="csX417" fmla="*/ 3208718 w 3861828"/>
                <a:gd name="csY417" fmla="*/ 95289 h 4807419"/>
                <a:gd name="csX418" fmla="*/ 3457912 w 3861828"/>
                <a:gd name="csY418" fmla="*/ 95289 h 4807419"/>
                <a:gd name="csX419" fmla="*/ 3456480 w 3861828"/>
                <a:gd name="csY419" fmla="*/ 107208 h 4807419"/>
                <a:gd name="csX420" fmla="*/ 2834771 w 3861828"/>
                <a:gd name="csY420" fmla="*/ 79397 h 4807419"/>
                <a:gd name="csX421" fmla="*/ 2840653 w 3861828"/>
                <a:gd name="csY421" fmla="*/ 90998 h 4807419"/>
                <a:gd name="csX422" fmla="*/ 2844627 w 3861828"/>
                <a:gd name="csY422" fmla="*/ 107208 h 4807419"/>
                <a:gd name="csX423" fmla="*/ 2844627 w 3861828"/>
                <a:gd name="csY423" fmla="*/ 421081 h 4807419"/>
                <a:gd name="csX424" fmla="*/ 3122742 w 3861828"/>
                <a:gd name="csY424" fmla="*/ 421081 h 4807419"/>
                <a:gd name="csX425" fmla="*/ 3122742 w 3861828"/>
                <a:gd name="csY425" fmla="*/ 107208 h 4807419"/>
                <a:gd name="csX426" fmla="*/ 3126715 w 3861828"/>
                <a:gd name="csY426" fmla="*/ 90998 h 4807419"/>
                <a:gd name="csX427" fmla="*/ 3132597 w 3861828"/>
                <a:gd name="csY427" fmla="*/ 79397 h 4807419"/>
                <a:gd name="csX428" fmla="*/ 3106849 w 3861828"/>
                <a:gd name="csY428" fmla="*/ 107208 h 4807419"/>
                <a:gd name="csX429" fmla="*/ 3106849 w 3861828"/>
                <a:gd name="csY429" fmla="*/ 405189 h 4807419"/>
                <a:gd name="csX430" fmla="*/ 2860519 w 3861828"/>
                <a:gd name="csY430" fmla="*/ 405189 h 4807419"/>
                <a:gd name="csX431" fmla="*/ 2860519 w 3861828"/>
                <a:gd name="csY431" fmla="*/ 107208 h 4807419"/>
                <a:gd name="csX432" fmla="*/ 2859087 w 3861828"/>
                <a:gd name="csY432" fmla="*/ 95289 h 4807419"/>
                <a:gd name="csX433" fmla="*/ 3108281 w 3861828"/>
                <a:gd name="csY433" fmla="*/ 95289 h 4807419"/>
                <a:gd name="csX434" fmla="*/ 3106849 w 3861828"/>
                <a:gd name="csY434" fmla="*/ 107208 h 4807419"/>
                <a:gd name="csX435" fmla="*/ 2485141 w 3861828"/>
                <a:gd name="csY435" fmla="*/ 79397 h 4807419"/>
                <a:gd name="csX436" fmla="*/ 2491023 w 3861828"/>
                <a:gd name="csY436" fmla="*/ 90998 h 4807419"/>
                <a:gd name="csX437" fmla="*/ 2494996 w 3861828"/>
                <a:gd name="csY437" fmla="*/ 107208 h 4807419"/>
                <a:gd name="csX438" fmla="*/ 2494996 w 3861828"/>
                <a:gd name="csY438" fmla="*/ 421081 h 4807419"/>
                <a:gd name="csX439" fmla="*/ 2773111 w 3861828"/>
                <a:gd name="csY439" fmla="*/ 421081 h 4807419"/>
                <a:gd name="csX440" fmla="*/ 2773111 w 3861828"/>
                <a:gd name="csY440" fmla="*/ 107208 h 4807419"/>
                <a:gd name="csX441" fmla="*/ 2777084 w 3861828"/>
                <a:gd name="csY441" fmla="*/ 90998 h 4807419"/>
                <a:gd name="csX442" fmla="*/ 2782966 w 3861828"/>
                <a:gd name="csY442" fmla="*/ 79397 h 4807419"/>
                <a:gd name="csX443" fmla="*/ 2757219 w 3861828"/>
                <a:gd name="csY443" fmla="*/ 107208 h 4807419"/>
                <a:gd name="csX444" fmla="*/ 2757219 w 3861828"/>
                <a:gd name="csY444" fmla="*/ 405189 h 4807419"/>
                <a:gd name="csX445" fmla="*/ 2510888 w 3861828"/>
                <a:gd name="csY445" fmla="*/ 405189 h 4807419"/>
                <a:gd name="csX446" fmla="*/ 2510888 w 3861828"/>
                <a:gd name="csY446" fmla="*/ 107208 h 4807419"/>
                <a:gd name="csX447" fmla="*/ 2509457 w 3861828"/>
                <a:gd name="csY447" fmla="*/ 95289 h 4807419"/>
                <a:gd name="csX448" fmla="*/ 2758651 w 3861828"/>
                <a:gd name="csY448" fmla="*/ 95289 h 4807419"/>
                <a:gd name="csX449" fmla="*/ 2757219 w 3861828"/>
                <a:gd name="csY449" fmla="*/ 107208 h 4807419"/>
                <a:gd name="csX450" fmla="*/ 2135510 w 3861828"/>
                <a:gd name="csY450" fmla="*/ 79397 h 4807419"/>
                <a:gd name="csX451" fmla="*/ 2141392 w 3861828"/>
                <a:gd name="csY451" fmla="*/ 90998 h 4807419"/>
                <a:gd name="csX452" fmla="*/ 2145365 w 3861828"/>
                <a:gd name="csY452" fmla="*/ 107208 h 4807419"/>
                <a:gd name="csX453" fmla="*/ 2145365 w 3861828"/>
                <a:gd name="csY453" fmla="*/ 421081 h 4807419"/>
                <a:gd name="csX454" fmla="*/ 2423481 w 3861828"/>
                <a:gd name="csY454" fmla="*/ 421081 h 4807419"/>
                <a:gd name="csX455" fmla="*/ 2423481 w 3861828"/>
                <a:gd name="csY455" fmla="*/ 107208 h 4807419"/>
                <a:gd name="csX456" fmla="*/ 2427454 w 3861828"/>
                <a:gd name="csY456" fmla="*/ 90998 h 4807419"/>
                <a:gd name="csX457" fmla="*/ 2433336 w 3861828"/>
                <a:gd name="csY457" fmla="*/ 79397 h 4807419"/>
                <a:gd name="csX458" fmla="*/ 2407588 w 3861828"/>
                <a:gd name="csY458" fmla="*/ 107208 h 4807419"/>
                <a:gd name="csX459" fmla="*/ 2407588 w 3861828"/>
                <a:gd name="csY459" fmla="*/ 405189 h 4807419"/>
                <a:gd name="csX460" fmla="*/ 2161258 w 3861828"/>
                <a:gd name="csY460" fmla="*/ 405189 h 4807419"/>
                <a:gd name="csX461" fmla="*/ 2161258 w 3861828"/>
                <a:gd name="csY461" fmla="*/ 107208 h 4807419"/>
                <a:gd name="csX462" fmla="*/ 2159826 w 3861828"/>
                <a:gd name="csY462" fmla="*/ 95289 h 4807419"/>
                <a:gd name="csX463" fmla="*/ 2409020 w 3861828"/>
                <a:gd name="csY463" fmla="*/ 95289 h 4807419"/>
                <a:gd name="csX464" fmla="*/ 2407588 w 3861828"/>
                <a:gd name="csY464" fmla="*/ 107208 h 4807419"/>
                <a:gd name="csX465" fmla="*/ 1785880 w 3861828"/>
                <a:gd name="csY465" fmla="*/ 79397 h 4807419"/>
                <a:gd name="csX466" fmla="*/ 1791762 w 3861828"/>
                <a:gd name="csY466" fmla="*/ 90998 h 4807419"/>
                <a:gd name="csX467" fmla="*/ 1795735 w 3861828"/>
                <a:gd name="csY467" fmla="*/ 107208 h 4807419"/>
                <a:gd name="csX468" fmla="*/ 1795735 w 3861828"/>
                <a:gd name="csY468" fmla="*/ 421081 h 4807419"/>
                <a:gd name="csX469" fmla="*/ 2073850 w 3861828"/>
                <a:gd name="csY469" fmla="*/ 421081 h 4807419"/>
                <a:gd name="csX470" fmla="*/ 2073850 w 3861828"/>
                <a:gd name="csY470" fmla="*/ 107208 h 4807419"/>
                <a:gd name="csX471" fmla="*/ 2077823 w 3861828"/>
                <a:gd name="csY471" fmla="*/ 90998 h 4807419"/>
                <a:gd name="csX472" fmla="*/ 2083705 w 3861828"/>
                <a:gd name="csY472" fmla="*/ 79397 h 4807419"/>
                <a:gd name="csX473" fmla="*/ 2057958 w 3861828"/>
                <a:gd name="csY473" fmla="*/ 107208 h 4807419"/>
                <a:gd name="csX474" fmla="*/ 2057958 w 3861828"/>
                <a:gd name="csY474" fmla="*/ 405189 h 4807419"/>
                <a:gd name="csX475" fmla="*/ 1811627 w 3861828"/>
                <a:gd name="csY475" fmla="*/ 405189 h 4807419"/>
                <a:gd name="csX476" fmla="*/ 1811627 w 3861828"/>
                <a:gd name="csY476" fmla="*/ 107208 h 4807419"/>
                <a:gd name="csX477" fmla="*/ 1810195 w 3861828"/>
                <a:gd name="csY477" fmla="*/ 95289 h 4807419"/>
                <a:gd name="csX478" fmla="*/ 2059389 w 3861828"/>
                <a:gd name="csY478" fmla="*/ 95289 h 4807419"/>
                <a:gd name="csX479" fmla="*/ 2057958 w 3861828"/>
                <a:gd name="csY479" fmla="*/ 107208 h 4807419"/>
                <a:gd name="csX480" fmla="*/ 1436249 w 3861828"/>
                <a:gd name="csY480" fmla="*/ 79397 h 4807419"/>
                <a:gd name="csX481" fmla="*/ 1442131 w 3861828"/>
                <a:gd name="csY481" fmla="*/ 90998 h 4807419"/>
                <a:gd name="csX482" fmla="*/ 1446104 w 3861828"/>
                <a:gd name="csY482" fmla="*/ 107208 h 4807419"/>
                <a:gd name="csX483" fmla="*/ 1446104 w 3861828"/>
                <a:gd name="csY483" fmla="*/ 421081 h 4807419"/>
                <a:gd name="csX484" fmla="*/ 1724220 w 3861828"/>
                <a:gd name="csY484" fmla="*/ 421081 h 4807419"/>
                <a:gd name="csX485" fmla="*/ 1724220 w 3861828"/>
                <a:gd name="csY485" fmla="*/ 107208 h 4807419"/>
                <a:gd name="csX486" fmla="*/ 1728193 w 3861828"/>
                <a:gd name="csY486" fmla="*/ 90998 h 4807419"/>
                <a:gd name="csX487" fmla="*/ 1734075 w 3861828"/>
                <a:gd name="csY487" fmla="*/ 79397 h 4807419"/>
                <a:gd name="csX488" fmla="*/ 1708327 w 3861828"/>
                <a:gd name="csY488" fmla="*/ 107208 h 4807419"/>
                <a:gd name="csX489" fmla="*/ 1708327 w 3861828"/>
                <a:gd name="csY489" fmla="*/ 405189 h 4807419"/>
                <a:gd name="csX490" fmla="*/ 1461997 w 3861828"/>
                <a:gd name="csY490" fmla="*/ 405189 h 4807419"/>
                <a:gd name="csX491" fmla="*/ 1461997 w 3861828"/>
                <a:gd name="csY491" fmla="*/ 107208 h 4807419"/>
                <a:gd name="csX492" fmla="*/ 1460565 w 3861828"/>
                <a:gd name="csY492" fmla="*/ 95289 h 4807419"/>
                <a:gd name="csX493" fmla="*/ 1709759 w 3861828"/>
                <a:gd name="csY493" fmla="*/ 95289 h 4807419"/>
                <a:gd name="csX494" fmla="*/ 1708327 w 3861828"/>
                <a:gd name="csY494" fmla="*/ 107208 h 4807419"/>
                <a:gd name="csX495" fmla="*/ 1086619 w 3861828"/>
                <a:gd name="csY495" fmla="*/ 79397 h 4807419"/>
                <a:gd name="csX496" fmla="*/ 1092500 w 3861828"/>
                <a:gd name="csY496" fmla="*/ 90998 h 4807419"/>
                <a:gd name="csX497" fmla="*/ 1096474 w 3861828"/>
                <a:gd name="csY497" fmla="*/ 107208 h 4807419"/>
                <a:gd name="csX498" fmla="*/ 1096474 w 3861828"/>
                <a:gd name="csY498" fmla="*/ 421081 h 4807419"/>
                <a:gd name="csX499" fmla="*/ 1374589 w 3861828"/>
                <a:gd name="csY499" fmla="*/ 421081 h 4807419"/>
                <a:gd name="csX500" fmla="*/ 1374589 w 3861828"/>
                <a:gd name="csY500" fmla="*/ 107208 h 4807419"/>
                <a:gd name="csX501" fmla="*/ 1378562 w 3861828"/>
                <a:gd name="csY501" fmla="*/ 90998 h 4807419"/>
                <a:gd name="csX502" fmla="*/ 1384444 w 3861828"/>
                <a:gd name="csY502" fmla="*/ 79397 h 4807419"/>
                <a:gd name="csX503" fmla="*/ 1358696 w 3861828"/>
                <a:gd name="csY503" fmla="*/ 107208 h 4807419"/>
                <a:gd name="csX504" fmla="*/ 1358696 w 3861828"/>
                <a:gd name="csY504" fmla="*/ 405189 h 4807419"/>
                <a:gd name="csX505" fmla="*/ 1112366 w 3861828"/>
                <a:gd name="csY505" fmla="*/ 405189 h 4807419"/>
                <a:gd name="csX506" fmla="*/ 1112366 w 3861828"/>
                <a:gd name="csY506" fmla="*/ 107208 h 4807419"/>
                <a:gd name="csX507" fmla="*/ 1110934 w 3861828"/>
                <a:gd name="csY507" fmla="*/ 95289 h 4807419"/>
                <a:gd name="csX508" fmla="*/ 1360128 w 3861828"/>
                <a:gd name="csY508" fmla="*/ 95289 h 4807419"/>
                <a:gd name="csX509" fmla="*/ 1358697 w 3861828"/>
                <a:gd name="csY509" fmla="*/ 107208 h 4807419"/>
                <a:gd name="csX510" fmla="*/ 736988 w 3861828"/>
                <a:gd name="csY510" fmla="*/ 79397 h 4807419"/>
                <a:gd name="csX511" fmla="*/ 742870 w 3861828"/>
                <a:gd name="csY511" fmla="*/ 90998 h 4807419"/>
                <a:gd name="csX512" fmla="*/ 746843 w 3861828"/>
                <a:gd name="csY512" fmla="*/ 107208 h 4807419"/>
                <a:gd name="csX513" fmla="*/ 746843 w 3861828"/>
                <a:gd name="csY513" fmla="*/ 421081 h 4807419"/>
                <a:gd name="csX514" fmla="*/ 1024958 w 3861828"/>
                <a:gd name="csY514" fmla="*/ 421081 h 4807419"/>
                <a:gd name="csX515" fmla="*/ 1024958 w 3861828"/>
                <a:gd name="csY515" fmla="*/ 107208 h 4807419"/>
                <a:gd name="csX516" fmla="*/ 1028931 w 3861828"/>
                <a:gd name="csY516" fmla="*/ 90998 h 4807419"/>
                <a:gd name="csX517" fmla="*/ 1034814 w 3861828"/>
                <a:gd name="csY517" fmla="*/ 79397 h 4807419"/>
                <a:gd name="csX518" fmla="*/ 1009066 w 3861828"/>
                <a:gd name="csY518" fmla="*/ 107208 h 4807419"/>
                <a:gd name="csX519" fmla="*/ 1009066 w 3861828"/>
                <a:gd name="csY519" fmla="*/ 405189 h 4807419"/>
                <a:gd name="csX520" fmla="*/ 762735 w 3861828"/>
                <a:gd name="csY520" fmla="*/ 405189 h 4807419"/>
                <a:gd name="csX521" fmla="*/ 762735 w 3861828"/>
                <a:gd name="csY521" fmla="*/ 107208 h 4807419"/>
                <a:gd name="csX522" fmla="*/ 761304 w 3861828"/>
                <a:gd name="csY522" fmla="*/ 95289 h 4807419"/>
                <a:gd name="csX523" fmla="*/ 1010498 w 3861828"/>
                <a:gd name="csY523" fmla="*/ 95289 h 4807419"/>
                <a:gd name="csX524" fmla="*/ 1009066 w 3861828"/>
                <a:gd name="csY524" fmla="*/ 107208 h 4807419"/>
                <a:gd name="csX525" fmla="*/ 387358 w 3861828"/>
                <a:gd name="csY525" fmla="*/ 79397 h 4807419"/>
                <a:gd name="csX526" fmla="*/ 393239 w 3861828"/>
                <a:gd name="csY526" fmla="*/ 90998 h 4807419"/>
                <a:gd name="csX527" fmla="*/ 397212 w 3861828"/>
                <a:gd name="csY527" fmla="*/ 107208 h 4807419"/>
                <a:gd name="csX528" fmla="*/ 397212 w 3861828"/>
                <a:gd name="csY528" fmla="*/ 421081 h 4807419"/>
                <a:gd name="csX529" fmla="*/ 675328 w 3861828"/>
                <a:gd name="csY529" fmla="*/ 421081 h 4807419"/>
                <a:gd name="csX530" fmla="*/ 675328 w 3861828"/>
                <a:gd name="csY530" fmla="*/ 107208 h 4807419"/>
                <a:gd name="csX531" fmla="*/ 679301 w 3861828"/>
                <a:gd name="csY531" fmla="*/ 90998 h 4807419"/>
                <a:gd name="csX532" fmla="*/ 685183 w 3861828"/>
                <a:gd name="csY532" fmla="*/ 79397 h 4807419"/>
                <a:gd name="csX533" fmla="*/ 659435 w 3861828"/>
                <a:gd name="csY533" fmla="*/ 107208 h 4807419"/>
                <a:gd name="csX534" fmla="*/ 659435 w 3861828"/>
                <a:gd name="csY534" fmla="*/ 405189 h 4807419"/>
                <a:gd name="csX535" fmla="*/ 413105 w 3861828"/>
                <a:gd name="csY535" fmla="*/ 405189 h 4807419"/>
                <a:gd name="csX536" fmla="*/ 413105 w 3861828"/>
                <a:gd name="csY536" fmla="*/ 107208 h 4807419"/>
                <a:gd name="csX537" fmla="*/ 411673 w 3861828"/>
                <a:gd name="csY537" fmla="*/ 95289 h 4807419"/>
                <a:gd name="csX538" fmla="*/ 660867 w 3861828"/>
                <a:gd name="csY538" fmla="*/ 95289 h 4807419"/>
                <a:gd name="csX539" fmla="*/ 659436 w 3861828"/>
                <a:gd name="csY539" fmla="*/ 107208 h 4807419"/>
                <a:gd name="csX540" fmla="*/ 3184402 w 3861828"/>
                <a:gd name="csY540" fmla="*/ 79397 h 4807419"/>
                <a:gd name="csX541" fmla="*/ 3190284 w 3861828"/>
                <a:gd name="csY541" fmla="*/ 90998 h 4807419"/>
                <a:gd name="csX542" fmla="*/ 3194257 w 3861828"/>
                <a:gd name="csY542" fmla="*/ 107208 h 4807419"/>
                <a:gd name="csX543" fmla="*/ 3194257 w 3861828"/>
                <a:gd name="csY543" fmla="*/ 421081 h 4807419"/>
                <a:gd name="csX544" fmla="*/ 3472372 w 3861828"/>
                <a:gd name="csY544" fmla="*/ 421081 h 4807419"/>
                <a:gd name="csX545" fmla="*/ 3472372 w 3861828"/>
                <a:gd name="csY545" fmla="*/ 107208 h 4807419"/>
                <a:gd name="csX546" fmla="*/ 3476345 w 3861828"/>
                <a:gd name="csY546" fmla="*/ 90998 h 4807419"/>
                <a:gd name="csX547" fmla="*/ 3482227 w 3861828"/>
                <a:gd name="csY547" fmla="*/ 79397 h 4807419"/>
                <a:gd name="csX548" fmla="*/ 3456480 w 3861828"/>
                <a:gd name="csY548" fmla="*/ 107208 h 4807419"/>
                <a:gd name="csX549" fmla="*/ 3456480 w 3861828"/>
                <a:gd name="csY549" fmla="*/ 405189 h 4807419"/>
                <a:gd name="csX550" fmla="*/ 3210149 w 3861828"/>
                <a:gd name="csY550" fmla="*/ 405189 h 4807419"/>
                <a:gd name="csX551" fmla="*/ 3210149 w 3861828"/>
                <a:gd name="csY551" fmla="*/ 107208 h 4807419"/>
                <a:gd name="csX552" fmla="*/ 3208718 w 3861828"/>
                <a:gd name="csY552" fmla="*/ 95289 h 4807419"/>
                <a:gd name="csX553" fmla="*/ 3457912 w 3861828"/>
                <a:gd name="csY553" fmla="*/ 95289 h 4807419"/>
                <a:gd name="csX554" fmla="*/ 3456480 w 3861828"/>
                <a:gd name="csY554" fmla="*/ 107208 h 4807419"/>
                <a:gd name="csX555" fmla="*/ 2834771 w 3861828"/>
                <a:gd name="csY555" fmla="*/ 79397 h 4807419"/>
                <a:gd name="csX556" fmla="*/ 2840653 w 3861828"/>
                <a:gd name="csY556" fmla="*/ 90998 h 4807419"/>
                <a:gd name="csX557" fmla="*/ 2844627 w 3861828"/>
                <a:gd name="csY557" fmla="*/ 107208 h 4807419"/>
                <a:gd name="csX558" fmla="*/ 2844627 w 3861828"/>
                <a:gd name="csY558" fmla="*/ 421081 h 4807419"/>
                <a:gd name="csX559" fmla="*/ 3122742 w 3861828"/>
                <a:gd name="csY559" fmla="*/ 421081 h 4807419"/>
                <a:gd name="csX560" fmla="*/ 3122742 w 3861828"/>
                <a:gd name="csY560" fmla="*/ 107208 h 4807419"/>
                <a:gd name="csX561" fmla="*/ 3126715 w 3861828"/>
                <a:gd name="csY561" fmla="*/ 90998 h 4807419"/>
                <a:gd name="csX562" fmla="*/ 3132597 w 3861828"/>
                <a:gd name="csY562" fmla="*/ 79397 h 4807419"/>
                <a:gd name="csX563" fmla="*/ 3106849 w 3861828"/>
                <a:gd name="csY563" fmla="*/ 107208 h 4807419"/>
                <a:gd name="csX564" fmla="*/ 3106849 w 3861828"/>
                <a:gd name="csY564" fmla="*/ 405189 h 4807419"/>
                <a:gd name="csX565" fmla="*/ 2860519 w 3861828"/>
                <a:gd name="csY565" fmla="*/ 405189 h 4807419"/>
                <a:gd name="csX566" fmla="*/ 2860519 w 3861828"/>
                <a:gd name="csY566" fmla="*/ 107208 h 4807419"/>
                <a:gd name="csX567" fmla="*/ 2859087 w 3861828"/>
                <a:gd name="csY567" fmla="*/ 95289 h 4807419"/>
                <a:gd name="csX568" fmla="*/ 3108281 w 3861828"/>
                <a:gd name="csY568" fmla="*/ 95289 h 4807419"/>
                <a:gd name="csX569" fmla="*/ 3106849 w 3861828"/>
                <a:gd name="csY569" fmla="*/ 107208 h 4807419"/>
                <a:gd name="csX570" fmla="*/ 2485141 w 3861828"/>
                <a:gd name="csY570" fmla="*/ 79397 h 4807419"/>
                <a:gd name="csX571" fmla="*/ 2491023 w 3861828"/>
                <a:gd name="csY571" fmla="*/ 90998 h 4807419"/>
                <a:gd name="csX572" fmla="*/ 2494996 w 3861828"/>
                <a:gd name="csY572" fmla="*/ 107208 h 4807419"/>
                <a:gd name="csX573" fmla="*/ 2494996 w 3861828"/>
                <a:gd name="csY573" fmla="*/ 421081 h 4807419"/>
                <a:gd name="csX574" fmla="*/ 2773111 w 3861828"/>
                <a:gd name="csY574" fmla="*/ 421081 h 4807419"/>
                <a:gd name="csX575" fmla="*/ 2773111 w 3861828"/>
                <a:gd name="csY575" fmla="*/ 107208 h 4807419"/>
                <a:gd name="csX576" fmla="*/ 2777084 w 3861828"/>
                <a:gd name="csY576" fmla="*/ 90998 h 4807419"/>
                <a:gd name="csX577" fmla="*/ 2782966 w 3861828"/>
                <a:gd name="csY577" fmla="*/ 79397 h 4807419"/>
                <a:gd name="csX578" fmla="*/ 2757219 w 3861828"/>
                <a:gd name="csY578" fmla="*/ 107208 h 4807419"/>
                <a:gd name="csX579" fmla="*/ 2757219 w 3861828"/>
                <a:gd name="csY579" fmla="*/ 405189 h 4807419"/>
                <a:gd name="csX580" fmla="*/ 2510888 w 3861828"/>
                <a:gd name="csY580" fmla="*/ 405189 h 4807419"/>
                <a:gd name="csX581" fmla="*/ 2510888 w 3861828"/>
                <a:gd name="csY581" fmla="*/ 107208 h 4807419"/>
                <a:gd name="csX582" fmla="*/ 2509457 w 3861828"/>
                <a:gd name="csY582" fmla="*/ 95289 h 4807419"/>
                <a:gd name="csX583" fmla="*/ 2758651 w 3861828"/>
                <a:gd name="csY583" fmla="*/ 95289 h 4807419"/>
                <a:gd name="csX584" fmla="*/ 2757219 w 3861828"/>
                <a:gd name="csY584" fmla="*/ 107208 h 4807419"/>
                <a:gd name="csX585" fmla="*/ 2135510 w 3861828"/>
                <a:gd name="csY585" fmla="*/ 79397 h 4807419"/>
                <a:gd name="csX586" fmla="*/ 2141392 w 3861828"/>
                <a:gd name="csY586" fmla="*/ 90998 h 4807419"/>
                <a:gd name="csX587" fmla="*/ 2145365 w 3861828"/>
                <a:gd name="csY587" fmla="*/ 107208 h 4807419"/>
                <a:gd name="csX588" fmla="*/ 2145365 w 3861828"/>
                <a:gd name="csY588" fmla="*/ 421081 h 4807419"/>
                <a:gd name="csX589" fmla="*/ 2423481 w 3861828"/>
                <a:gd name="csY589" fmla="*/ 421081 h 4807419"/>
                <a:gd name="csX590" fmla="*/ 2423481 w 3861828"/>
                <a:gd name="csY590" fmla="*/ 107208 h 4807419"/>
                <a:gd name="csX591" fmla="*/ 2427454 w 3861828"/>
                <a:gd name="csY591" fmla="*/ 90998 h 4807419"/>
                <a:gd name="csX592" fmla="*/ 2433336 w 3861828"/>
                <a:gd name="csY592" fmla="*/ 79397 h 4807419"/>
                <a:gd name="csX593" fmla="*/ 2407588 w 3861828"/>
                <a:gd name="csY593" fmla="*/ 107208 h 4807419"/>
                <a:gd name="csX594" fmla="*/ 2407588 w 3861828"/>
                <a:gd name="csY594" fmla="*/ 405189 h 4807419"/>
                <a:gd name="csX595" fmla="*/ 2161258 w 3861828"/>
                <a:gd name="csY595" fmla="*/ 405189 h 4807419"/>
                <a:gd name="csX596" fmla="*/ 2161258 w 3861828"/>
                <a:gd name="csY596" fmla="*/ 107208 h 4807419"/>
                <a:gd name="csX597" fmla="*/ 2159826 w 3861828"/>
                <a:gd name="csY597" fmla="*/ 95289 h 4807419"/>
                <a:gd name="csX598" fmla="*/ 2409020 w 3861828"/>
                <a:gd name="csY598" fmla="*/ 95289 h 4807419"/>
                <a:gd name="csX599" fmla="*/ 2407588 w 3861828"/>
                <a:gd name="csY599" fmla="*/ 107208 h 4807419"/>
                <a:gd name="csX600" fmla="*/ 1785880 w 3861828"/>
                <a:gd name="csY600" fmla="*/ 79397 h 4807419"/>
                <a:gd name="csX601" fmla="*/ 1791762 w 3861828"/>
                <a:gd name="csY601" fmla="*/ 90998 h 4807419"/>
                <a:gd name="csX602" fmla="*/ 1795735 w 3861828"/>
                <a:gd name="csY602" fmla="*/ 107208 h 4807419"/>
                <a:gd name="csX603" fmla="*/ 1795735 w 3861828"/>
                <a:gd name="csY603" fmla="*/ 421081 h 4807419"/>
                <a:gd name="csX604" fmla="*/ 2073850 w 3861828"/>
                <a:gd name="csY604" fmla="*/ 421081 h 4807419"/>
                <a:gd name="csX605" fmla="*/ 2073850 w 3861828"/>
                <a:gd name="csY605" fmla="*/ 107208 h 4807419"/>
                <a:gd name="csX606" fmla="*/ 2077823 w 3861828"/>
                <a:gd name="csY606" fmla="*/ 90998 h 4807419"/>
                <a:gd name="csX607" fmla="*/ 2083705 w 3861828"/>
                <a:gd name="csY607" fmla="*/ 79397 h 4807419"/>
                <a:gd name="csX608" fmla="*/ 2057958 w 3861828"/>
                <a:gd name="csY608" fmla="*/ 107208 h 4807419"/>
                <a:gd name="csX609" fmla="*/ 2057958 w 3861828"/>
                <a:gd name="csY609" fmla="*/ 405189 h 4807419"/>
                <a:gd name="csX610" fmla="*/ 1811627 w 3861828"/>
                <a:gd name="csY610" fmla="*/ 405189 h 4807419"/>
                <a:gd name="csX611" fmla="*/ 1811627 w 3861828"/>
                <a:gd name="csY611" fmla="*/ 107208 h 4807419"/>
                <a:gd name="csX612" fmla="*/ 1810195 w 3861828"/>
                <a:gd name="csY612" fmla="*/ 95289 h 4807419"/>
                <a:gd name="csX613" fmla="*/ 2059389 w 3861828"/>
                <a:gd name="csY613" fmla="*/ 95289 h 4807419"/>
                <a:gd name="csX614" fmla="*/ 2057958 w 3861828"/>
                <a:gd name="csY614" fmla="*/ 107208 h 4807419"/>
                <a:gd name="csX615" fmla="*/ 1436249 w 3861828"/>
                <a:gd name="csY615" fmla="*/ 79397 h 4807419"/>
                <a:gd name="csX616" fmla="*/ 1442131 w 3861828"/>
                <a:gd name="csY616" fmla="*/ 90998 h 4807419"/>
                <a:gd name="csX617" fmla="*/ 1446104 w 3861828"/>
                <a:gd name="csY617" fmla="*/ 107208 h 4807419"/>
                <a:gd name="csX618" fmla="*/ 1446104 w 3861828"/>
                <a:gd name="csY618" fmla="*/ 421081 h 4807419"/>
                <a:gd name="csX619" fmla="*/ 1724220 w 3861828"/>
                <a:gd name="csY619" fmla="*/ 421081 h 4807419"/>
                <a:gd name="csX620" fmla="*/ 1724220 w 3861828"/>
                <a:gd name="csY620" fmla="*/ 107208 h 4807419"/>
                <a:gd name="csX621" fmla="*/ 1728193 w 3861828"/>
                <a:gd name="csY621" fmla="*/ 90998 h 4807419"/>
                <a:gd name="csX622" fmla="*/ 1734075 w 3861828"/>
                <a:gd name="csY622" fmla="*/ 79397 h 4807419"/>
                <a:gd name="csX623" fmla="*/ 1708327 w 3861828"/>
                <a:gd name="csY623" fmla="*/ 107208 h 4807419"/>
                <a:gd name="csX624" fmla="*/ 1708327 w 3861828"/>
                <a:gd name="csY624" fmla="*/ 405189 h 4807419"/>
                <a:gd name="csX625" fmla="*/ 1461997 w 3861828"/>
                <a:gd name="csY625" fmla="*/ 405189 h 4807419"/>
                <a:gd name="csX626" fmla="*/ 1461997 w 3861828"/>
                <a:gd name="csY626" fmla="*/ 107208 h 4807419"/>
                <a:gd name="csX627" fmla="*/ 1460565 w 3861828"/>
                <a:gd name="csY627" fmla="*/ 95289 h 4807419"/>
                <a:gd name="csX628" fmla="*/ 1709759 w 3861828"/>
                <a:gd name="csY628" fmla="*/ 95289 h 4807419"/>
                <a:gd name="csX629" fmla="*/ 1708327 w 3861828"/>
                <a:gd name="csY629" fmla="*/ 107208 h 4807419"/>
                <a:gd name="csX630" fmla="*/ 1086619 w 3861828"/>
                <a:gd name="csY630" fmla="*/ 79397 h 4807419"/>
                <a:gd name="csX631" fmla="*/ 1092500 w 3861828"/>
                <a:gd name="csY631" fmla="*/ 90998 h 4807419"/>
                <a:gd name="csX632" fmla="*/ 1096474 w 3861828"/>
                <a:gd name="csY632" fmla="*/ 107208 h 4807419"/>
                <a:gd name="csX633" fmla="*/ 1096474 w 3861828"/>
                <a:gd name="csY633" fmla="*/ 421081 h 4807419"/>
                <a:gd name="csX634" fmla="*/ 1374589 w 3861828"/>
                <a:gd name="csY634" fmla="*/ 421081 h 4807419"/>
                <a:gd name="csX635" fmla="*/ 1374589 w 3861828"/>
                <a:gd name="csY635" fmla="*/ 107208 h 4807419"/>
                <a:gd name="csX636" fmla="*/ 1378562 w 3861828"/>
                <a:gd name="csY636" fmla="*/ 90998 h 4807419"/>
                <a:gd name="csX637" fmla="*/ 1384444 w 3861828"/>
                <a:gd name="csY637" fmla="*/ 79397 h 4807419"/>
                <a:gd name="csX638" fmla="*/ 1358696 w 3861828"/>
                <a:gd name="csY638" fmla="*/ 107208 h 4807419"/>
                <a:gd name="csX639" fmla="*/ 1358696 w 3861828"/>
                <a:gd name="csY639" fmla="*/ 405189 h 4807419"/>
                <a:gd name="csX640" fmla="*/ 1112366 w 3861828"/>
                <a:gd name="csY640" fmla="*/ 405189 h 4807419"/>
                <a:gd name="csX641" fmla="*/ 1112366 w 3861828"/>
                <a:gd name="csY641" fmla="*/ 107208 h 4807419"/>
                <a:gd name="csX642" fmla="*/ 1110934 w 3861828"/>
                <a:gd name="csY642" fmla="*/ 95289 h 4807419"/>
                <a:gd name="csX643" fmla="*/ 1360128 w 3861828"/>
                <a:gd name="csY643" fmla="*/ 95289 h 4807419"/>
                <a:gd name="csX644" fmla="*/ 1358697 w 3861828"/>
                <a:gd name="csY644" fmla="*/ 107208 h 4807419"/>
                <a:gd name="csX645" fmla="*/ 736988 w 3861828"/>
                <a:gd name="csY645" fmla="*/ 79397 h 4807419"/>
                <a:gd name="csX646" fmla="*/ 742870 w 3861828"/>
                <a:gd name="csY646" fmla="*/ 90998 h 4807419"/>
                <a:gd name="csX647" fmla="*/ 746843 w 3861828"/>
                <a:gd name="csY647" fmla="*/ 107208 h 4807419"/>
                <a:gd name="csX648" fmla="*/ 746843 w 3861828"/>
                <a:gd name="csY648" fmla="*/ 421081 h 4807419"/>
                <a:gd name="csX649" fmla="*/ 1024958 w 3861828"/>
                <a:gd name="csY649" fmla="*/ 421081 h 4807419"/>
                <a:gd name="csX650" fmla="*/ 1024958 w 3861828"/>
                <a:gd name="csY650" fmla="*/ 107208 h 4807419"/>
                <a:gd name="csX651" fmla="*/ 1028931 w 3861828"/>
                <a:gd name="csY651" fmla="*/ 90998 h 4807419"/>
                <a:gd name="csX652" fmla="*/ 1034814 w 3861828"/>
                <a:gd name="csY652" fmla="*/ 79397 h 4807419"/>
                <a:gd name="csX653" fmla="*/ 1009066 w 3861828"/>
                <a:gd name="csY653" fmla="*/ 107208 h 4807419"/>
                <a:gd name="csX654" fmla="*/ 1009066 w 3861828"/>
                <a:gd name="csY654" fmla="*/ 405189 h 4807419"/>
                <a:gd name="csX655" fmla="*/ 762735 w 3861828"/>
                <a:gd name="csY655" fmla="*/ 405189 h 4807419"/>
                <a:gd name="csX656" fmla="*/ 762735 w 3861828"/>
                <a:gd name="csY656" fmla="*/ 107208 h 4807419"/>
                <a:gd name="csX657" fmla="*/ 761304 w 3861828"/>
                <a:gd name="csY657" fmla="*/ 95289 h 4807419"/>
                <a:gd name="csX658" fmla="*/ 1010498 w 3861828"/>
                <a:gd name="csY658" fmla="*/ 95289 h 4807419"/>
                <a:gd name="csX659" fmla="*/ 1009066 w 3861828"/>
                <a:gd name="csY659" fmla="*/ 107208 h 4807419"/>
                <a:gd name="csX660" fmla="*/ 387358 w 3861828"/>
                <a:gd name="csY660" fmla="*/ 79397 h 4807419"/>
                <a:gd name="csX661" fmla="*/ 393239 w 3861828"/>
                <a:gd name="csY661" fmla="*/ 90998 h 4807419"/>
                <a:gd name="csX662" fmla="*/ 397212 w 3861828"/>
                <a:gd name="csY662" fmla="*/ 107208 h 4807419"/>
                <a:gd name="csX663" fmla="*/ 397212 w 3861828"/>
                <a:gd name="csY663" fmla="*/ 421081 h 4807419"/>
                <a:gd name="csX664" fmla="*/ 675328 w 3861828"/>
                <a:gd name="csY664" fmla="*/ 421081 h 4807419"/>
                <a:gd name="csX665" fmla="*/ 675328 w 3861828"/>
                <a:gd name="csY665" fmla="*/ 107208 h 4807419"/>
                <a:gd name="csX666" fmla="*/ 679301 w 3861828"/>
                <a:gd name="csY666" fmla="*/ 90998 h 4807419"/>
                <a:gd name="csX667" fmla="*/ 685183 w 3861828"/>
                <a:gd name="csY667" fmla="*/ 79397 h 4807419"/>
                <a:gd name="csX668" fmla="*/ 659435 w 3861828"/>
                <a:gd name="csY668" fmla="*/ 107208 h 4807419"/>
                <a:gd name="csX669" fmla="*/ 659435 w 3861828"/>
                <a:gd name="csY669" fmla="*/ 405189 h 4807419"/>
                <a:gd name="csX670" fmla="*/ 413105 w 3861828"/>
                <a:gd name="csY670" fmla="*/ 405189 h 4807419"/>
                <a:gd name="csX671" fmla="*/ 413105 w 3861828"/>
                <a:gd name="csY671" fmla="*/ 107208 h 4807419"/>
                <a:gd name="csX672" fmla="*/ 411673 w 3861828"/>
                <a:gd name="csY672" fmla="*/ 95289 h 4807419"/>
                <a:gd name="csX673" fmla="*/ 660867 w 3861828"/>
                <a:gd name="csY673" fmla="*/ 95289 h 4807419"/>
                <a:gd name="csX674" fmla="*/ 659436 w 3861828"/>
                <a:gd name="csY674" fmla="*/ 107208 h 4807419"/>
                <a:gd name="csX675" fmla="*/ 3184402 w 3861828"/>
                <a:gd name="csY675" fmla="*/ 79397 h 4807419"/>
                <a:gd name="csX676" fmla="*/ 3190284 w 3861828"/>
                <a:gd name="csY676" fmla="*/ 90998 h 4807419"/>
                <a:gd name="csX677" fmla="*/ 3194257 w 3861828"/>
                <a:gd name="csY677" fmla="*/ 107208 h 4807419"/>
                <a:gd name="csX678" fmla="*/ 3194257 w 3861828"/>
                <a:gd name="csY678" fmla="*/ 421081 h 4807419"/>
                <a:gd name="csX679" fmla="*/ 3472372 w 3861828"/>
                <a:gd name="csY679" fmla="*/ 421081 h 4807419"/>
                <a:gd name="csX680" fmla="*/ 3472372 w 3861828"/>
                <a:gd name="csY680" fmla="*/ 107208 h 4807419"/>
                <a:gd name="csX681" fmla="*/ 3476345 w 3861828"/>
                <a:gd name="csY681" fmla="*/ 90998 h 4807419"/>
                <a:gd name="csX682" fmla="*/ 3482227 w 3861828"/>
                <a:gd name="csY682" fmla="*/ 79397 h 4807419"/>
                <a:gd name="csX683" fmla="*/ 3456480 w 3861828"/>
                <a:gd name="csY683" fmla="*/ 107208 h 4807419"/>
                <a:gd name="csX684" fmla="*/ 3456480 w 3861828"/>
                <a:gd name="csY684" fmla="*/ 405189 h 4807419"/>
                <a:gd name="csX685" fmla="*/ 3210149 w 3861828"/>
                <a:gd name="csY685" fmla="*/ 405189 h 4807419"/>
                <a:gd name="csX686" fmla="*/ 3210149 w 3861828"/>
                <a:gd name="csY686" fmla="*/ 107208 h 4807419"/>
                <a:gd name="csX687" fmla="*/ 3208718 w 3861828"/>
                <a:gd name="csY687" fmla="*/ 95289 h 4807419"/>
                <a:gd name="csX688" fmla="*/ 3457912 w 3861828"/>
                <a:gd name="csY688" fmla="*/ 95289 h 4807419"/>
                <a:gd name="csX689" fmla="*/ 3456480 w 3861828"/>
                <a:gd name="csY689" fmla="*/ 107208 h 4807419"/>
                <a:gd name="csX690" fmla="*/ 2840653 w 3861828"/>
                <a:gd name="csY690" fmla="*/ 90998 h 4807419"/>
                <a:gd name="csX691" fmla="*/ 2844627 w 3861828"/>
                <a:gd name="csY691" fmla="*/ 107208 h 4807419"/>
                <a:gd name="csX692" fmla="*/ 2844627 w 3861828"/>
                <a:gd name="csY692" fmla="*/ 421081 h 4807419"/>
                <a:gd name="csX693" fmla="*/ 3122742 w 3861828"/>
                <a:gd name="csY693" fmla="*/ 421081 h 4807419"/>
                <a:gd name="csX694" fmla="*/ 3122742 w 3861828"/>
                <a:gd name="csY694" fmla="*/ 107208 h 4807419"/>
                <a:gd name="csX695" fmla="*/ 3126715 w 3861828"/>
                <a:gd name="csY695" fmla="*/ 90998 h 4807419"/>
                <a:gd name="csX696" fmla="*/ 3132597 w 3861828"/>
                <a:gd name="csY696" fmla="*/ 79397 h 4807419"/>
                <a:gd name="csX697" fmla="*/ 2834771 w 3861828"/>
                <a:gd name="csY697" fmla="*/ 79397 h 4807419"/>
                <a:gd name="csX698" fmla="*/ 3108281 w 3861828"/>
                <a:gd name="csY698" fmla="*/ 95289 h 4807419"/>
                <a:gd name="csX699" fmla="*/ 3106849 w 3861828"/>
                <a:gd name="csY699" fmla="*/ 107208 h 4807419"/>
                <a:gd name="csX700" fmla="*/ 3106849 w 3861828"/>
                <a:gd name="csY700" fmla="*/ 405189 h 4807419"/>
                <a:gd name="csX701" fmla="*/ 2860519 w 3861828"/>
                <a:gd name="csY701" fmla="*/ 405189 h 4807419"/>
                <a:gd name="csX702" fmla="*/ 2860519 w 3861828"/>
                <a:gd name="csY702" fmla="*/ 107208 h 4807419"/>
                <a:gd name="csX703" fmla="*/ 2859087 w 3861828"/>
                <a:gd name="csY703" fmla="*/ 95289 h 4807419"/>
                <a:gd name="csX704" fmla="*/ 2491023 w 3861828"/>
                <a:gd name="csY704" fmla="*/ 90998 h 4807419"/>
                <a:gd name="csX705" fmla="*/ 2494996 w 3861828"/>
                <a:gd name="csY705" fmla="*/ 107208 h 4807419"/>
                <a:gd name="csX706" fmla="*/ 2494996 w 3861828"/>
                <a:gd name="csY706" fmla="*/ 421081 h 4807419"/>
                <a:gd name="csX707" fmla="*/ 2773111 w 3861828"/>
                <a:gd name="csY707" fmla="*/ 421081 h 4807419"/>
                <a:gd name="csX708" fmla="*/ 2773111 w 3861828"/>
                <a:gd name="csY708" fmla="*/ 107208 h 4807419"/>
                <a:gd name="csX709" fmla="*/ 2777084 w 3861828"/>
                <a:gd name="csY709" fmla="*/ 90998 h 4807419"/>
                <a:gd name="csX710" fmla="*/ 2782966 w 3861828"/>
                <a:gd name="csY710" fmla="*/ 79397 h 4807419"/>
                <a:gd name="csX711" fmla="*/ 2485141 w 3861828"/>
                <a:gd name="csY711" fmla="*/ 79397 h 4807419"/>
                <a:gd name="csX712" fmla="*/ 2758651 w 3861828"/>
                <a:gd name="csY712" fmla="*/ 95289 h 4807419"/>
                <a:gd name="csX713" fmla="*/ 2757219 w 3861828"/>
                <a:gd name="csY713" fmla="*/ 107208 h 4807419"/>
                <a:gd name="csX714" fmla="*/ 2757219 w 3861828"/>
                <a:gd name="csY714" fmla="*/ 405189 h 4807419"/>
                <a:gd name="csX715" fmla="*/ 2510888 w 3861828"/>
                <a:gd name="csY715" fmla="*/ 405189 h 4807419"/>
                <a:gd name="csX716" fmla="*/ 2510888 w 3861828"/>
                <a:gd name="csY716" fmla="*/ 107208 h 4807419"/>
                <a:gd name="csX717" fmla="*/ 2509457 w 3861828"/>
                <a:gd name="csY717" fmla="*/ 95289 h 4807419"/>
                <a:gd name="csX718" fmla="*/ 2141392 w 3861828"/>
                <a:gd name="csY718" fmla="*/ 90998 h 4807419"/>
                <a:gd name="csX719" fmla="*/ 2145365 w 3861828"/>
                <a:gd name="csY719" fmla="*/ 107208 h 4807419"/>
                <a:gd name="csX720" fmla="*/ 2145365 w 3861828"/>
                <a:gd name="csY720" fmla="*/ 421081 h 4807419"/>
                <a:gd name="csX721" fmla="*/ 2423481 w 3861828"/>
                <a:gd name="csY721" fmla="*/ 421081 h 4807419"/>
                <a:gd name="csX722" fmla="*/ 2423481 w 3861828"/>
                <a:gd name="csY722" fmla="*/ 107208 h 4807419"/>
                <a:gd name="csX723" fmla="*/ 2427454 w 3861828"/>
                <a:gd name="csY723" fmla="*/ 90998 h 4807419"/>
                <a:gd name="csX724" fmla="*/ 2433336 w 3861828"/>
                <a:gd name="csY724" fmla="*/ 79397 h 4807419"/>
                <a:gd name="csX725" fmla="*/ 2135510 w 3861828"/>
                <a:gd name="csY725" fmla="*/ 79397 h 4807419"/>
                <a:gd name="csX726" fmla="*/ 2409020 w 3861828"/>
                <a:gd name="csY726" fmla="*/ 95289 h 4807419"/>
                <a:gd name="csX727" fmla="*/ 2407588 w 3861828"/>
                <a:gd name="csY727" fmla="*/ 107208 h 4807419"/>
                <a:gd name="csX728" fmla="*/ 2407588 w 3861828"/>
                <a:gd name="csY728" fmla="*/ 405189 h 4807419"/>
                <a:gd name="csX729" fmla="*/ 2161258 w 3861828"/>
                <a:gd name="csY729" fmla="*/ 405189 h 4807419"/>
                <a:gd name="csX730" fmla="*/ 2161258 w 3861828"/>
                <a:gd name="csY730" fmla="*/ 107208 h 4807419"/>
                <a:gd name="csX731" fmla="*/ 2159826 w 3861828"/>
                <a:gd name="csY731" fmla="*/ 95289 h 4807419"/>
                <a:gd name="csX732" fmla="*/ 1791762 w 3861828"/>
                <a:gd name="csY732" fmla="*/ 90998 h 4807419"/>
                <a:gd name="csX733" fmla="*/ 1795735 w 3861828"/>
                <a:gd name="csY733" fmla="*/ 107208 h 4807419"/>
                <a:gd name="csX734" fmla="*/ 1795735 w 3861828"/>
                <a:gd name="csY734" fmla="*/ 421081 h 4807419"/>
                <a:gd name="csX735" fmla="*/ 2073850 w 3861828"/>
                <a:gd name="csY735" fmla="*/ 421081 h 4807419"/>
                <a:gd name="csX736" fmla="*/ 2073850 w 3861828"/>
                <a:gd name="csY736" fmla="*/ 107208 h 4807419"/>
                <a:gd name="csX737" fmla="*/ 2077823 w 3861828"/>
                <a:gd name="csY737" fmla="*/ 90998 h 4807419"/>
                <a:gd name="csX738" fmla="*/ 2083705 w 3861828"/>
                <a:gd name="csY738" fmla="*/ 79397 h 4807419"/>
                <a:gd name="csX739" fmla="*/ 1785880 w 3861828"/>
                <a:gd name="csY739" fmla="*/ 79397 h 4807419"/>
                <a:gd name="csX740" fmla="*/ 2059389 w 3861828"/>
                <a:gd name="csY740" fmla="*/ 95289 h 4807419"/>
                <a:gd name="csX741" fmla="*/ 2057958 w 3861828"/>
                <a:gd name="csY741" fmla="*/ 107208 h 4807419"/>
                <a:gd name="csX742" fmla="*/ 2057958 w 3861828"/>
                <a:gd name="csY742" fmla="*/ 405189 h 4807419"/>
                <a:gd name="csX743" fmla="*/ 1811627 w 3861828"/>
                <a:gd name="csY743" fmla="*/ 405189 h 4807419"/>
                <a:gd name="csX744" fmla="*/ 1811627 w 3861828"/>
                <a:gd name="csY744" fmla="*/ 107208 h 4807419"/>
                <a:gd name="csX745" fmla="*/ 1810195 w 3861828"/>
                <a:gd name="csY745" fmla="*/ 95289 h 4807419"/>
                <a:gd name="csX746" fmla="*/ 1442131 w 3861828"/>
                <a:gd name="csY746" fmla="*/ 90998 h 4807419"/>
                <a:gd name="csX747" fmla="*/ 1446104 w 3861828"/>
                <a:gd name="csY747" fmla="*/ 107208 h 4807419"/>
                <a:gd name="csX748" fmla="*/ 1446104 w 3861828"/>
                <a:gd name="csY748" fmla="*/ 421081 h 4807419"/>
                <a:gd name="csX749" fmla="*/ 1724220 w 3861828"/>
                <a:gd name="csY749" fmla="*/ 421081 h 4807419"/>
                <a:gd name="csX750" fmla="*/ 1724220 w 3861828"/>
                <a:gd name="csY750" fmla="*/ 107208 h 4807419"/>
                <a:gd name="csX751" fmla="*/ 1728193 w 3861828"/>
                <a:gd name="csY751" fmla="*/ 90998 h 4807419"/>
                <a:gd name="csX752" fmla="*/ 1734075 w 3861828"/>
                <a:gd name="csY752" fmla="*/ 79397 h 4807419"/>
                <a:gd name="csX753" fmla="*/ 1436249 w 3861828"/>
                <a:gd name="csY753" fmla="*/ 79397 h 4807419"/>
                <a:gd name="csX754" fmla="*/ 1709759 w 3861828"/>
                <a:gd name="csY754" fmla="*/ 95289 h 4807419"/>
                <a:gd name="csX755" fmla="*/ 1708327 w 3861828"/>
                <a:gd name="csY755" fmla="*/ 107208 h 4807419"/>
                <a:gd name="csX756" fmla="*/ 1708327 w 3861828"/>
                <a:gd name="csY756" fmla="*/ 405189 h 4807419"/>
                <a:gd name="csX757" fmla="*/ 1461997 w 3861828"/>
                <a:gd name="csY757" fmla="*/ 405189 h 4807419"/>
                <a:gd name="csX758" fmla="*/ 1461997 w 3861828"/>
                <a:gd name="csY758" fmla="*/ 107208 h 4807419"/>
                <a:gd name="csX759" fmla="*/ 1460565 w 3861828"/>
                <a:gd name="csY759" fmla="*/ 95289 h 4807419"/>
                <a:gd name="csX760" fmla="*/ 1092500 w 3861828"/>
                <a:gd name="csY760" fmla="*/ 90998 h 4807419"/>
                <a:gd name="csX761" fmla="*/ 1096474 w 3861828"/>
                <a:gd name="csY761" fmla="*/ 107208 h 4807419"/>
                <a:gd name="csX762" fmla="*/ 1096474 w 3861828"/>
                <a:gd name="csY762" fmla="*/ 421081 h 4807419"/>
                <a:gd name="csX763" fmla="*/ 1374589 w 3861828"/>
                <a:gd name="csY763" fmla="*/ 421081 h 4807419"/>
                <a:gd name="csX764" fmla="*/ 1374589 w 3861828"/>
                <a:gd name="csY764" fmla="*/ 107208 h 4807419"/>
                <a:gd name="csX765" fmla="*/ 1378562 w 3861828"/>
                <a:gd name="csY765" fmla="*/ 90998 h 4807419"/>
                <a:gd name="csX766" fmla="*/ 1384444 w 3861828"/>
                <a:gd name="csY766" fmla="*/ 79397 h 4807419"/>
                <a:gd name="csX767" fmla="*/ 1086619 w 3861828"/>
                <a:gd name="csY767" fmla="*/ 79397 h 4807419"/>
                <a:gd name="csX768" fmla="*/ 1360128 w 3861828"/>
                <a:gd name="csY768" fmla="*/ 95289 h 4807419"/>
                <a:gd name="csX769" fmla="*/ 1358697 w 3861828"/>
                <a:gd name="csY769" fmla="*/ 107208 h 4807419"/>
                <a:gd name="csX770" fmla="*/ 1358696 w 3861828"/>
                <a:gd name="csY770" fmla="*/ 405189 h 4807419"/>
                <a:gd name="csX771" fmla="*/ 1112366 w 3861828"/>
                <a:gd name="csY771" fmla="*/ 405189 h 4807419"/>
                <a:gd name="csX772" fmla="*/ 1112366 w 3861828"/>
                <a:gd name="csY772" fmla="*/ 107208 h 4807419"/>
                <a:gd name="csX773" fmla="*/ 1110934 w 3861828"/>
                <a:gd name="csY773" fmla="*/ 95289 h 4807419"/>
                <a:gd name="csX774" fmla="*/ 742870 w 3861828"/>
                <a:gd name="csY774" fmla="*/ 90998 h 4807419"/>
                <a:gd name="csX775" fmla="*/ 746843 w 3861828"/>
                <a:gd name="csY775" fmla="*/ 107208 h 4807419"/>
                <a:gd name="csX776" fmla="*/ 746843 w 3861828"/>
                <a:gd name="csY776" fmla="*/ 421081 h 4807419"/>
                <a:gd name="csX777" fmla="*/ 1024958 w 3861828"/>
                <a:gd name="csY777" fmla="*/ 421081 h 4807419"/>
                <a:gd name="csX778" fmla="*/ 1024958 w 3861828"/>
                <a:gd name="csY778" fmla="*/ 107208 h 4807419"/>
                <a:gd name="csX779" fmla="*/ 1028931 w 3861828"/>
                <a:gd name="csY779" fmla="*/ 90998 h 4807419"/>
                <a:gd name="csX780" fmla="*/ 1034814 w 3861828"/>
                <a:gd name="csY780" fmla="*/ 79397 h 4807419"/>
                <a:gd name="csX781" fmla="*/ 736988 w 3861828"/>
                <a:gd name="csY781" fmla="*/ 79397 h 4807419"/>
                <a:gd name="csX782" fmla="*/ 1010498 w 3861828"/>
                <a:gd name="csY782" fmla="*/ 95289 h 4807419"/>
                <a:gd name="csX783" fmla="*/ 1009066 w 3861828"/>
                <a:gd name="csY783" fmla="*/ 107208 h 4807419"/>
                <a:gd name="csX784" fmla="*/ 1009066 w 3861828"/>
                <a:gd name="csY784" fmla="*/ 405189 h 4807419"/>
                <a:gd name="csX785" fmla="*/ 762735 w 3861828"/>
                <a:gd name="csY785" fmla="*/ 405189 h 4807419"/>
                <a:gd name="csX786" fmla="*/ 762735 w 3861828"/>
                <a:gd name="csY786" fmla="*/ 107208 h 4807419"/>
                <a:gd name="csX787" fmla="*/ 761304 w 3861828"/>
                <a:gd name="csY787" fmla="*/ 95289 h 4807419"/>
                <a:gd name="csX788" fmla="*/ 393239 w 3861828"/>
                <a:gd name="csY788" fmla="*/ 90998 h 4807419"/>
                <a:gd name="csX789" fmla="*/ 397212 w 3861828"/>
                <a:gd name="csY789" fmla="*/ 107208 h 4807419"/>
                <a:gd name="csX790" fmla="*/ 397212 w 3861828"/>
                <a:gd name="csY790" fmla="*/ 421081 h 4807419"/>
                <a:gd name="csX791" fmla="*/ 675328 w 3861828"/>
                <a:gd name="csY791" fmla="*/ 421081 h 4807419"/>
                <a:gd name="csX792" fmla="*/ 675328 w 3861828"/>
                <a:gd name="csY792" fmla="*/ 107208 h 4807419"/>
                <a:gd name="csX793" fmla="*/ 679301 w 3861828"/>
                <a:gd name="csY793" fmla="*/ 90998 h 4807419"/>
                <a:gd name="csX794" fmla="*/ 685183 w 3861828"/>
                <a:gd name="csY794" fmla="*/ 79397 h 4807419"/>
                <a:gd name="csX795" fmla="*/ 387358 w 3861828"/>
                <a:gd name="csY795" fmla="*/ 79397 h 4807419"/>
                <a:gd name="csX796" fmla="*/ 660867 w 3861828"/>
                <a:gd name="csY796" fmla="*/ 95289 h 4807419"/>
                <a:gd name="csX797" fmla="*/ 659436 w 3861828"/>
                <a:gd name="csY797" fmla="*/ 107208 h 4807419"/>
                <a:gd name="csX798" fmla="*/ 659435 w 3861828"/>
                <a:gd name="csY798" fmla="*/ 405189 h 4807419"/>
                <a:gd name="csX799" fmla="*/ 413105 w 3861828"/>
                <a:gd name="csY799" fmla="*/ 405189 h 4807419"/>
                <a:gd name="csX800" fmla="*/ 413105 w 3861828"/>
                <a:gd name="csY800" fmla="*/ 107208 h 4807419"/>
                <a:gd name="csX801" fmla="*/ 411673 w 3861828"/>
                <a:gd name="csY801" fmla="*/ 95289 h 4807419"/>
                <a:gd name="csX802" fmla="*/ 3190284 w 3861828"/>
                <a:gd name="csY802" fmla="*/ 90998 h 4807419"/>
                <a:gd name="csX803" fmla="*/ 3194257 w 3861828"/>
                <a:gd name="csY803" fmla="*/ 107208 h 4807419"/>
                <a:gd name="csX804" fmla="*/ 3194257 w 3861828"/>
                <a:gd name="csY804" fmla="*/ 421081 h 4807419"/>
                <a:gd name="csX805" fmla="*/ 3472372 w 3861828"/>
                <a:gd name="csY805" fmla="*/ 421081 h 4807419"/>
                <a:gd name="csX806" fmla="*/ 3472372 w 3861828"/>
                <a:gd name="csY806" fmla="*/ 107208 h 4807419"/>
                <a:gd name="csX807" fmla="*/ 3476345 w 3861828"/>
                <a:gd name="csY807" fmla="*/ 90998 h 4807419"/>
                <a:gd name="csX808" fmla="*/ 3482227 w 3861828"/>
                <a:gd name="csY808" fmla="*/ 79397 h 4807419"/>
                <a:gd name="csX809" fmla="*/ 3184402 w 3861828"/>
                <a:gd name="csY809" fmla="*/ 79397 h 4807419"/>
                <a:gd name="csX810" fmla="*/ 3457912 w 3861828"/>
                <a:gd name="csY810" fmla="*/ 95289 h 4807419"/>
                <a:gd name="csX811" fmla="*/ 3456480 w 3861828"/>
                <a:gd name="csY811" fmla="*/ 107208 h 4807419"/>
                <a:gd name="csX812" fmla="*/ 3456480 w 3861828"/>
                <a:gd name="csY812" fmla="*/ 405189 h 4807419"/>
                <a:gd name="csX813" fmla="*/ 3210149 w 3861828"/>
                <a:gd name="csY813" fmla="*/ 405189 h 4807419"/>
                <a:gd name="csX814" fmla="*/ 3210149 w 3861828"/>
                <a:gd name="csY814" fmla="*/ 107208 h 4807419"/>
                <a:gd name="csX815" fmla="*/ 3208718 w 3861828"/>
                <a:gd name="csY815" fmla="*/ 95289 h 4807419"/>
                <a:gd name="csX816" fmla="*/ 2840653 w 3861828"/>
                <a:gd name="csY816" fmla="*/ 90998 h 4807419"/>
                <a:gd name="csX817" fmla="*/ 2844627 w 3861828"/>
                <a:gd name="csY817" fmla="*/ 107208 h 4807419"/>
                <a:gd name="csX818" fmla="*/ 2844627 w 3861828"/>
                <a:gd name="csY818" fmla="*/ 421081 h 4807419"/>
                <a:gd name="csX819" fmla="*/ 3122742 w 3861828"/>
                <a:gd name="csY819" fmla="*/ 421081 h 4807419"/>
                <a:gd name="csX820" fmla="*/ 3122742 w 3861828"/>
                <a:gd name="csY820" fmla="*/ 107208 h 4807419"/>
                <a:gd name="csX821" fmla="*/ 3126715 w 3861828"/>
                <a:gd name="csY821" fmla="*/ 90998 h 4807419"/>
                <a:gd name="csX822" fmla="*/ 3132597 w 3861828"/>
                <a:gd name="csY822" fmla="*/ 79397 h 4807419"/>
                <a:gd name="csX823" fmla="*/ 2834771 w 3861828"/>
                <a:gd name="csY823" fmla="*/ 79397 h 4807419"/>
                <a:gd name="csX824" fmla="*/ 3108281 w 3861828"/>
                <a:gd name="csY824" fmla="*/ 95289 h 4807419"/>
                <a:gd name="csX825" fmla="*/ 3106849 w 3861828"/>
                <a:gd name="csY825" fmla="*/ 107208 h 4807419"/>
                <a:gd name="csX826" fmla="*/ 3106849 w 3861828"/>
                <a:gd name="csY826" fmla="*/ 405189 h 4807419"/>
                <a:gd name="csX827" fmla="*/ 2860519 w 3861828"/>
                <a:gd name="csY827" fmla="*/ 405189 h 4807419"/>
                <a:gd name="csX828" fmla="*/ 2860519 w 3861828"/>
                <a:gd name="csY828" fmla="*/ 107208 h 4807419"/>
                <a:gd name="csX829" fmla="*/ 2859087 w 3861828"/>
                <a:gd name="csY829" fmla="*/ 95289 h 4807419"/>
                <a:gd name="csX830" fmla="*/ 2491023 w 3861828"/>
                <a:gd name="csY830" fmla="*/ 90998 h 4807419"/>
                <a:gd name="csX831" fmla="*/ 2494996 w 3861828"/>
                <a:gd name="csY831" fmla="*/ 107208 h 4807419"/>
                <a:gd name="csX832" fmla="*/ 2494996 w 3861828"/>
                <a:gd name="csY832" fmla="*/ 421081 h 4807419"/>
                <a:gd name="csX833" fmla="*/ 2773111 w 3861828"/>
                <a:gd name="csY833" fmla="*/ 421081 h 4807419"/>
                <a:gd name="csX834" fmla="*/ 2773111 w 3861828"/>
                <a:gd name="csY834" fmla="*/ 107208 h 4807419"/>
                <a:gd name="csX835" fmla="*/ 2777084 w 3861828"/>
                <a:gd name="csY835" fmla="*/ 90998 h 4807419"/>
                <a:gd name="csX836" fmla="*/ 2782966 w 3861828"/>
                <a:gd name="csY836" fmla="*/ 79397 h 4807419"/>
                <a:gd name="csX837" fmla="*/ 2485141 w 3861828"/>
                <a:gd name="csY837" fmla="*/ 79397 h 4807419"/>
                <a:gd name="csX838" fmla="*/ 2758651 w 3861828"/>
                <a:gd name="csY838" fmla="*/ 95289 h 4807419"/>
                <a:gd name="csX839" fmla="*/ 2757219 w 3861828"/>
                <a:gd name="csY839" fmla="*/ 107208 h 4807419"/>
                <a:gd name="csX840" fmla="*/ 2757219 w 3861828"/>
                <a:gd name="csY840" fmla="*/ 405189 h 4807419"/>
                <a:gd name="csX841" fmla="*/ 2510888 w 3861828"/>
                <a:gd name="csY841" fmla="*/ 405189 h 4807419"/>
                <a:gd name="csX842" fmla="*/ 2510888 w 3861828"/>
                <a:gd name="csY842" fmla="*/ 107208 h 4807419"/>
                <a:gd name="csX843" fmla="*/ 2509457 w 3861828"/>
                <a:gd name="csY843" fmla="*/ 95289 h 4807419"/>
                <a:gd name="csX844" fmla="*/ 2141392 w 3861828"/>
                <a:gd name="csY844" fmla="*/ 90998 h 4807419"/>
                <a:gd name="csX845" fmla="*/ 2145365 w 3861828"/>
                <a:gd name="csY845" fmla="*/ 107208 h 4807419"/>
                <a:gd name="csX846" fmla="*/ 2145365 w 3861828"/>
                <a:gd name="csY846" fmla="*/ 421081 h 4807419"/>
                <a:gd name="csX847" fmla="*/ 2423481 w 3861828"/>
                <a:gd name="csY847" fmla="*/ 421081 h 4807419"/>
                <a:gd name="csX848" fmla="*/ 2423481 w 3861828"/>
                <a:gd name="csY848" fmla="*/ 107208 h 4807419"/>
                <a:gd name="csX849" fmla="*/ 2427454 w 3861828"/>
                <a:gd name="csY849" fmla="*/ 90998 h 4807419"/>
                <a:gd name="csX850" fmla="*/ 2433336 w 3861828"/>
                <a:gd name="csY850" fmla="*/ 79397 h 4807419"/>
                <a:gd name="csX851" fmla="*/ 2135510 w 3861828"/>
                <a:gd name="csY851" fmla="*/ 79397 h 4807419"/>
                <a:gd name="csX852" fmla="*/ 2409020 w 3861828"/>
                <a:gd name="csY852" fmla="*/ 95289 h 4807419"/>
                <a:gd name="csX853" fmla="*/ 2407588 w 3861828"/>
                <a:gd name="csY853" fmla="*/ 107208 h 4807419"/>
                <a:gd name="csX854" fmla="*/ 2407588 w 3861828"/>
                <a:gd name="csY854" fmla="*/ 405189 h 4807419"/>
                <a:gd name="csX855" fmla="*/ 2161258 w 3861828"/>
                <a:gd name="csY855" fmla="*/ 405189 h 4807419"/>
                <a:gd name="csX856" fmla="*/ 2161258 w 3861828"/>
                <a:gd name="csY856" fmla="*/ 107208 h 4807419"/>
                <a:gd name="csX857" fmla="*/ 2159826 w 3861828"/>
                <a:gd name="csY857" fmla="*/ 95289 h 4807419"/>
                <a:gd name="csX858" fmla="*/ 1791762 w 3861828"/>
                <a:gd name="csY858" fmla="*/ 90998 h 4807419"/>
                <a:gd name="csX859" fmla="*/ 1795735 w 3861828"/>
                <a:gd name="csY859" fmla="*/ 107208 h 4807419"/>
                <a:gd name="csX860" fmla="*/ 1795735 w 3861828"/>
                <a:gd name="csY860" fmla="*/ 421081 h 4807419"/>
                <a:gd name="csX861" fmla="*/ 2073850 w 3861828"/>
                <a:gd name="csY861" fmla="*/ 421081 h 4807419"/>
                <a:gd name="csX862" fmla="*/ 2073850 w 3861828"/>
                <a:gd name="csY862" fmla="*/ 107208 h 4807419"/>
                <a:gd name="csX863" fmla="*/ 2077823 w 3861828"/>
                <a:gd name="csY863" fmla="*/ 90998 h 4807419"/>
                <a:gd name="csX864" fmla="*/ 2083705 w 3861828"/>
                <a:gd name="csY864" fmla="*/ 79397 h 4807419"/>
                <a:gd name="csX865" fmla="*/ 1785880 w 3861828"/>
                <a:gd name="csY865" fmla="*/ 79397 h 4807419"/>
                <a:gd name="csX866" fmla="*/ 2059389 w 3861828"/>
                <a:gd name="csY866" fmla="*/ 95289 h 4807419"/>
                <a:gd name="csX867" fmla="*/ 2057958 w 3861828"/>
                <a:gd name="csY867" fmla="*/ 107208 h 4807419"/>
                <a:gd name="csX868" fmla="*/ 2057958 w 3861828"/>
                <a:gd name="csY868" fmla="*/ 405189 h 4807419"/>
                <a:gd name="csX869" fmla="*/ 1811627 w 3861828"/>
                <a:gd name="csY869" fmla="*/ 405189 h 4807419"/>
                <a:gd name="csX870" fmla="*/ 1811627 w 3861828"/>
                <a:gd name="csY870" fmla="*/ 107208 h 4807419"/>
                <a:gd name="csX871" fmla="*/ 1810195 w 3861828"/>
                <a:gd name="csY871" fmla="*/ 95289 h 4807419"/>
                <a:gd name="csX872" fmla="*/ 1442131 w 3861828"/>
                <a:gd name="csY872" fmla="*/ 90998 h 4807419"/>
                <a:gd name="csX873" fmla="*/ 1446104 w 3861828"/>
                <a:gd name="csY873" fmla="*/ 107208 h 4807419"/>
                <a:gd name="csX874" fmla="*/ 1446104 w 3861828"/>
                <a:gd name="csY874" fmla="*/ 421081 h 4807419"/>
                <a:gd name="csX875" fmla="*/ 1724220 w 3861828"/>
                <a:gd name="csY875" fmla="*/ 421081 h 4807419"/>
                <a:gd name="csX876" fmla="*/ 1724220 w 3861828"/>
                <a:gd name="csY876" fmla="*/ 107208 h 4807419"/>
                <a:gd name="csX877" fmla="*/ 1728193 w 3861828"/>
                <a:gd name="csY877" fmla="*/ 90998 h 4807419"/>
                <a:gd name="csX878" fmla="*/ 1734075 w 3861828"/>
                <a:gd name="csY878" fmla="*/ 79397 h 4807419"/>
                <a:gd name="csX879" fmla="*/ 1436249 w 3861828"/>
                <a:gd name="csY879" fmla="*/ 79397 h 4807419"/>
                <a:gd name="csX880" fmla="*/ 1709759 w 3861828"/>
                <a:gd name="csY880" fmla="*/ 95289 h 4807419"/>
                <a:gd name="csX881" fmla="*/ 1708327 w 3861828"/>
                <a:gd name="csY881" fmla="*/ 107208 h 4807419"/>
                <a:gd name="csX882" fmla="*/ 1708327 w 3861828"/>
                <a:gd name="csY882" fmla="*/ 405189 h 4807419"/>
                <a:gd name="csX883" fmla="*/ 1461997 w 3861828"/>
                <a:gd name="csY883" fmla="*/ 405189 h 4807419"/>
                <a:gd name="csX884" fmla="*/ 1461997 w 3861828"/>
                <a:gd name="csY884" fmla="*/ 107208 h 4807419"/>
                <a:gd name="csX885" fmla="*/ 1460565 w 3861828"/>
                <a:gd name="csY885" fmla="*/ 95289 h 4807419"/>
                <a:gd name="csX886" fmla="*/ 1092500 w 3861828"/>
                <a:gd name="csY886" fmla="*/ 90998 h 4807419"/>
                <a:gd name="csX887" fmla="*/ 1096474 w 3861828"/>
                <a:gd name="csY887" fmla="*/ 107208 h 4807419"/>
                <a:gd name="csX888" fmla="*/ 1096474 w 3861828"/>
                <a:gd name="csY888" fmla="*/ 421081 h 4807419"/>
                <a:gd name="csX889" fmla="*/ 1374589 w 3861828"/>
                <a:gd name="csY889" fmla="*/ 421081 h 4807419"/>
                <a:gd name="csX890" fmla="*/ 1374589 w 3861828"/>
                <a:gd name="csY890" fmla="*/ 107208 h 4807419"/>
                <a:gd name="csX891" fmla="*/ 1378562 w 3861828"/>
                <a:gd name="csY891" fmla="*/ 90998 h 4807419"/>
                <a:gd name="csX892" fmla="*/ 1384444 w 3861828"/>
                <a:gd name="csY892" fmla="*/ 79397 h 4807419"/>
                <a:gd name="csX893" fmla="*/ 1086619 w 3861828"/>
                <a:gd name="csY893" fmla="*/ 79397 h 4807419"/>
                <a:gd name="csX894" fmla="*/ 1360128 w 3861828"/>
                <a:gd name="csY894" fmla="*/ 95289 h 4807419"/>
                <a:gd name="csX895" fmla="*/ 1358697 w 3861828"/>
                <a:gd name="csY895" fmla="*/ 107208 h 4807419"/>
                <a:gd name="csX896" fmla="*/ 1358696 w 3861828"/>
                <a:gd name="csY896" fmla="*/ 405189 h 4807419"/>
                <a:gd name="csX897" fmla="*/ 1112366 w 3861828"/>
                <a:gd name="csY897" fmla="*/ 405189 h 4807419"/>
                <a:gd name="csX898" fmla="*/ 1112366 w 3861828"/>
                <a:gd name="csY898" fmla="*/ 107208 h 4807419"/>
                <a:gd name="csX899" fmla="*/ 1110934 w 3861828"/>
                <a:gd name="csY899" fmla="*/ 95289 h 4807419"/>
                <a:gd name="csX900" fmla="*/ 742870 w 3861828"/>
                <a:gd name="csY900" fmla="*/ 90998 h 4807419"/>
                <a:gd name="csX901" fmla="*/ 746843 w 3861828"/>
                <a:gd name="csY901" fmla="*/ 107208 h 4807419"/>
                <a:gd name="csX902" fmla="*/ 746843 w 3861828"/>
                <a:gd name="csY902" fmla="*/ 421081 h 4807419"/>
                <a:gd name="csX903" fmla="*/ 1024958 w 3861828"/>
                <a:gd name="csY903" fmla="*/ 421081 h 4807419"/>
                <a:gd name="csX904" fmla="*/ 1024958 w 3861828"/>
                <a:gd name="csY904" fmla="*/ 107208 h 4807419"/>
                <a:gd name="csX905" fmla="*/ 1028931 w 3861828"/>
                <a:gd name="csY905" fmla="*/ 90998 h 4807419"/>
                <a:gd name="csX906" fmla="*/ 1034814 w 3861828"/>
                <a:gd name="csY906" fmla="*/ 79397 h 4807419"/>
                <a:gd name="csX907" fmla="*/ 736988 w 3861828"/>
                <a:gd name="csY907" fmla="*/ 79397 h 4807419"/>
                <a:gd name="csX908" fmla="*/ 1010498 w 3861828"/>
                <a:gd name="csY908" fmla="*/ 95289 h 4807419"/>
                <a:gd name="csX909" fmla="*/ 1009066 w 3861828"/>
                <a:gd name="csY909" fmla="*/ 107208 h 4807419"/>
                <a:gd name="csX910" fmla="*/ 1009066 w 3861828"/>
                <a:gd name="csY910" fmla="*/ 405189 h 4807419"/>
                <a:gd name="csX911" fmla="*/ 762735 w 3861828"/>
                <a:gd name="csY911" fmla="*/ 405189 h 4807419"/>
                <a:gd name="csX912" fmla="*/ 762735 w 3861828"/>
                <a:gd name="csY912" fmla="*/ 107208 h 4807419"/>
                <a:gd name="csX913" fmla="*/ 761304 w 3861828"/>
                <a:gd name="csY913" fmla="*/ 95289 h 4807419"/>
                <a:gd name="csX914" fmla="*/ 393239 w 3861828"/>
                <a:gd name="csY914" fmla="*/ 90998 h 4807419"/>
                <a:gd name="csX915" fmla="*/ 397212 w 3861828"/>
                <a:gd name="csY915" fmla="*/ 107208 h 4807419"/>
                <a:gd name="csX916" fmla="*/ 397212 w 3861828"/>
                <a:gd name="csY916" fmla="*/ 421081 h 4807419"/>
                <a:gd name="csX917" fmla="*/ 675328 w 3861828"/>
                <a:gd name="csY917" fmla="*/ 421081 h 4807419"/>
                <a:gd name="csX918" fmla="*/ 675328 w 3861828"/>
                <a:gd name="csY918" fmla="*/ 107208 h 4807419"/>
                <a:gd name="csX919" fmla="*/ 679301 w 3861828"/>
                <a:gd name="csY919" fmla="*/ 90998 h 4807419"/>
                <a:gd name="csX920" fmla="*/ 685183 w 3861828"/>
                <a:gd name="csY920" fmla="*/ 79397 h 4807419"/>
                <a:gd name="csX921" fmla="*/ 387358 w 3861828"/>
                <a:gd name="csY921" fmla="*/ 79397 h 4807419"/>
                <a:gd name="csX922" fmla="*/ 660867 w 3861828"/>
                <a:gd name="csY922" fmla="*/ 95289 h 4807419"/>
                <a:gd name="csX923" fmla="*/ 659436 w 3861828"/>
                <a:gd name="csY923" fmla="*/ 107208 h 4807419"/>
                <a:gd name="csX924" fmla="*/ 659435 w 3861828"/>
                <a:gd name="csY924" fmla="*/ 405189 h 4807419"/>
                <a:gd name="csX925" fmla="*/ 413105 w 3861828"/>
                <a:gd name="csY925" fmla="*/ 405189 h 4807419"/>
                <a:gd name="csX926" fmla="*/ 413105 w 3861828"/>
                <a:gd name="csY926" fmla="*/ 107208 h 4807419"/>
                <a:gd name="csX927" fmla="*/ 411673 w 3861828"/>
                <a:gd name="csY927" fmla="*/ 95289 h 4807419"/>
                <a:gd name="csX928" fmla="*/ 3790218 w 3861828"/>
                <a:gd name="csY928" fmla="*/ 468758 h 4807419"/>
                <a:gd name="csX929" fmla="*/ 3695501 w 3861828"/>
                <a:gd name="csY929" fmla="*/ 468758 h 4807419"/>
                <a:gd name="csX930" fmla="*/ 3611430 w 3861828"/>
                <a:gd name="csY930" fmla="*/ 405189 h 4807419"/>
                <a:gd name="csX931" fmla="*/ 3559780 w 3861828"/>
                <a:gd name="csY931" fmla="*/ 405189 h 4807419"/>
                <a:gd name="csX932" fmla="*/ 3559780 w 3861828"/>
                <a:gd name="csY932" fmla="*/ 107208 h 4807419"/>
                <a:gd name="csX933" fmla="*/ 3556203 w 3861828"/>
                <a:gd name="csY933" fmla="*/ 88535 h 4807419"/>
                <a:gd name="csX934" fmla="*/ 3573063 w 3861828"/>
                <a:gd name="csY934" fmla="*/ 23377 h 4807419"/>
                <a:gd name="csX935" fmla="*/ 3531968 w 3861828"/>
                <a:gd name="csY935" fmla="*/ -65 h 4807419"/>
                <a:gd name="csX936" fmla="*/ 337616 w 3861828"/>
                <a:gd name="csY936" fmla="*/ -65 h 4807419"/>
                <a:gd name="csX937" fmla="*/ 289940 w 3861828"/>
                <a:gd name="csY937" fmla="*/ 47440 h 4807419"/>
                <a:gd name="csX938" fmla="*/ 313382 w 3861828"/>
                <a:gd name="csY938" fmla="*/ 88535 h 4807419"/>
                <a:gd name="csX939" fmla="*/ 309805 w 3861828"/>
                <a:gd name="csY939" fmla="*/ 107208 h 4807419"/>
                <a:gd name="csX940" fmla="*/ 309805 w 3861828"/>
                <a:gd name="csY940" fmla="*/ 405189 h 4807419"/>
                <a:gd name="csX941" fmla="*/ 258155 w 3861828"/>
                <a:gd name="csY941" fmla="*/ 405189 h 4807419"/>
                <a:gd name="csX942" fmla="*/ 174084 w 3861828"/>
                <a:gd name="csY942" fmla="*/ 468758 h 4807419"/>
                <a:gd name="csX943" fmla="*/ 71420 w 3861828"/>
                <a:gd name="csY943" fmla="*/ 468758 h 4807419"/>
                <a:gd name="csX944" fmla="*/ -95 w 3861828"/>
                <a:gd name="csY944" fmla="*/ 540273 h 4807419"/>
                <a:gd name="csX945" fmla="*/ -95 w 3861828"/>
                <a:gd name="csY945" fmla="*/ 4735840 h 4807419"/>
                <a:gd name="csX946" fmla="*/ 71420 w 3861828"/>
                <a:gd name="csY946" fmla="*/ 4807355 h 4807419"/>
                <a:gd name="csX947" fmla="*/ 3790218 w 3861828"/>
                <a:gd name="csY947" fmla="*/ 4807355 h 4807419"/>
                <a:gd name="csX948" fmla="*/ 3861734 w 3861828"/>
                <a:gd name="csY948" fmla="*/ 4735840 h 4807419"/>
                <a:gd name="csX949" fmla="*/ 3861734 w 3861828"/>
                <a:gd name="csY949" fmla="*/ 540273 h 4807419"/>
                <a:gd name="csX950" fmla="*/ 3790218 w 3861828"/>
                <a:gd name="csY950" fmla="*/ 468758 h 4807419"/>
                <a:gd name="csX951" fmla="*/ 3845841 w 3861828"/>
                <a:gd name="csY951" fmla="*/ 4735840 h 4807419"/>
                <a:gd name="csX952" fmla="*/ 3809529 w 3861828"/>
                <a:gd name="csY952" fmla="*/ 4787966 h 4807419"/>
                <a:gd name="csX953" fmla="*/ 3790218 w 3861828"/>
                <a:gd name="csY953" fmla="*/ 4791463 h 4807419"/>
                <a:gd name="csX954" fmla="*/ 71420 w 3861828"/>
                <a:gd name="csY954" fmla="*/ 4791463 h 4807419"/>
                <a:gd name="csX955" fmla="*/ 52110 w 3861828"/>
                <a:gd name="csY955" fmla="*/ 4787966 h 4807419"/>
                <a:gd name="csX956" fmla="*/ 15797 w 3861828"/>
                <a:gd name="csY956" fmla="*/ 4735840 h 4807419"/>
                <a:gd name="csX957" fmla="*/ 15797 w 3861828"/>
                <a:gd name="csY957" fmla="*/ 540273 h 4807419"/>
                <a:gd name="csX958" fmla="*/ 71420 w 3861828"/>
                <a:gd name="csY958" fmla="*/ 484650 h 4807419"/>
                <a:gd name="csX959" fmla="*/ 186799 w 3861828"/>
                <a:gd name="csY959" fmla="*/ 484650 h 4807419"/>
                <a:gd name="csX960" fmla="*/ 188071 w 3861828"/>
                <a:gd name="csY960" fmla="*/ 478294 h 4807419"/>
                <a:gd name="csX961" fmla="*/ 258155 w 3861828"/>
                <a:gd name="csY961" fmla="*/ 421081 h 4807419"/>
                <a:gd name="csX962" fmla="*/ 325697 w 3861828"/>
                <a:gd name="csY962" fmla="*/ 421081 h 4807419"/>
                <a:gd name="csX963" fmla="*/ 325697 w 3861828"/>
                <a:gd name="csY963" fmla="*/ 107208 h 4807419"/>
                <a:gd name="csX964" fmla="*/ 330784 w 3861828"/>
                <a:gd name="csY964" fmla="*/ 88853 h 4807419"/>
                <a:gd name="csX965" fmla="*/ 335707 w 3861828"/>
                <a:gd name="csY965" fmla="*/ 80668 h 4807419"/>
                <a:gd name="csX966" fmla="*/ 326729 w 3861828"/>
                <a:gd name="csY966" fmla="*/ 77331 h 4807419"/>
                <a:gd name="csX967" fmla="*/ 307729 w 3861828"/>
                <a:gd name="csY967" fmla="*/ 36725 h 4807419"/>
                <a:gd name="csX968" fmla="*/ 337616 w 3861828"/>
                <a:gd name="csY968" fmla="*/ 15828 h 4807419"/>
                <a:gd name="csX969" fmla="*/ 3531968 w 3861828"/>
                <a:gd name="csY969" fmla="*/ 15828 h 4807419"/>
                <a:gd name="csX970" fmla="*/ 3563752 w 3861828"/>
                <a:gd name="csY970" fmla="*/ 47443 h 4807419"/>
                <a:gd name="csX971" fmla="*/ 3542855 w 3861828"/>
                <a:gd name="csY971" fmla="*/ 77331 h 4807419"/>
                <a:gd name="csX972" fmla="*/ 3533877 w 3861828"/>
                <a:gd name="csY972" fmla="*/ 80668 h 4807419"/>
                <a:gd name="csX973" fmla="*/ 3538800 w 3861828"/>
                <a:gd name="csY973" fmla="*/ 88853 h 4807419"/>
                <a:gd name="csX974" fmla="*/ 3543887 w 3861828"/>
                <a:gd name="csY974" fmla="*/ 107208 h 4807419"/>
                <a:gd name="csX975" fmla="*/ 3543887 w 3861828"/>
                <a:gd name="csY975" fmla="*/ 421081 h 4807419"/>
                <a:gd name="csX976" fmla="*/ 3611429 w 3861828"/>
                <a:gd name="csY976" fmla="*/ 421081 h 4807419"/>
                <a:gd name="csX977" fmla="*/ 3681513 w 3861828"/>
                <a:gd name="csY977" fmla="*/ 478294 h 4807419"/>
                <a:gd name="csX978" fmla="*/ 3682786 w 3861828"/>
                <a:gd name="csY978" fmla="*/ 484650 h 4807419"/>
                <a:gd name="csX979" fmla="*/ 3790218 w 3861828"/>
                <a:gd name="csY979" fmla="*/ 484650 h 4807419"/>
                <a:gd name="csX980" fmla="*/ 3845841 w 3861828"/>
                <a:gd name="csY980" fmla="*/ 540273 h 4807419"/>
                <a:gd name="csX981" fmla="*/ 387358 w 3861828"/>
                <a:gd name="csY981" fmla="*/ 79397 h 4807419"/>
                <a:gd name="csX982" fmla="*/ 393239 w 3861828"/>
                <a:gd name="csY982" fmla="*/ 90998 h 4807419"/>
                <a:gd name="csX983" fmla="*/ 397212 w 3861828"/>
                <a:gd name="csY983" fmla="*/ 107208 h 4807419"/>
                <a:gd name="csX984" fmla="*/ 397212 w 3861828"/>
                <a:gd name="csY984" fmla="*/ 421081 h 4807419"/>
                <a:gd name="csX985" fmla="*/ 675328 w 3861828"/>
                <a:gd name="csY985" fmla="*/ 421081 h 4807419"/>
                <a:gd name="csX986" fmla="*/ 675328 w 3861828"/>
                <a:gd name="csY986" fmla="*/ 107208 h 4807419"/>
                <a:gd name="csX987" fmla="*/ 679301 w 3861828"/>
                <a:gd name="csY987" fmla="*/ 90998 h 4807419"/>
                <a:gd name="csX988" fmla="*/ 685183 w 3861828"/>
                <a:gd name="csY988" fmla="*/ 79397 h 4807419"/>
                <a:gd name="csX989" fmla="*/ 659435 w 3861828"/>
                <a:gd name="csY989" fmla="*/ 107208 h 4807419"/>
                <a:gd name="csX990" fmla="*/ 659435 w 3861828"/>
                <a:gd name="csY990" fmla="*/ 405189 h 4807419"/>
                <a:gd name="csX991" fmla="*/ 413105 w 3861828"/>
                <a:gd name="csY991" fmla="*/ 405189 h 4807419"/>
                <a:gd name="csX992" fmla="*/ 413105 w 3861828"/>
                <a:gd name="csY992" fmla="*/ 107208 h 4807419"/>
                <a:gd name="csX993" fmla="*/ 411673 w 3861828"/>
                <a:gd name="csY993" fmla="*/ 95289 h 4807419"/>
                <a:gd name="csX994" fmla="*/ 660867 w 3861828"/>
                <a:gd name="csY994" fmla="*/ 95289 h 4807419"/>
                <a:gd name="csX995" fmla="*/ 659436 w 3861828"/>
                <a:gd name="csY995" fmla="*/ 107208 h 4807419"/>
                <a:gd name="csX996" fmla="*/ 736988 w 3861828"/>
                <a:gd name="csY996" fmla="*/ 79397 h 4807419"/>
                <a:gd name="csX997" fmla="*/ 742870 w 3861828"/>
                <a:gd name="csY997" fmla="*/ 90998 h 4807419"/>
                <a:gd name="csX998" fmla="*/ 746843 w 3861828"/>
                <a:gd name="csY998" fmla="*/ 107208 h 4807419"/>
                <a:gd name="csX999" fmla="*/ 746843 w 3861828"/>
                <a:gd name="csY999" fmla="*/ 421081 h 4807419"/>
                <a:gd name="csX1000" fmla="*/ 1024958 w 3861828"/>
                <a:gd name="csY1000" fmla="*/ 421081 h 4807419"/>
                <a:gd name="csX1001" fmla="*/ 1024958 w 3861828"/>
                <a:gd name="csY1001" fmla="*/ 107208 h 4807419"/>
                <a:gd name="csX1002" fmla="*/ 1028931 w 3861828"/>
                <a:gd name="csY1002" fmla="*/ 90998 h 4807419"/>
                <a:gd name="csX1003" fmla="*/ 1034814 w 3861828"/>
                <a:gd name="csY1003" fmla="*/ 79397 h 4807419"/>
                <a:gd name="csX1004" fmla="*/ 1009066 w 3861828"/>
                <a:gd name="csY1004" fmla="*/ 107208 h 4807419"/>
                <a:gd name="csX1005" fmla="*/ 1009066 w 3861828"/>
                <a:gd name="csY1005" fmla="*/ 405189 h 4807419"/>
                <a:gd name="csX1006" fmla="*/ 762735 w 3861828"/>
                <a:gd name="csY1006" fmla="*/ 405189 h 4807419"/>
                <a:gd name="csX1007" fmla="*/ 762735 w 3861828"/>
                <a:gd name="csY1007" fmla="*/ 107208 h 4807419"/>
                <a:gd name="csX1008" fmla="*/ 761304 w 3861828"/>
                <a:gd name="csY1008" fmla="*/ 95289 h 4807419"/>
                <a:gd name="csX1009" fmla="*/ 1010498 w 3861828"/>
                <a:gd name="csY1009" fmla="*/ 95289 h 4807419"/>
                <a:gd name="csX1010" fmla="*/ 1009066 w 3861828"/>
                <a:gd name="csY1010" fmla="*/ 107208 h 4807419"/>
                <a:gd name="csX1011" fmla="*/ 1086619 w 3861828"/>
                <a:gd name="csY1011" fmla="*/ 79397 h 4807419"/>
                <a:gd name="csX1012" fmla="*/ 1092500 w 3861828"/>
                <a:gd name="csY1012" fmla="*/ 90998 h 4807419"/>
                <a:gd name="csX1013" fmla="*/ 1096474 w 3861828"/>
                <a:gd name="csY1013" fmla="*/ 107208 h 4807419"/>
                <a:gd name="csX1014" fmla="*/ 1096474 w 3861828"/>
                <a:gd name="csY1014" fmla="*/ 421081 h 4807419"/>
                <a:gd name="csX1015" fmla="*/ 1374589 w 3861828"/>
                <a:gd name="csY1015" fmla="*/ 421081 h 4807419"/>
                <a:gd name="csX1016" fmla="*/ 1374589 w 3861828"/>
                <a:gd name="csY1016" fmla="*/ 107208 h 4807419"/>
                <a:gd name="csX1017" fmla="*/ 1378562 w 3861828"/>
                <a:gd name="csY1017" fmla="*/ 90998 h 4807419"/>
                <a:gd name="csX1018" fmla="*/ 1384444 w 3861828"/>
                <a:gd name="csY1018" fmla="*/ 79397 h 4807419"/>
                <a:gd name="csX1019" fmla="*/ 1358696 w 3861828"/>
                <a:gd name="csY1019" fmla="*/ 107208 h 4807419"/>
                <a:gd name="csX1020" fmla="*/ 1358696 w 3861828"/>
                <a:gd name="csY1020" fmla="*/ 405189 h 4807419"/>
                <a:gd name="csX1021" fmla="*/ 1112366 w 3861828"/>
                <a:gd name="csY1021" fmla="*/ 405189 h 4807419"/>
                <a:gd name="csX1022" fmla="*/ 1112366 w 3861828"/>
                <a:gd name="csY1022" fmla="*/ 107208 h 4807419"/>
                <a:gd name="csX1023" fmla="*/ 1110934 w 3861828"/>
                <a:gd name="csY1023" fmla="*/ 95289 h 4807419"/>
                <a:gd name="csX1024" fmla="*/ 1360128 w 3861828"/>
                <a:gd name="csY1024" fmla="*/ 95289 h 4807419"/>
                <a:gd name="csX1025" fmla="*/ 1358697 w 3861828"/>
                <a:gd name="csY1025" fmla="*/ 107208 h 4807419"/>
                <a:gd name="csX1026" fmla="*/ 1436249 w 3861828"/>
                <a:gd name="csY1026" fmla="*/ 79397 h 4807419"/>
                <a:gd name="csX1027" fmla="*/ 1442131 w 3861828"/>
                <a:gd name="csY1027" fmla="*/ 90998 h 4807419"/>
                <a:gd name="csX1028" fmla="*/ 1446104 w 3861828"/>
                <a:gd name="csY1028" fmla="*/ 107208 h 4807419"/>
                <a:gd name="csX1029" fmla="*/ 1446104 w 3861828"/>
                <a:gd name="csY1029" fmla="*/ 421081 h 4807419"/>
                <a:gd name="csX1030" fmla="*/ 1724220 w 3861828"/>
                <a:gd name="csY1030" fmla="*/ 421081 h 4807419"/>
                <a:gd name="csX1031" fmla="*/ 1724220 w 3861828"/>
                <a:gd name="csY1031" fmla="*/ 107208 h 4807419"/>
                <a:gd name="csX1032" fmla="*/ 1728193 w 3861828"/>
                <a:gd name="csY1032" fmla="*/ 90998 h 4807419"/>
                <a:gd name="csX1033" fmla="*/ 1734075 w 3861828"/>
                <a:gd name="csY1033" fmla="*/ 79397 h 4807419"/>
                <a:gd name="csX1034" fmla="*/ 1708327 w 3861828"/>
                <a:gd name="csY1034" fmla="*/ 107208 h 4807419"/>
                <a:gd name="csX1035" fmla="*/ 1708327 w 3861828"/>
                <a:gd name="csY1035" fmla="*/ 405189 h 4807419"/>
                <a:gd name="csX1036" fmla="*/ 1461997 w 3861828"/>
                <a:gd name="csY1036" fmla="*/ 405189 h 4807419"/>
                <a:gd name="csX1037" fmla="*/ 1461997 w 3861828"/>
                <a:gd name="csY1037" fmla="*/ 107208 h 4807419"/>
                <a:gd name="csX1038" fmla="*/ 1460565 w 3861828"/>
                <a:gd name="csY1038" fmla="*/ 95289 h 4807419"/>
                <a:gd name="csX1039" fmla="*/ 1709759 w 3861828"/>
                <a:gd name="csY1039" fmla="*/ 95289 h 4807419"/>
                <a:gd name="csX1040" fmla="*/ 1708327 w 3861828"/>
                <a:gd name="csY1040" fmla="*/ 107208 h 4807419"/>
                <a:gd name="csX1041" fmla="*/ 1785880 w 3861828"/>
                <a:gd name="csY1041" fmla="*/ 79397 h 4807419"/>
                <a:gd name="csX1042" fmla="*/ 1791762 w 3861828"/>
                <a:gd name="csY1042" fmla="*/ 90998 h 4807419"/>
                <a:gd name="csX1043" fmla="*/ 1795735 w 3861828"/>
                <a:gd name="csY1043" fmla="*/ 107208 h 4807419"/>
                <a:gd name="csX1044" fmla="*/ 1795735 w 3861828"/>
                <a:gd name="csY1044" fmla="*/ 421081 h 4807419"/>
                <a:gd name="csX1045" fmla="*/ 2073850 w 3861828"/>
                <a:gd name="csY1045" fmla="*/ 421081 h 4807419"/>
                <a:gd name="csX1046" fmla="*/ 2073850 w 3861828"/>
                <a:gd name="csY1046" fmla="*/ 107208 h 4807419"/>
                <a:gd name="csX1047" fmla="*/ 2077823 w 3861828"/>
                <a:gd name="csY1047" fmla="*/ 90998 h 4807419"/>
                <a:gd name="csX1048" fmla="*/ 2083705 w 3861828"/>
                <a:gd name="csY1048" fmla="*/ 79397 h 4807419"/>
                <a:gd name="csX1049" fmla="*/ 2057958 w 3861828"/>
                <a:gd name="csY1049" fmla="*/ 107208 h 4807419"/>
                <a:gd name="csX1050" fmla="*/ 2057958 w 3861828"/>
                <a:gd name="csY1050" fmla="*/ 405189 h 4807419"/>
                <a:gd name="csX1051" fmla="*/ 1811627 w 3861828"/>
                <a:gd name="csY1051" fmla="*/ 405189 h 4807419"/>
                <a:gd name="csX1052" fmla="*/ 1811627 w 3861828"/>
                <a:gd name="csY1052" fmla="*/ 107208 h 4807419"/>
                <a:gd name="csX1053" fmla="*/ 1810195 w 3861828"/>
                <a:gd name="csY1053" fmla="*/ 95289 h 4807419"/>
                <a:gd name="csX1054" fmla="*/ 2059389 w 3861828"/>
                <a:gd name="csY1054" fmla="*/ 95289 h 4807419"/>
                <a:gd name="csX1055" fmla="*/ 2057958 w 3861828"/>
                <a:gd name="csY1055" fmla="*/ 107208 h 4807419"/>
                <a:gd name="csX1056" fmla="*/ 2135510 w 3861828"/>
                <a:gd name="csY1056" fmla="*/ 79397 h 4807419"/>
                <a:gd name="csX1057" fmla="*/ 2141392 w 3861828"/>
                <a:gd name="csY1057" fmla="*/ 90998 h 4807419"/>
                <a:gd name="csX1058" fmla="*/ 2145365 w 3861828"/>
                <a:gd name="csY1058" fmla="*/ 107208 h 4807419"/>
                <a:gd name="csX1059" fmla="*/ 2145365 w 3861828"/>
                <a:gd name="csY1059" fmla="*/ 421081 h 4807419"/>
                <a:gd name="csX1060" fmla="*/ 2423481 w 3861828"/>
                <a:gd name="csY1060" fmla="*/ 421081 h 4807419"/>
                <a:gd name="csX1061" fmla="*/ 2423481 w 3861828"/>
                <a:gd name="csY1061" fmla="*/ 107208 h 4807419"/>
                <a:gd name="csX1062" fmla="*/ 2427454 w 3861828"/>
                <a:gd name="csY1062" fmla="*/ 90998 h 4807419"/>
                <a:gd name="csX1063" fmla="*/ 2433336 w 3861828"/>
                <a:gd name="csY1063" fmla="*/ 79397 h 4807419"/>
                <a:gd name="csX1064" fmla="*/ 2407588 w 3861828"/>
                <a:gd name="csY1064" fmla="*/ 107208 h 4807419"/>
                <a:gd name="csX1065" fmla="*/ 2407588 w 3861828"/>
                <a:gd name="csY1065" fmla="*/ 405189 h 4807419"/>
                <a:gd name="csX1066" fmla="*/ 2161258 w 3861828"/>
                <a:gd name="csY1066" fmla="*/ 405189 h 4807419"/>
                <a:gd name="csX1067" fmla="*/ 2161258 w 3861828"/>
                <a:gd name="csY1067" fmla="*/ 107208 h 4807419"/>
                <a:gd name="csX1068" fmla="*/ 2159826 w 3861828"/>
                <a:gd name="csY1068" fmla="*/ 95289 h 4807419"/>
                <a:gd name="csX1069" fmla="*/ 2409020 w 3861828"/>
                <a:gd name="csY1069" fmla="*/ 95289 h 4807419"/>
                <a:gd name="csX1070" fmla="*/ 2407588 w 3861828"/>
                <a:gd name="csY1070" fmla="*/ 107208 h 4807419"/>
                <a:gd name="csX1071" fmla="*/ 2485141 w 3861828"/>
                <a:gd name="csY1071" fmla="*/ 79397 h 4807419"/>
                <a:gd name="csX1072" fmla="*/ 2491023 w 3861828"/>
                <a:gd name="csY1072" fmla="*/ 90998 h 4807419"/>
                <a:gd name="csX1073" fmla="*/ 2494996 w 3861828"/>
                <a:gd name="csY1073" fmla="*/ 107208 h 4807419"/>
                <a:gd name="csX1074" fmla="*/ 2494996 w 3861828"/>
                <a:gd name="csY1074" fmla="*/ 421081 h 4807419"/>
                <a:gd name="csX1075" fmla="*/ 2773111 w 3861828"/>
                <a:gd name="csY1075" fmla="*/ 421081 h 4807419"/>
                <a:gd name="csX1076" fmla="*/ 2773111 w 3861828"/>
                <a:gd name="csY1076" fmla="*/ 107208 h 4807419"/>
                <a:gd name="csX1077" fmla="*/ 2777084 w 3861828"/>
                <a:gd name="csY1077" fmla="*/ 90998 h 4807419"/>
                <a:gd name="csX1078" fmla="*/ 2782966 w 3861828"/>
                <a:gd name="csY1078" fmla="*/ 79397 h 4807419"/>
                <a:gd name="csX1079" fmla="*/ 2757219 w 3861828"/>
                <a:gd name="csY1079" fmla="*/ 107208 h 4807419"/>
                <a:gd name="csX1080" fmla="*/ 2757219 w 3861828"/>
                <a:gd name="csY1080" fmla="*/ 405189 h 4807419"/>
                <a:gd name="csX1081" fmla="*/ 2510888 w 3861828"/>
                <a:gd name="csY1081" fmla="*/ 405189 h 4807419"/>
                <a:gd name="csX1082" fmla="*/ 2510888 w 3861828"/>
                <a:gd name="csY1082" fmla="*/ 107208 h 4807419"/>
                <a:gd name="csX1083" fmla="*/ 2509457 w 3861828"/>
                <a:gd name="csY1083" fmla="*/ 95289 h 4807419"/>
                <a:gd name="csX1084" fmla="*/ 2758651 w 3861828"/>
                <a:gd name="csY1084" fmla="*/ 95289 h 4807419"/>
                <a:gd name="csX1085" fmla="*/ 2757219 w 3861828"/>
                <a:gd name="csY1085" fmla="*/ 107208 h 4807419"/>
                <a:gd name="csX1086" fmla="*/ 2834771 w 3861828"/>
                <a:gd name="csY1086" fmla="*/ 79397 h 4807419"/>
                <a:gd name="csX1087" fmla="*/ 2840653 w 3861828"/>
                <a:gd name="csY1087" fmla="*/ 90998 h 4807419"/>
                <a:gd name="csX1088" fmla="*/ 2844627 w 3861828"/>
                <a:gd name="csY1088" fmla="*/ 107208 h 4807419"/>
                <a:gd name="csX1089" fmla="*/ 2844627 w 3861828"/>
                <a:gd name="csY1089" fmla="*/ 421081 h 4807419"/>
                <a:gd name="csX1090" fmla="*/ 3122742 w 3861828"/>
                <a:gd name="csY1090" fmla="*/ 421081 h 4807419"/>
                <a:gd name="csX1091" fmla="*/ 3122742 w 3861828"/>
                <a:gd name="csY1091" fmla="*/ 107208 h 4807419"/>
                <a:gd name="csX1092" fmla="*/ 3126715 w 3861828"/>
                <a:gd name="csY1092" fmla="*/ 90998 h 4807419"/>
                <a:gd name="csX1093" fmla="*/ 3132597 w 3861828"/>
                <a:gd name="csY1093" fmla="*/ 79397 h 4807419"/>
                <a:gd name="csX1094" fmla="*/ 3106849 w 3861828"/>
                <a:gd name="csY1094" fmla="*/ 107208 h 4807419"/>
                <a:gd name="csX1095" fmla="*/ 3106849 w 3861828"/>
                <a:gd name="csY1095" fmla="*/ 405189 h 4807419"/>
                <a:gd name="csX1096" fmla="*/ 2860519 w 3861828"/>
                <a:gd name="csY1096" fmla="*/ 405189 h 4807419"/>
                <a:gd name="csX1097" fmla="*/ 2860519 w 3861828"/>
                <a:gd name="csY1097" fmla="*/ 107208 h 4807419"/>
                <a:gd name="csX1098" fmla="*/ 2859087 w 3861828"/>
                <a:gd name="csY1098" fmla="*/ 95289 h 4807419"/>
                <a:gd name="csX1099" fmla="*/ 3108281 w 3861828"/>
                <a:gd name="csY1099" fmla="*/ 95289 h 4807419"/>
                <a:gd name="csX1100" fmla="*/ 3106849 w 3861828"/>
                <a:gd name="csY1100" fmla="*/ 107208 h 4807419"/>
                <a:gd name="csX1101" fmla="*/ 3184402 w 3861828"/>
                <a:gd name="csY1101" fmla="*/ 79397 h 4807419"/>
                <a:gd name="csX1102" fmla="*/ 3190284 w 3861828"/>
                <a:gd name="csY1102" fmla="*/ 90998 h 4807419"/>
                <a:gd name="csX1103" fmla="*/ 3194257 w 3861828"/>
                <a:gd name="csY1103" fmla="*/ 107208 h 4807419"/>
                <a:gd name="csX1104" fmla="*/ 3194257 w 3861828"/>
                <a:gd name="csY1104" fmla="*/ 421081 h 4807419"/>
                <a:gd name="csX1105" fmla="*/ 3472372 w 3861828"/>
                <a:gd name="csY1105" fmla="*/ 421081 h 4807419"/>
                <a:gd name="csX1106" fmla="*/ 3472372 w 3861828"/>
                <a:gd name="csY1106" fmla="*/ 107208 h 4807419"/>
                <a:gd name="csX1107" fmla="*/ 3476345 w 3861828"/>
                <a:gd name="csY1107" fmla="*/ 90998 h 4807419"/>
                <a:gd name="csX1108" fmla="*/ 3482227 w 3861828"/>
                <a:gd name="csY1108" fmla="*/ 79397 h 4807419"/>
                <a:gd name="csX1109" fmla="*/ 3456480 w 3861828"/>
                <a:gd name="csY1109" fmla="*/ 107208 h 4807419"/>
                <a:gd name="csX1110" fmla="*/ 3456480 w 3861828"/>
                <a:gd name="csY1110" fmla="*/ 405189 h 4807419"/>
                <a:gd name="csX1111" fmla="*/ 3210149 w 3861828"/>
                <a:gd name="csY1111" fmla="*/ 405189 h 4807419"/>
                <a:gd name="csX1112" fmla="*/ 3210149 w 3861828"/>
                <a:gd name="csY1112" fmla="*/ 107208 h 4807419"/>
                <a:gd name="csX1113" fmla="*/ 3208718 w 3861828"/>
                <a:gd name="csY1113" fmla="*/ 95289 h 4807419"/>
                <a:gd name="csX1114" fmla="*/ 3457912 w 3861828"/>
                <a:gd name="csY1114" fmla="*/ 95289 h 4807419"/>
                <a:gd name="csX1115" fmla="*/ 3456480 w 3861828"/>
                <a:gd name="csY1115" fmla="*/ 107208 h 4807419"/>
                <a:gd name="csX1116" fmla="*/ 387358 w 3861828"/>
                <a:gd name="csY1116" fmla="*/ 79397 h 4807419"/>
                <a:gd name="csX1117" fmla="*/ 393239 w 3861828"/>
                <a:gd name="csY1117" fmla="*/ 90998 h 4807419"/>
                <a:gd name="csX1118" fmla="*/ 397212 w 3861828"/>
                <a:gd name="csY1118" fmla="*/ 107208 h 4807419"/>
                <a:gd name="csX1119" fmla="*/ 397212 w 3861828"/>
                <a:gd name="csY1119" fmla="*/ 421081 h 4807419"/>
                <a:gd name="csX1120" fmla="*/ 675328 w 3861828"/>
                <a:gd name="csY1120" fmla="*/ 421081 h 4807419"/>
                <a:gd name="csX1121" fmla="*/ 675328 w 3861828"/>
                <a:gd name="csY1121" fmla="*/ 107208 h 4807419"/>
                <a:gd name="csX1122" fmla="*/ 679301 w 3861828"/>
                <a:gd name="csY1122" fmla="*/ 90998 h 4807419"/>
                <a:gd name="csX1123" fmla="*/ 685183 w 3861828"/>
                <a:gd name="csY1123" fmla="*/ 79397 h 4807419"/>
                <a:gd name="csX1124" fmla="*/ 659435 w 3861828"/>
                <a:gd name="csY1124" fmla="*/ 107208 h 4807419"/>
                <a:gd name="csX1125" fmla="*/ 659435 w 3861828"/>
                <a:gd name="csY1125" fmla="*/ 405189 h 4807419"/>
                <a:gd name="csX1126" fmla="*/ 413105 w 3861828"/>
                <a:gd name="csY1126" fmla="*/ 405189 h 4807419"/>
                <a:gd name="csX1127" fmla="*/ 413105 w 3861828"/>
                <a:gd name="csY1127" fmla="*/ 107208 h 4807419"/>
                <a:gd name="csX1128" fmla="*/ 411673 w 3861828"/>
                <a:gd name="csY1128" fmla="*/ 95289 h 4807419"/>
                <a:gd name="csX1129" fmla="*/ 660867 w 3861828"/>
                <a:gd name="csY1129" fmla="*/ 95289 h 4807419"/>
                <a:gd name="csX1130" fmla="*/ 659436 w 3861828"/>
                <a:gd name="csY1130" fmla="*/ 107208 h 4807419"/>
                <a:gd name="csX1131" fmla="*/ 736988 w 3861828"/>
                <a:gd name="csY1131" fmla="*/ 79397 h 4807419"/>
                <a:gd name="csX1132" fmla="*/ 742870 w 3861828"/>
                <a:gd name="csY1132" fmla="*/ 90998 h 4807419"/>
                <a:gd name="csX1133" fmla="*/ 746843 w 3861828"/>
                <a:gd name="csY1133" fmla="*/ 107208 h 4807419"/>
                <a:gd name="csX1134" fmla="*/ 746843 w 3861828"/>
                <a:gd name="csY1134" fmla="*/ 421081 h 4807419"/>
                <a:gd name="csX1135" fmla="*/ 1024958 w 3861828"/>
                <a:gd name="csY1135" fmla="*/ 421081 h 4807419"/>
                <a:gd name="csX1136" fmla="*/ 1024958 w 3861828"/>
                <a:gd name="csY1136" fmla="*/ 107208 h 4807419"/>
                <a:gd name="csX1137" fmla="*/ 1028931 w 3861828"/>
                <a:gd name="csY1137" fmla="*/ 90998 h 4807419"/>
                <a:gd name="csX1138" fmla="*/ 1034814 w 3861828"/>
                <a:gd name="csY1138" fmla="*/ 79397 h 4807419"/>
                <a:gd name="csX1139" fmla="*/ 1009066 w 3861828"/>
                <a:gd name="csY1139" fmla="*/ 107208 h 4807419"/>
                <a:gd name="csX1140" fmla="*/ 1009066 w 3861828"/>
                <a:gd name="csY1140" fmla="*/ 405189 h 4807419"/>
                <a:gd name="csX1141" fmla="*/ 762735 w 3861828"/>
                <a:gd name="csY1141" fmla="*/ 405189 h 4807419"/>
                <a:gd name="csX1142" fmla="*/ 762735 w 3861828"/>
                <a:gd name="csY1142" fmla="*/ 107208 h 4807419"/>
                <a:gd name="csX1143" fmla="*/ 761304 w 3861828"/>
                <a:gd name="csY1143" fmla="*/ 95289 h 4807419"/>
                <a:gd name="csX1144" fmla="*/ 1010498 w 3861828"/>
                <a:gd name="csY1144" fmla="*/ 95289 h 4807419"/>
                <a:gd name="csX1145" fmla="*/ 1009066 w 3861828"/>
                <a:gd name="csY1145" fmla="*/ 107208 h 4807419"/>
                <a:gd name="csX1146" fmla="*/ 1086619 w 3861828"/>
                <a:gd name="csY1146" fmla="*/ 79397 h 4807419"/>
                <a:gd name="csX1147" fmla="*/ 1092500 w 3861828"/>
                <a:gd name="csY1147" fmla="*/ 90998 h 4807419"/>
                <a:gd name="csX1148" fmla="*/ 1096474 w 3861828"/>
                <a:gd name="csY1148" fmla="*/ 107208 h 4807419"/>
                <a:gd name="csX1149" fmla="*/ 1096474 w 3861828"/>
                <a:gd name="csY1149" fmla="*/ 421081 h 4807419"/>
                <a:gd name="csX1150" fmla="*/ 1374589 w 3861828"/>
                <a:gd name="csY1150" fmla="*/ 421081 h 4807419"/>
                <a:gd name="csX1151" fmla="*/ 1374589 w 3861828"/>
                <a:gd name="csY1151" fmla="*/ 107208 h 4807419"/>
                <a:gd name="csX1152" fmla="*/ 1378562 w 3861828"/>
                <a:gd name="csY1152" fmla="*/ 90998 h 4807419"/>
                <a:gd name="csX1153" fmla="*/ 1384444 w 3861828"/>
                <a:gd name="csY1153" fmla="*/ 79397 h 4807419"/>
                <a:gd name="csX1154" fmla="*/ 1358696 w 3861828"/>
                <a:gd name="csY1154" fmla="*/ 107208 h 4807419"/>
                <a:gd name="csX1155" fmla="*/ 1358696 w 3861828"/>
                <a:gd name="csY1155" fmla="*/ 405189 h 4807419"/>
                <a:gd name="csX1156" fmla="*/ 1112366 w 3861828"/>
                <a:gd name="csY1156" fmla="*/ 405189 h 4807419"/>
                <a:gd name="csX1157" fmla="*/ 1112366 w 3861828"/>
                <a:gd name="csY1157" fmla="*/ 107208 h 4807419"/>
                <a:gd name="csX1158" fmla="*/ 1110934 w 3861828"/>
                <a:gd name="csY1158" fmla="*/ 95289 h 4807419"/>
                <a:gd name="csX1159" fmla="*/ 1360128 w 3861828"/>
                <a:gd name="csY1159" fmla="*/ 95289 h 4807419"/>
                <a:gd name="csX1160" fmla="*/ 1358697 w 3861828"/>
                <a:gd name="csY1160" fmla="*/ 107208 h 4807419"/>
                <a:gd name="csX1161" fmla="*/ 1436249 w 3861828"/>
                <a:gd name="csY1161" fmla="*/ 79397 h 4807419"/>
                <a:gd name="csX1162" fmla="*/ 1442131 w 3861828"/>
                <a:gd name="csY1162" fmla="*/ 90998 h 4807419"/>
                <a:gd name="csX1163" fmla="*/ 1446104 w 3861828"/>
                <a:gd name="csY1163" fmla="*/ 107208 h 4807419"/>
                <a:gd name="csX1164" fmla="*/ 1446104 w 3861828"/>
                <a:gd name="csY1164" fmla="*/ 421081 h 4807419"/>
                <a:gd name="csX1165" fmla="*/ 1724220 w 3861828"/>
                <a:gd name="csY1165" fmla="*/ 421081 h 4807419"/>
                <a:gd name="csX1166" fmla="*/ 1724220 w 3861828"/>
                <a:gd name="csY1166" fmla="*/ 107208 h 4807419"/>
                <a:gd name="csX1167" fmla="*/ 1728193 w 3861828"/>
                <a:gd name="csY1167" fmla="*/ 90998 h 4807419"/>
                <a:gd name="csX1168" fmla="*/ 1734075 w 3861828"/>
                <a:gd name="csY1168" fmla="*/ 79397 h 4807419"/>
                <a:gd name="csX1169" fmla="*/ 1708327 w 3861828"/>
                <a:gd name="csY1169" fmla="*/ 107208 h 4807419"/>
                <a:gd name="csX1170" fmla="*/ 1708327 w 3861828"/>
                <a:gd name="csY1170" fmla="*/ 405189 h 4807419"/>
                <a:gd name="csX1171" fmla="*/ 1461997 w 3861828"/>
                <a:gd name="csY1171" fmla="*/ 405189 h 4807419"/>
                <a:gd name="csX1172" fmla="*/ 1461997 w 3861828"/>
                <a:gd name="csY1172" fmla="*/ 107208 h 4807419"/>
                <a:gd name="csX1173" fmla="*/ 1460565 w 3861828"/>
                <a:gd name="csY1173" fmla="*/ 95289 h 4807419"/>
                <a:gd name="csX1174" fmla="*/ 1709759 w 3861828"/>
                <a:gd name="csY1174" fmla="*/ 95289 h 4807419"/>
                <a:gd name="csX1175" fmla="*/ 1708327 w 3861828"/>
                <a:gd name="csY1175" fmla="*/ 107208 h 4807419"/>
                <a:gd name="csX1176" fmla="*/ 1785880 w 3861828"/>
                <a:gd name="csY1176" fmla="*/ 79397 h 4807419"/>
                <a:gd name="csX1177" fmla="*/ 1791762 w 3861828"/>
                <a:gd name="csY1177" fmla="*/ 90998 h 4807419"/>
                <a:gd name="csX1178" fmla="*/ 1795735 w 3861828"/>
                <a:gd name="csY1178" fmla="*/ 107208 h 4807419"/>
                <a:gd name="csX1179" fmla="*/ 1795735 w 3861828"/>
                <a:gd name="csY1179" fmla="*/ 421081 h 4807419"/>
                <a:gd name="csX1180" fmla="*/ 2073850 w 3861828"/>
                <a:gd name="csY1180" fmla="*/ 421081 h 4807419"/>
                <a:gd name="csX1181" fmla="*/ 2073850 w 3861828"/>
                <a:gd name="csY1181" fmla="*/ 107208 h 4807419"/>
                <a:gd name="csX1182" fmla="*/ 2077823 w 3861828"/>
                <a:gd name="csY1182" fmla="*/ 90998 h 4807419"/>
                <a:gd name="csX1183" fmla="*/ 2083705 w 3861828"/>
                <a:gd name="csY1183" fmla="*/ 79397 h 4807419"/>
                <a:gd name="csX1184" fmla="*/ 2057958 w 3861828"/>
                <a:gd name="csY1184" fmla="*/ 107208 h 4807419"/>
                <a:gd name="csX1185" fmla="*/ 2057958 w 3861828"/>
                <a:gd name="csY1185" fmla="*/ 405189 h 4807419"/>
                <a:gd name="csX1186" fmla="*/ 1811627 w 3861828"/>
                <a:gd name="csY1186" fmla="*/ 405189 h 4807419"/>
                <a:gd name="csX1187" fmla="*/ 1811627 w 3861828"/>
                <a:gd name="csY1187" fmla="*/ 107208 h 4807419"/>
                <a:gd name="csX1188" fmla="*/ 1810195 w 3861828"/>
                <a:gd name="csY1188" fmla="*/ 95289 h 4807419"/>
                <a:gd name="csX1189" fmla="*/ 2059389 w 3861828"/>
                <a:gd name="csY1189" fmla="*/ 95289 h 4807419"/>
                <a:gd name="csX1190" fmla="*/ 2057958 w 3861828"/>
                <a:gd name="csY1190" fmla="*/ 107208 h 4807419"/>
                <a:gd name="csX1191" fmla="*/ 2135510 w 3861828"/>
                <a:gd name="csY1191" fmla="*/ 79397 h 4807419"/>
                <a:gd name="csX1192" fmla="*/ 2141392 w 3861828"/>
                <a:gd name="csY1192" fmla="*/ 90998 h 4807419"/>
                <a:gd name="csX1193" fmla="*/ 2145365 w 3861828"/>
                <a:gd name="csY1193" fmla="*/ 107208 h 4807419"/>
                <a:gd name="csX1194" fmla="*/ 2145365 w 3861828"/>
                <a:gd name="csY1194" fmla="*/ 421081 h 4807419"/>
                <a:gd name="csX1195" fmla="*/ 2423481 w 3861828"/>
                <a:gd name="csY1195" fmla="*/ 421081 h 4807419"/>
                <a:gd name="csX1196" fmla="*/ 2423481 w 3861828"/>
                <a:gd name="csY1196" fmla="*/ 107208 h 4807419"/>
                <a:gd name="csX1197" fmla="*/ 2427454 w 3861828"/>
                <a:gd name="csY1197" fmla="*/ 90998 h 4807419"/>
                <a:gd name="csX1198" fmla="*/ 2433336 w 3861828"/>
                <a:gd name="csY1198" fmla="*/ 79397 h 4807419"/>
                <a:gd name="csX1199" fmla="*/ 2407588 w 3861828"/>
                <a:gd name="csY1199" fmla="*/ 107208 h 4807419"/>
                <a:gd name="csX1200" fmla="*/ 2407588 w 3861828"/>
                <a:gd name="csY1200" fmla="*/ 405189 h 4807419"/>
                <a:gd name="csX1201" fmla="*/ 2161258 w 3861828"/>
                <a:gd name="csY1201" fmla="*/ 405189 h 4807419"/>
                <a:gd name="csX1202" fmla="*/ 2161258 w 3861828"/>
                <a:gd name="csY1202" fmla="*/ 107208 h 4807419"/>
                <a:gd name="csX1203" fmla="*/ 2159826 w 3861828"/>
                <a:gd name="csY1203" fmla="*/ 95289 h 4807419"/>
                <a:gd name="csX1204" fmla="*/ 2409020 w 3861828"/>
                <a:gd name="csY1204" fmla="*/ 95289 h 4807419"/>
                <a:gd name="csX1205" fmla="*/ 2407588 w 3861828"/>
                <a:gd name="csY1205" fmla="*/ 107208 h 4807419"/>
                <a:gd name="csX1206" fmla="*/ 2485141 w 3861828"/>
                <a:gd name="csY1206" fmla="*/ 79397 h 4807419"/>
                <a:gd name="csX1207" fmla="*/ 2491023 w 3861828"/>
                <a:gd name="csY1207" fmla="*/ 90998 h 4807419"/>
                <a:gd name="csX1208" fmla="*/ 2494996 w 3861828"/>
                <a:gd name="csY1208" fmla="*/ 107208 h 4807419"/>
                <a:gd name="csX1209" fmla="*/ 2494996 w 3861828"/>
                <a:gd name="csY1209" fmla="*/ 421081 h 4807419"/>
                <a:gd name="csX1210" fmla="*/ 2773111 w 3861828"/>
                <a:gd name="csY1210" fmla="*/ 421081 h 4807419"/>
                <a:gd name="csX1211" fmla="*/ 2773111 w 3861828"/>
                <a:gd name="csY1211" fmla="*/ 107208 h 4807419"/>
                <a:gd name="csX1212" fmla="*/ 2777084 w 3861828"/>
                <a:gd name="csY1212" fmla="*/ 90998 h 4807419"/>
                <a:gd name="csX1213" fmla="*/ 2782966 w 3861828"/>
                <a:gd name="csY1213" fmla="*/ 79397 h 4807419"/>
                <a:gd name="csX1214" fmla="*/ 2757219 w 3861828"/>
                <a:gd name="csY1214" fmla="*/ 107208 h 4807419"/>
                <a:gd name="csX1215" fmla="*/ 2757219 w 3861828"/>
                <a:gd name="csY1215" fmla="*/ 405189 h 4807419"/>
                <a:gd name="csX1216" fmla="*/ 2510888 w 3861828"/>
                <a:gd name="csY1216" fmla="*/ 405189 h 4807419"/>
                <a:gd name="csX1217" fmla="*/ 2510888 w 3861828"/>
                <a:gd name="csY1217" fmla="*/ 107208 h 4807419"/>
                <a:gd name="csX1218" fmla="*/ 2509457 w 3861828"/>
                <a:gd name="csY1218" fmla="*/ 95289 h 4807419"/>
                <a:gd name="csX1219" fmla="*/ 2758651 w 3861828"/>
                <a:gd name="csY1219" fmla="*/ 95289 h 4807419"/>
                <a:gd name="csX1220" fmla="*/ 2757219 w 3861828"/>
                <a:gd name="csY1220" fmla="*/ 107208 h 4807419"/>
                <a:gd name="csX1221" fmla="*/ 2834771 w 3861828"/>
                <a:gd name="csY1221" fmla="*/ 79397 h 4807419"/>
                <a:gd name="csX1222" fmla="*/ 2840653 w 3861828"/>
                <a:gd name="csY1222" fmla="*/ 90998 h 4807419"/>
                <a:gd name="csX1223" fmla="*/ 2844627 w 3861828"/>
                <a:gd name="csY1223" fmla="*/ 107208 h 4807419"/>
                <a:gd name="csX1224" fmla="*/ 2844627 w 3861828"/>
                <a:gd name="csY1224" fmla="*/ 421081 h 4807419"/>
                <a:gd name="csX1225" fmla="*/ 3122742 w 3861828"/>
                <a:gd name="csY1225" fmla="*/ 421081 h 4807419"/>
                <a:gd name="csX1226" fmla="*/ 3122742 w 3861828"/>
                <a:gd name="csY1226" fmla="*/ 107208 h 4807419"/>
                <a:gd name="csX1227" fmla="*/ 3126715 w 3861828"/>
                <a:gd name="csY1227" fmla="*/ 90998 h 4807419"/>
                <a:gd name="csX1228" fmla="*/ 3132597 w 3861828"/>
                <a:gd name="csY1228" fmla="*/ 79397 h 4807419"/>
                <a:gd name="csX1229" fmla="*/ 3106849 w 3861828"/>
                <a:gd name="csY1229" fmla="*/ 107208 h 4807419"/>
                <a:gd name="csX1230" fmla="*/ 3106849 w 3861828"/>
                <a:gd name="csY1230" fmla="*/ 405189 h 4807419"/>
                <a:gd name="csX1231" fmla="*/ 2860519 w 3861828"/>
                <a:gd name="csY1231" fmla="*/ 405189 h 4807419"/>
                <a:gd name="csX1232" fmla="*/ 2860519 w 3861828"/>
                <a:gd name="csY1232" fmla="*/ 107208 h 4807419"/>
                <a:gd name="csX1233" fmla="*/ 2859087 w 3861828"/>
                <a:gd name="csY1233" fmla="*/ 95289 h 4807419"/>
                <a:gd name="csX1234" fmla="*/ 3108281 w 3861828"/>
                <a:gd name="csY1234" fmla="*/ 95289 h 4807419"/>
                <a:gd name="csX1235" fmla="*/ 3106849 w 3861828"/>
                <a:gd name="csY1235" fmla="*/ 107208 h 4807419"/>
                <a:gd name="csX1236" fmla="*/ 3184402 w 3861828"/>
                <a:gd name="csY1236" fmla="*/ 79397 h 4807419"/>
                <a:gd name="csX1237" fmla="*/ 3190284 w 3861828"/>
                <a:gd name="csY1237" fmla="*/ 90998 h 4807419"/>
                <a:gd name="csX1238" fmla="*/ 3194257 w 3861828"/>
                <a:gd name="csY1238" fmla="*/ 107208 h 4807419"/>
                <a:gd name="csX1239" fmla="*/ 3194257 w 3861828"/>
                <a:gd name="csY1239" fmla="*/ 421081 h 4807419"/>
                <a:gd name="csX1240" fmla="*/ 3472372 w 3861828"/>
                <a:gd name="csY1240" fmla="*/ 421081 h 4807419"/>
                <a:gd name="csX1241" fmla="*/ 3472372 w 3861828"/>
                <a:gd name="csY1241" fmla="*/ 107208 h 4807419"/>
                <a:gd name="csX1242" fmla="*/ 3476345 w 3861828"/>
                <a:gd name="csY1242" fmla="*/ 90998 h 4807419"/>
                <a:gd name="csX1243" fmla="*/ 3482227 w 3861828"/>
                <a:gd name="csY1243" fmla="*/ 79397 h 4807419"/>
                <a:gd name="csX1244" fmla="*/ 3456480 w 3861828"/>
                <a:gd name="csY1244" fmla="*/ 107208 h 4807419"/>
                <a:gd name="csX1245" fmla="*/ 3456480 w 3861828"/>
                <a:gd name="csY1245" fmla="*/ 405189 h 4807419"/>
                <a:gd name="csX1246" fmla="*/ 3210149 w 3861828"/>
                <a:gd name="csY1246" fmla="*/ 405189 h 4807419"/>
                <a:gd name="csX1247" fmla="*/ 3210149 w 3861828"/>
                <a:gd name="csY1247" fmla="*/ 107208 h 4807419"/>
                <a:gd name="csX1248" fmla="*/ 3208718 w 3861828"/>
                <a:gd name="csY1248" fmla="*/ 95289 h 4807419"/>
                <a:gd name="csX1249" fmla="*/ 3457912 w 3861828"/>
                <a:gd name="csY1249" fmla="*/ 95289 h 4807419"/>
                <a:gd name="csX1250" fmla="*/ 3456480 w 3861828"/>
                <a:gd name="csY1250" fmla="*/ 107208 h 4807419"/>
                <a:gd name="csX1251" fmla="*/ 387358 w 3861828"/>
                <a:gd name="csY1251" fmla="*/ 79397 h 4807419"/>
                <a:gd name="csX1252" fmla="*/ 393239 w 3861828"/>
                <a:gd name="csY1252" fmla="*/ 90998 h 4807419"/>
                <a:gd name="csX1253" fmla="*/ 397212 w 3861828"/>
                <a:gd name="csY1253" fmla="*/ 107208 h 4807419"/>
                <a:gd name="csX1254" fmla="*/ 397212 w 3861828"/>
                <a:gd name="csY1254" fmla="*/ 421081 h 4807419"/>
                <a:gd name="csX1255" fmla="*/ 675328 w 3861828"/>
                <a:gd name="csY1255" fmla="*/ 421081 h 4807419"/>
                <a:gd name="csX1256" fmla="*/ 675328 w 3861828"/>
                <a:gd name="csY1256" fmla="*/ 107208 h 4807419"/>
                <a:gd name="csX1257" fmla="*/ 679301 w 3861828"/>
                <a:gd name="csY1257" fmla="*/ 90998 h 4807419"/>
                <a:gd name="csX1258" fmla="*/ 685183 w 3861828"/>
                <a:gd name="csY1258" fmla="*/ 79397 h 4807419"/>
                <a:gd name="csX1259" fmla="*/ 659435 w 3861828"/>
                <a:gd name="csY1259" fmla="*/ 107208 h 4807419"/>
                <a:gd name="csX1260" fmla="*/ 659435 w 3861828"/>
                <a:gd name="csY1260" fmla="*/ 405189 h 4807419"/>
                <a:gd name="csX1261" fmla="*/ 413105 w 3861828"/>
                <a:gd name="csY1261" fmla="*/ 405189 h 4807419"/>
                <a:gd name="csX1262" fmla="*/ 413105 w 3861828"/>
                <a:gd name="csY1262" fmla="*/ 107208 h 4807419"/>
                <a:gd name="csX1263" fmla="*/ 411673 w 3861828"/>
                <a:gd name="csY1263" fmla="*/ 95289 h 4807419"/>
                <a:gd name="csX1264" fmla="*/ 660867 w 3861828"/>
                <a:gd name="csY1264" fmla="*/ 95289 h 4807419"/>
                <a:gd name="csX1265" fmla="*/ 659436 w 3861828"/>
                <a:gd name="csY1265" fmla="*/ 107208 h 4807419"/>
                <a:gd name="csX1266" fmla="*/ 736988 w 3861828"/>
                <a:gd name="csY1266" fmla="*/ 79397 h 4807419"/>
                <a:gd name="csX1267" fmla="*/ 742870 w 3861828"/>
                <a:gd name="csY1267" fmla="*/ 90998 h 4807419"/>
                <a:gd name="csX1268" fmla="*/ 746843 w 3861828"/>
                <a:gd name="csY1268" fmla="*/ 107208 h 4807419"/>
                <a:gd name="csX1269" fmla="*/ 746843 w 3861828"/>
                <a:gd name="csY1269" fmla="*/ 421081 h 4807419"/>
                <a:gd name="csX1270" fmla="*/ 1024958 w 3861828"/>
                <a:gd name="csY1270" fmla="*/ 421081 h 4807419"/>
                <a:gd name="csX1271" fmla="*/ 1024958 w 3861828"/>
                <a:gd name="csY1271" fmla="*/ 107208 h 4807419"/>
                <a:gd name="csX1272" fmla="*/ 1028931 w 3861828"/>
                <a:gd name="csY1272" fmla="*/ 90998 h 4807419"/>
                <a:gd name="csX1273" fmla="*/ 1034814 w 3861828"/>
                <a:gd name="csY1273" fmla="*/ 79397 h 4807419"/>
                <a:gd name="csX1274" fmla="*/ 1009066 w 3861828"/>
                <a:gd name="csY1274" fmla="*/ 107208 h 4807419"/>
                <a:gd name="csX1275" fmla="*/ 1009066 w 3861828"/>
                <a:gd name="csY1275" fmla="*/ 405189 h 4807419"/>
                <a:gd name="csX1276" fmla="*/ 762735 w 3861828"/>
                <a:gd name="csY1276" fmla="*/ 405189 h 4807419"/>
                <a:gd name="csX1277" fmla="*/ 762735 w 3861828"/>
                <a:gd name="csY1277" fmla="*/ 107208 h 4807419"/>
                <a:gd name="csX1278" fmla="*/ 761304 w 3861828"/>
                <a:gd name="csY1278" fmla="*/ 95289 h 4807419"/>
                <a:gd name="csX1279" fmla="*/ 1010498 w 3861828"/>
                <a:gd name="csY1279" fmla="*/ 95289 h 4807419"/>
                <a:gd name="csX1280" fmla="*/ 1009066 w 3861828"/>
                <a:gd name="csY1280" fmla="*/ 107208 h 4807419"/>
                <a:gd name="csX1281" fmla="*/ 1086619 w 3861828"/>
                <a:gd name="csY1281" fmla="*/ 79397 h 4807419"/>
                <a:gd name="csX1282" fmla="*/ 1092500 w 3861828"/>
                <a:gd name="csY1282" fmla="*/ 90998 h 4807419"/>
                <a:gd name="csX1283" fmla="*/ 1096474 w 3861828"/>
                <a:gd name="csY1283" fmla="*/ 107208 h 4807419"/>
                <a:gd name="csX1284" fmla="*/ 1096474 w 3861828"/>
                <a:gd name="csY1284" fmla="*/ 421081 h 4807419"/>
                <a:gd name="csX1285" fmla="*/ 1374589 w 3861828"/>
                <a:gd name="csY1285" fmla="*/ 421081 h 4807419"/>
                <a:gd name="csX1286" fmla="*/ 1374589 w 3861828"/>
                <a:gd name="csY1286" fmla="*/ 107208 h 4807419"/>
                <a:gd name="csX1287" fmla="*/ 1378562 w 3861828"/>
                <a:gd name="csY1287" fmla="*/ 90998 h 4807419"/>
                <a:gd name="csX1288" fmla="*/ 1384444 w 3861828"/>
                <a:gd name="csY1288" fmla="*/ 79397 h 4807419"/>
                <a:gd name="csX1289" fmla="*/ 1358696 w 3861828"/>
                <a:gd name="csY1289" fmla="*/ 107208 h 4807419"/>
                <a:gd name="csX1290" fmla="*/ 1358696 w 3861828"/>
                <a:gd name="csY1290" fmla="*/ 405189 h 4807419"/>
                <a:gd name="csX1291" fmla="*/ 1112366 w 3861828"/>
                <a:gd name="csY1291" fmla="*/ 405189 h 4807419"/>
                <a:gd name="csX1292" fmla="*/ 1112366 w 3861828"/>
                <a:gd name="csY1292" fmla="*/ 107208 h 4807419"/>
                <a:gd name="csX1293" fmla="*/ 1110934 w 3861828"/>
                <a:gd name="csY1293" fmla="*/ 95289 h 4807419"/>
                <a:gd name="csX1294" fmla="*/ 1360128 w 3861828"/>
                <a:gd name="csY1294" fmla="*/ 95289 h 4807419"/>
                <a:gd name="csX1295" fmla="*/ 1358697 w 3861828"/>
                <a:gd name="csY1295" fmla="*/ 107208 h 4807419"/>
                <a:gd name="csX1296" fmla="*/ 1436249 w 3861828"/>
                <a:gd name="csY1296" fmla="*/ 79397 h 4807419"/>
                <a:gd name="csX1297" fmla="*/ 1442131 w 3861828"/>
                <a:gd name="csY1297" fmla="*/ 90998 h 4807419"/>
                <a:gd name="csX1298" fmla="*/ 1446104 w 3861828"/>
                <a:gd name="csY1298" fmla="*/ 107208 h 4807419"/>
                <a:gd name="csX1299" fmla="*/ 1446104 w 3861828"/>
                <a:gd name="csY1299" fmla="*/ 421081 h 4807419"/>
                <a:gd name="csX1300" fmla="*/ 1724220 w 3861828"/>
                <a:gd name="csY1300" fmla="*/ 421081 h 4807419"/>
                <a:gd name="csX1301" fmla="*/ 1724220 w 3861828"/>
                <a:gd name="csY1301" fmla="*/ 107208 h 4807419"/>
                <a:gd name="csX1302" fmla="*/ 1728193 w 3861828"/>
                <a:gd name="csY1302" fmla="*/ 90998 h 4807419"/>
                <a:gd name="csX1303" fmla="*/ 1734075 w 3861828"/>
                <a:gd name="csY1303" fmla="*/ 79397 h 4807419"/>
                <a:gd name="csX1304" fmla="*/ 1708327 w 3861828"/>
                <a:gd name="csY1304" fmla="*/ 107208 h 4807419"/>
                <a:gd name="csX1305" fmla="*/ 1708327 w 3861828"/>
                <a:gd name="csY1305" fmla="*/ 405189 h 4807419"/>
                <a:gd name="csX1306" fmla="*/ 1461997 w 3861828"/>
                <a:gd name="csY1306" fmla="*/ 405189 h 4807419"/>
                <a:gd name="csX1307" fmla="*/ 1461997 w 3861828"/>
                <a:gd name="csY1307" fmla="*/ 107208 h 4807419"/>
                <a:gd name="csX1308" fmla="*/ 1460565 w 3861828"/>
                <a:gd name="csY1308" fmla="*/ 95289 h 4807419"/>
                <a:gd name="csX1309" fmla="*/ 1709759 w 3861828"/>
                <a:gd name="csY1309" fmla="*/ 95289 h 4807419"/>
                <a:gd name="csX1310" fmla="*/ 1708327 w 3861828"/>
                <a:gd name="csY1310" fmla="*/ 107208 h 4807419"/>
                <a:gd name="csX1311" fmla="*/ 1785880 w 3861828"/>
                <a:gd name="csY1311" fmla="*/ 79397 h 4807419"/>
                <a:gd name="csX1312" fmla="*/ 1791762 w 3861828"/>
                <a:gd name="csY1312" fmla="*/ 90998 h 4807419"/>
                <a:gd name="csX1313" fmla="*/ 1795735 w 3861828"/>
                <a:gd name="csY1313" fmla="*/ 107208 h 4807419"/>
                <a:gd name="csX1314" fmla="*/ 1795735 w 3861828"/>
                <a:gd name="csY1314" fmla="*/ 421081 h 4807419"/>
                <a:gd name="csX1315" fmla="*/ 2073850 w 3861828"/>
                <a:gd name="csY1315" fmla="*/ 421081 h 4807419"/>
                <a:gd name="csX1316" fmla="*/ 2073850 w 3861828"/>
                <a:gd name="csY1316" fmla="*/ 107208 h 4807419"/>
                <a:gd name="csX1317" fmla="*/ 2077823 w 3861828"/>
                <a:gd name="csY1317" fmla="*/ 90998 h 4807419"/>
                <a:gd name="csX1318" fmla="*/ 2083705 w 3861828"/>
                <a:gd name="csY1318" fmla="*/ 79397 h 4807419"/>
                <a:gd name="csX1319" fmla="*/ 2057958 w 3861828"/>
                <a:gd name="csY1319" fmla="*/ 107208 h 4807419"/>
                <a:gd name="csX1320" fmla="*/ 2057958 w 3861828"/>
                <a:gd name="csY1320" fmla="*/ 405189 h 4807419"/>
                <a:gd name="csX1321" fmla="*/ 1811627 w 3861828"/>
                <a:gd name="csY1321" fmla="*/ 405189 h 4807419"/>
                <a:gd name="csX1322" fmla="*/ 1811627 w 3861828"/>
                <a:gd name="csY1322" fmla="*/ 107208 h 4807419"/>
                <a:gd name="csX1323" fmla="*/ 1810195 w 3861828"/>
                <a:gd name="csY1323" fmla="*/ 95289 h 4807419"/>
                <a:gd name="csX1324" fmla="*/ 2059389 w 3861828"/>
                <a:gd name="csY1324" fmla="*/ 95289 h 4807419"/>
                <a:gd name="csX1325" fmla="*/ 2057958 w 3861828"/>
                <a:gd name="csY1325" fmla="*/ 107208 h 4807419"/>
                <a:gd name="csX1326" fmla="*/ 2135510 w 3861828"/>
                <a:gd name="csY1326" fmla="*/ 79397 h 4807419"/>
                <a:gd name="csX1327" fmla="*/ 2141392 w 3861828"/>
                <a:gd name="csY1327" fmla="*/ 90998 h 4807419"/>
                <a:gd name="csX1328" fmla="*/ 2145365 w 3861828"/>
                <a:gd name="csY1328" fmla="*/ 107208 h 4807419"/>
                <a:gd name="csX1329" fmla="*/ 2145365 w 3861828"/>
                <a:gd name="csY1329" fmla="*/ 421081 h 4807419"/>
                <a:gd name="csX1330" fmla="*/ 2423481 w 3861828"/>
                <a:gd name="csY1330" fmla="*/ 421081 h 4807419"/>
                <a:gd name="csX1331" fmla="*/ 2423481 w 3861828"/>
                <a:gd name="csY1331" fmla="*/ 107208 h 4807419"/>
                <a:gd name="csX1332" fmla="*/ 2427454 w 3861828"/>
                <a:gd name="csY1332" fmla="*/ 90998 h 4807419"/>
                <a:gd name="csX1333" fmla="*/ 2433336 w 3861828"/>
                <a:gd name="csY1333" fmla="*/ 79397 h 4807419"/>
                <a:gd name="csX1334" fmla="*/ 2407588 w 3861828"/>
                <a:gd name="csY1334" fmla="*/ 107208 h 4807419"/>
                <a:gd name="csX1335" fmla="*/ 2407588 w 3861828"/>
                <a:gd name="csY1335" fmla="*/ 405189 h 4807419"/>
                <a:gd name="csX1336" fmla="*/ 2161258 w 3861828"/>
                <a:gd name="csY1336" fmla="*/ 405189 h 4807419"/>
                <a:gd name="csX1337" fmla="*/ 2161258 w 3861828"/>
                <a:gd name="csY1337" fmla="*/ 107208 h 4807419"/>
                <a:gd name="csX1338" fmla="*/ 2159826 w 3861828"/>
                <a:gd name="csY1338" fmla="*/ 95289 h 4807419"/>
                <a:gd name="csX1339" fmla="*/ 2409020 w 3861828"/>
                <a:gd name="csY1339" fmla="*/ 95289 h 4807419"/>
                <a:gd name="csX1340" fmla="*/ 2407588 w 3861828"/>
                <a:gd name="csY1340" fmla="*/ 107208 h 4807419"/>
                <a:gd name="csX1341" fmla="*/ 2485141 w 3861828"/>
                <a:gd name="csY1341" fmla="*/ 79397 h 4807419"/>
                <a:gd name="csX1342" fmla="*/ 2491023 w 3861828"/>
                <a:gd name="csY1342" fmla="*/ 90998 h 4807419"/>
                <a:gd name="csX1343" fmla="*/ 2494996 w 3861828"/>
                <a:gd name="csY1343" fmla="*/ 107208 h 4807419"/>
                <a:gd name="csX1344" fmla="*/ 2494996 w 3861828"/>
                <a:gd name="csY1344" fmla="*/ 421081 h 4807419"/>
                <a:gd name="csX1345" fmla="*/ 2773111 w 3861828"/>
                <a:gd name="csY1345" fmla="*/ 421081 h 4807419"/>
                <a:gd name="csX1346" fmla="*/ 2773111 w 3861828"/>
                <a:gd name="csY1346" fmla="*/ 107208 h 4807419"/>
                <a:gd name="csX1347" fmla="*/ 2777084 w 3861828"/>
                <a:gd name="csY1347" fmla="*/ 90998 h 4807419"/>
                <a:gd name="csX1348" fmla="*/ 2782966 w 3861828"/>
                <a:gd name="csY1348" fmla="*/ 79397 h 4807419"/>
                <a:gd name="csX1349" fmla="*/ 2757219 w 3861828"/>
                <a:gd name="csY1349" fmla="*/ 107208 h 4807419"/>
                <a:gd name="csX1350" fmla="*/ 2757219 w 3861828"/>
                <a:gd name="csY1350" fmla="*/ 405189 h 4807419"/>
                <a:gd name="csX1351" fmla="*/ 2510888 w 3861828"/>
                <a:gd name="csY1351" fmla="*/ 405189 h 4807419"/>
                <a:gd name="csX1352" fmla="*/ 2510888 w 3861828"/>
                <a:gd name="csY1352" fmla="*/ 107208 h 4807419"/>
                <a:gd name="csX1353" fmla="*/ 2509457 w 3861828"/>
                <a:gd name="csY1353" fmla="*/ 95289 h 4807419"/>
                <a:gd name="csX1354" fmla="*/ 2758651 w 3861828"/>
                <a:gd name="csY1354" fmla="*/ 95289 h 4807419"/>
                <a:gd name="csX1355" fmla="*/ 2757219 w 3861828"/>
                <a:gd name="csY1355" fmla="*/ 107208 h 4807419"/>
                <a:gd name="csX1356" fmla="*/ 2834771 w 3861828"/>
                <a:gd name="csY1356" fmla="*/ 79397 h 4807419"/>
                <a:gd name="csX1357" fmla="*/ 2840653 w 3861828"/>
                <a:gd name="csY1357" fmla="*/ 90998 h 4807419"/>
                <a:gd name="csX1358" fmla="*/ 2844627 w 3861828"/>
                <a:gd name="csY1358" fmla="*/ 107208 h 4807419"/>
                <a:gd name="csX1359" fmla="*/ 2844627 w 3861828"/>
                <a:gd name="csY1359" fmla="*/ 421081 h 4807419"/>
                <a:gd name="csX1360" fmla="*/ 3122742 w 3861828"/>
                <a:gd name="csY1360" fmla="*/ 421081 h 4807419"/>
                <a:gd name="csX1361" fmla="*/ 3122742 w 3861828"/>
                <a:gd name="csY1361" fmla="*/ 107208 h 4807419"/>
                <a:gd name="csX1362" fmla="*/ 3126715 w 3861828"/>
                <a:gd name="csY1362" fmla="*/ 90998 h 4807419"/>
                <a:gd name="csX1363" fmla="*/ 3132597 w 3861828"/>
                <a:gd name="csY1363" fmla="*/ 79397 h 4807419"/>
                <a:gd name="csX1364" fmla="*/ 3106849 w 3861828"/>
                <a:gd name="csY1364" fmla="*/ 107208 h 4807419"/>
                <a:gd name="csX1365" fmla="*/ 3106849 w 3861828"/>
                <a:gd name="csY1365" fmla="*/ 405189 h 4807419"/>
                <a:gd name="csX1366" fmla="*/ 2860519 w 3861828"/>
                <a:gd name="csY1366" fmla="*/ 405189 h 4807419"/>
                <a:gd name="csX1367" fmla="*/ 2860519 w 3861828"/>
                <a:gd name="csY1367" fmla="*/ 107208 h 4807419"/>
                <a:gd name="csX1368" fmla="*/ 2859087 w 3861828"/>
                <a:gd name="csY1368" fmla="*/ 95289 h 4807419"/>
                <a:gd name="csX1369" fmla="*/ 3108281 w 3861828"/>
                <a:gd name="csY1369" fmla="*/ 95289 h 4807419"/>
                <a:gd name="csX1370" fmla="*/ 3106849 w 3861828"/>
                <a:gd name="csY1370" fmla="*/ 107208 h 4807419"/>
                <a:gd name="csX1371" fmla="*/ 3184402 w 3861828"/>
                <a:gd name="csY1371" fmla="*/ 79397 h 4807419"/>
                <a:gd name="csX1372" fmla="*/ 3190284 w 3861828"/>
                <a:gd name="csY1372" fmla="*/ 90998 h 4807419"/>
                <a:gd name="csX1373" fmla="*/ 3194257 w 3861828"/>
                <a:gd name="csY1373" fmla="*/ 107208 h 4807419"/>
                <a:gd name="csX1374" fmla="*/ 3194257 w 3861828"/>
                <a:gd name="csY1374" fmla="*/ 421081 h 4807419"/>
                <a:gd name="csX1375" fmla="*/ 3472372 w 3861828"/>
                <a:gd name="csY1375" fmla="*/ 421081 h 4807419"/>
                <a:gd name="csX1376" fmla="*/ 3472372 w 3861828"/>
                <a:gd name="csY1376" fmla="*/ 107208 h 4807419"/>
                <a:gd name="csX1377" fmla="*/ 3476345 w 3861828"/>
                <a:gd name="csY1377" fmla="*/ 90998 h 4807419"/>
                <a:gd name="csX1378" fmla="*/ 3482227 w 3861828"/>
                <a:gd name="csY1378" fmla="*/ 79397 h 4807419"/>
                <a:gd name="csX1379" fmla="*/ 3456480 w 3861828"/>
                <a:gd name="csY1379" fmla="*/ 107208 h 4807419"/>
                <a:gd name="csX1380" fmla="*/ 3456480 w 3861828"/>
                <a:gd name="csY1380" fmla="*/ 405189 h 4807419"/>
                <a:gd name="csX1381" fmla="*/ 3210149 w 3861828"/>
                <a:gd name="csY1381" fmla="*/ 405189 h 4807419"/>
                <a:gd name="csX1382" fmla="*/ 3210149 w 3861828"/>
                <a:gd name="csY1382" fmla="*/ 107208 h 4807419"/>
                <a:gd name="csX1383" fmla="*/ 3208718 w 3861828"/>
                <a:gd name="csY1383" fmla="*/ 95289 h 4807419"/>
                <a:gd name="csX1384" fmla="*/ 3457912 w 3861828"/>
                <a:gd name="csY1384" fmla="*/ 95289 h 4807419"/>
                <a:gd name="csX1385" fmla="*/ 3456480 w 3861828"/>
                <a:gd name="csY1385" fmla="*/ 107208 h 4807419"/>
                <a:gd name="csX1386" fmla="*/ 387358 w 3861828"/>
                <a:gd name="csY1386" fmla="*/ 79397 h 4807419"/>
                <a:gd name="csX1387" fmla="*/ 393239 w 3861828"/>
                <a:gd name="csY1387" fmla="*/ 90998 h 4807419"/>
                <a:gd name="csX1388" fmla="*/ 397212 w 3861828"/>
                <a:gd name="csY1388" fmla="*/ 107208 h 4807419"/>
                <a:gd name="csX1389" fmla="*/ 397212 w 3861828"/>
                <a:gd name="csY1389" fmla="*/ 421081 h 4807419"/>
                <a:gd name="csX1390" fmla="*/ 675328 w 3861828"/>
                <a:gd name="csY1390" fmla="*/ 421081 h 4807419"/>
                <a:gd name="csX1391" fmla="*/ 675328 w 3861828"/>
                <a:gd name="csY1391" fmla="*/ 107208 h 4807419"/>
                <a:gd name="csX1392" fmla="*/ 679301 w 3861828"/>
                <a:gd name="csY1392" fmla="*/ 90998 h 4807419"/>
                <a:gd name="csX1393" fmla="*/ 685183 w 3861828"/>
                <a:gd name="csY1393" fmla="*/ 79397 h 4807419"/>
                <a:gd name="csX1394" fmla="*/ 659435 w 3861828"/>
                <a:gd name="csY1394" fmla="*/ 107208 h 4807419"/>
                <a:gd name="csX1395" fmla="*/ 659435 w 3861828"/>
                <a:gd name="csY1395" fmla="*/ 405189 h 4807419"/>
                <a:gd name="csX1396" fmla="*/ 413105 w 3861828"/>
                <a:gd name="csY1396" fmla="*/ 405189 h 4807419"/>
                <a:gd name="csX1397" fmla="*/ 413105 w 3861828"/>
                <a:gd name="csY1397" fmla="*/ 107208 h 4807419"/>
                <a:gd name="csX1398" fmla="*/ 411673 w 3861828"/>
                <a:gd name="csY1398" fmla="*/ 95289 h 4807419"/>
                <a:gd name="csX1399" fmla="*/ 660867 w 3861828"/>
                <a:gd name="csY1399" fmla="*/ 95289 h 4807419"/>
                <a:gd name="csX1400" fmla="*/ 659436 w 3861828"/>
                <a:gd name="csY1400" fmla="*/ 107208 h 4807419"/>
                <a:gd name="csX1401" fmla="*/ 736988 w 3861828"/>
                <a:gd name="csY1401" fmla="*/ 79397 h 4807419"/>
                <a:gd name="csX1402" fmla="*/ 742870 w 3861828"/>
                <a:gd name="csY1402" fmla="*/ 90998 h 4807419"/>
                <a:gd name="csX1403" fmla="*/ 746843 w 3861828"/>
                <a:gd name="csY1403" fmla="*/ 107208 h 4807419"/>
                <a:gd name="csX1404" fmla="*/ 746843 w 3861828"/>
                <a:gd name="csY1404" fmla="*/ 421081 h 4807419"/>
                <a:gd name="csX1405" fmla="*/ 1024958 w 3861828"/>
                <a:gd name="csY1405" fmla="*/ 421081 h 4807419"/>
                <a:gd name="csX1406" fmla="*/ 1024958 w 3861828"/>
                <a:gd name="csY1406" fmla="*/ 107208 h 4807419"/>
                <a:gd name="csX1407" fmla="*/ 1028931 w 3861828"/>
                <a:gd name="csY1407" fmla="*/ 90998 h 4807419"/>
                <a:gd name="csX1408" fmla="*/ 1034814 w 3861828"/>
                <a:gd name="csY1408" fmla="*/ 79397 h 4807419"/>
                <a:gd name="csX1409" fmla="*/ 1009066 w 3861828"/>
                <a:gd name="csY1409" fmla="*/ 107208 h 4807419"/>
                <a:gd name="csX1410" fmla="*/ 1009066 w 3861828"/>
                <a:gd name="csY1410" fmla="*/ 405189 h 4807419"/>
                <a:gd name="csX1411" fmla="*/ 762735 w 3861828"/>
                <a:gd name="csY1411" fmla="*/ 405189 h 4807419"/>
                <a:gd name="csX1412" fmla="*/ 762735 w 3861828"/>
                <a:gd name="csY1412" fmla="*/ 107208 h 4807419"/>
                <a:gd name="csX1413" fmla="*/ 761304 w 3861828"/>
                <a:gd name="csY1413" fmla="*/ 95289 h 4807419"/>
                <a:gd name="csX1414" fmla="*/ 1010498 w 3861828"/>
                <a:gd name="csY1414" fmla="*/ 95289 h 4807419"/>
                <a:gd name="csX1415" fmla="*/ 1009066 w 3861828"/>
                <a:gd name="csY1415" fmla="*/ 107208 h 4807419"/>
                <a:gd name="csX1416" fmla="*/ 1086619 w 3861828"/>
                <a:gd name="csY1416" fmla="*/ 79397 h 4807419"/>
                <a:gd name="csX1417" fmla="*/ 1092500 w 3861828"/>
                <a:gd name="csY1417" fmla="*/ 90998 h 4807419"/>
                <a:gd name="csX1418" fmla="*/ 1096474 w 3861828"/>
                <a:gd name="csY1418" fmla="*/ 107208 h 4807419"/>
                <a:gd name="csX1419" fmla="*/ 1096474 w 3861828"/>
                <a:gd name="csY1419" fmla="*/ 421081 h 4807419"/>
                <a:gd name="csX1420" fmla="*/ 1374589 w 3861828"/>
                <a:gd name="csY1420" fmla="*/ 421081 h 4807419"/>
                <a:gd name="csX1421" fmla="*/ 1374589 w 3861828"/>
                <a:gd name="csY1421" fmla="*/ 107208 h 4807419"/>
                <a:gd name="csX1422" fmla="*/ 1378562 w 3861828"/>
                <a:gd name="csY1422" fmla="*/ 90998 h 4807419"/>
                <a:gd name="csX1423" fmla="*/ 1384444 w 3861828"/>
                <a:gd name="csY1423" fmla="*/ 79397 h 4807419"/>
                <a:gd name="csX1424" fmla="*/ 1358696 w 3861828"/>
                <a:gd name="csY1424" fmla="*/ 107208 h 4807419"/>
                <a:gd name="csX1425" fmla="*/ 1358696 w 3861828"/>
                <a:gd name="csY1425" fmla="*/ 405189 h 4807419"/>
                <a:gd name="csX1426" fmla="*/ 1112366 w 3861828"/>
                <a:gd name="csY1426" fmla="*/ 405189 h 4807419"/>
                <a:gd name="csX1427" fmla="*/ 1112366 w 3861828"/>
                <a:gd name="csY1427" fmla="*/ 107208 h 4807419"/>
                <a:gd name="csX1428" fmla="*/ 1110934 w 3861828"/>
                <a:gd name="csY1428" fmla="*/ 95289 h 4807419"/>
                <a:gd name="csX1429" fmla="*/ 1360128 w 3861828"/>
                <a:gd name="csY1429" fmla="*/ 95289 h 4807419"/>
                <a:gd name="csX1430" fmla="*/ 1358697 w 3861828"/>
                <a:gd name="csY1430" fmla="*/ 107208 h 4807419"/>
                <a:gd name="csX1431" fmla="*/ 1436249 w 3861828"/>
                <a:gd name="csY1431" fmla="*/ 79397 h 4807419"/>
                <a:gd name="csX1432" fmla="*/ 1442131 w 3861828"/>
                <a:gd name="csY1432" fmla="*/ 90998 h 4807419"/>
                <a:gd name="csX1433" fmla="*/ 1446104 w 3861828"/>
                <a:gd name="csY1433" fmla="*/ 107208 h 4807419"/>
                <a:gd name="csX1434" fmla="*/ 1446104 w 3861828"/>
                <a:gd name="csY1434" fmla="*/ 421081 h 4807419"/>
                <a:gd name="csX1435" fmla="*/ 1724220 w 3861828"/>
                <a:gd name="csY1435" fmla="*/ 421081 h 4807419"/>
                <a:gd name="csX1436" fmla="*/ 1724220 w 3861828"/>
                <a:gd name="csY1436" fmla="*/ 107208 h 4807419"/>
                <a:gd name="csX1437" fmla="*/ 1728193 w 3861828"/>
                <a:gd name="csY1437" fmla="*/ 90998 h 4807419"/>
                <a:gd name="csX1438" fmla="*/ 1734075 w 3861828"/>
                <a:gd name="csY1438" fmla="*/ 79397 h 4807419"/>
                <a:gd name="csX1439" fmla="*/ 1708327 w 3861828"/>
                <a:gd name="csY1439" fmla="*/ 107208 h 4807419"/>
                <a:gd name="csX1440" fmla="*/ 1708327 w 3861828"/>
                <a:gd name="csY1440" fmla="*/ 405189 h 4807419"/>
                <a:gd name="csX1441" fmla="*/ 1461997 w 3861828"/>
                <a:gd name="csY1441" fmla="*/ 405189 h 4807419"/>
                <a:gd name="csX1442" fmla="*/ 1461997 w 3861828"/>
                <a:gd name="csY1442" fmla="*/ 107208 h 4807419"/>
                <a:gd name="csX1443" fmla="*/ 1460565 w 3861828"/>
                <a:gd name="csY1443" fmla="*/ 95289 h 4807419"/>
                <a:gd name="csX1444" fmla="*/ 1709759 w 3861828"/>
                <a:gd name="csY1444" fmla="*/ 95289 h 4807419"/>
                <a:gd name="csX1445" fmla="*/ 1708327 w 3861828"/>
                <a:gd name="csY1445" fmla="*/ 107208 h 4807419"/>
                <a:gd name="csX1446" fmla="*/ 1785880 w 3861828"/>
                <a:gd name="csY1446" fmla="*/ 79397 h 4807419"/>
                <a:gd name="csX1447" fmla="*/ 1791762 w 3861828"/>
                <a:gd name="csY1447" fmla="*/ 90998 h 4807419"/>
                <a:gd name="csX1448" fmla="*/ 1795735 w 3861828"/>
                <a:gd name="csY1448" fmla="*/ 107208 h 4807419"/>
                <a:gd name="csX1449" fmla="*/ 1795735 w 3861828"/>
                <a:gd name="csY1449" fmla="*/ 421081 h 4807419"/>
                <a:gd name="csX1450" fmla="*/ 2073850 w 3861828"/>
                <a:gd name="csY1450" fmla="*/ 421081 h 4807419"/>
                <a:gd name="csX1451" fmla="*/ 2073850 w 3861828"/>
                <a:gd name="csY1451" fmla="*/ 107208 h 4807419"/>
                <a:gd name="csX1452" fmla="*/ 2077823 w 3861828"/>
                <a:gd name="csY1452" fmla="*/ 90998 h 4807419"/>
                <a:gd name="csX1453" fmla="*/ 2083705 w 3861828"/>
                <a:gd name="csY1453" fmla="*/ 79397 h 4807419"/>
                <a:gd name="csX1454" fmla="*/ 2057958 w 3861828"/>
                <a:gd name="csY1454" fmla="*/ 107208 h 4807419"/>
                <a:gd name="csX1455" fmla="*/ 2057958 w 3861828"/>
                <a:gd name="csY1455" fmla="*/ 405189 h 4807419"/>
                <a:gd name="csX1456" fmla="*/ 1811627 w 3861828"/>
                <a:gd name="csY1456" fmla="*/ 405189 h 4807419"/>
                <a:gd name="csX1457" fmla="*/ 1811627 w 3861828"/>
                <a:gd name="csY1457" fmla="*/ 107208 h 4807419"/>
                <a:gd name="csX1458" fmla="*/ 1810195 w 3861828"/>
                <a:gd name="csY1458" fmla="*/ 95289 h 4807419"/>
                <a:gd name="csX1459" fmla="*/ 2059389 w 3861828"/>
                <a:gd name="csY1459" fmla="*/ 95289 h 4807419"/>
                <a:gd name="csX1460" fmla="*/ 2057958 w 3861828"/>
                <a:gd name="csY1460" fmla="*/ 107208 h 4807419"/>
                <a:gd name="csX1461" fmla="*/ 2135510 w 3861828"/>
                <a:gd name="csY1461" fmla="*/ 79397 h 4807419"/>
                <a:gd name="csX1462" fmla="*/ 2141392 w 3861828"/>
                <a:gd name="csY1462" fmla="*/ 90998 h 4807419"/>
                <a:gd name="csX1463" fmla="*/ 2145365 w 3861828"/>
                <a:gd name="csY1463" fmla="*/ 107208 h 4807419"/>
                <a:gd name="csX1464" fmla="*/ 2145365 w 3861828"/>
                <a:gd name="csY1464" fmla="*/ 421081 h 4807419"/>
                <a:gd name="csX1465" fmla="*/ 2423481 w 3861828"/>
                <a:gd name="csY1465" fmla="*/ 421081 h 4807419"/>
                <a:gd name="csX1466" fmla="*/ 2423481 w 3861828"/>
                <a:gd name="csY1466" fmla="*/ 107208 h 4807419"/>
                <a:gd name="csX1467" fmla="*/ 2427454 w 3861828"/>
                <a:gd name="csY1467" fmla="*/ 90998 h 4807419"/>
                <a:gd name="csX1468" fmla="*/ 2433336 w 3861828"/>
                <a:gd name="csY1468" fmla="*/ 79397 h 4807419"/>
                <a:gd name="csX1469" fmla="*/ 2407588 w 3861828"/>
                <a:gd name="csY1469" fmla="*/ 107208 h 4807419"/>
                <a:gd name="csX1470" fmla="*/ 2407588 w 3861828"/>
                <a:gd name="csY1470" fmla="*/ 405189 h 4807419"/>
                <a:gd name="csX1471" fmla="*/ 2161258 w 3861828"/>
                <a:gd name="csY1471" fmla="*/ 405189 h 4807419"/>
                <a:gd name="csX1472" fmla="*/ 2161258 w 3861828"/>
                <a:gd name="csY1472" fmla="*/ 107208 h 4807419"/>
                <a:gd name="csX1473" fmla="*/ 2159826 w 3861828"/>
                <a:gd name="csY1473" fmla="*/ 95289 h 4807419"/>
                <a:gd name="csX1474" fmla="*/ 2409020 w 3861828"/>
                <a:gd name="csY1474" fmla="*/ 95289 h 4807419"/>
                <a:gd name="csX1475" fmla="*/ 2407588 w 3861828"/>
                <a:gd name="csY1475" fmla="*/ 107208 h 4807419"/>
                <a:gd name="csX1476" fmla="*/ 2485141 w 3861828"/>
                <a:gd name="csY1476" fmla="*/ 79397 h 4807419"/>
                <a:gd name="csX1477" fmla="*/ 2491023 w 3861828"/>
                <a:gd name="csY1477" fmla="*/ 90998 h 4807419"/>
                <a:gd name="csX1478" fmla="*/ 2494996 w 3861828"/>
                <a:gd name="csY1478" fmla="*/ 107208 h 4807419"/>
                <a:gd name="csX1479" fmla="*/ 2494996 w 3861828"/>
                <a:gd name="csY1479" fmla="*/ 421081 h 4807419"/>
                <a:gd name="csX1480" fmla="*/ 2773111 w 3861828"/>
                <a:gd name="csY1480" fmla="*/ 421081 h 4807419"/>
                <a:gd name="csX1481" fmla="*/ 2773111 w 3861828"/>
                <a:gd name="csY1481" fmla="*/ 107208 h 4807419"/>
                <a:gd name="csX1482" fmla="*/ 2777084 w 3861828"/>
                <a:gd name="csY1482" fmla="*/ 90998 h 4807419"/>
                <a:gd name="csX1483" fmla="*/ 2782966 w 3861828"/>
                <a:gd name="csY1483" fmla="*/ 79397 h 4807419"/>
                <a:gd name="csX1484" fmla="*/ 2757219 w 3861828"/>
                <a:gd name="csY1484" fmla="*/ 107208 h 4807419"/>
                <a:gd name="csX1485" fmla="*/ 2757219 w 3861828"/>
                <a:gd name="csY1485" fmla="*/ 405189 h 4807419"/>
                <a:gd name="csX1486" fmla="*/ 2510888 w 3861828"/>
                <a:gd name="csY1486" fmla="*/ 405189 h 4807419"/>
                <a:gd name="csX1487" fmla="*/ 2510888 w 3861828"/>
                <a:gd name="csY1487" fmla="*/ 107208 h 4807419"/>
                <a:gd name="csX1488" fmla="*/ 2509457 w 3861828"/>
                <a:gd name="csY1488" fmla="*/ 95289 h 4807419"/>
                <a:gd name="csX1489" fmla="*/ 2758651 w 3861828"/>
                <a:gd name="csY1489" fmla="*/ 95289 h 4807419"/>
                <a:gd name="csX1490" fmla="*/ 2757219 w 3861828"/>
                <a:gd name="csY1490" fmla="*/ 107208 h 4807419"/>
                <a:gd name="csX1491" fmla="*/ 2834771 w 3861828"/>
                <a:gd name="csY1491" fmla="*/ 79397 h 4807419"/>
                <a:gd name="csX1492" fmla="*/ 2840653 w 3861828"/>
                <a:gd name="csY1492" fmla="*/ 90998 h 4807419"/>
                <a:gd name="csX1493" fmla="*/ 2844627 w 3861828"/>
                <a:gd name="csY1493" fmla="*/ 107208 h 4807419"/>
                <a:gd name="csX1494" fmla="*/ 2844627 w 3861828"/>
                <a:gd name="csY1494" fmla="*/ 421081 h 4807419"/>
                <a:gd name="csX1495" fmla="*/ 3122742 w 3861828"/>
                <a:gd name="csY1495" fmla="*/ 421081 h 4807419"/>
                <a:gd name="csX1496" fmla="*/ 3122742 w 3861828"/>
                <a:gd name="csY1496" fmla="*/ 107208 h 4807419"/>
                <a:gd name="csX1497" fmla="*/ 3126715 w 3861828"/>
                <a:gd name="csY1497" fmla="*/ 90998 h 4807419"/>
                <a:gd name="csX1498" fmla="*/ 3132597 w 3861828"/>
                <a:gd name="csY1498" fmla="*/ 79397 h 4807419"/>
                <a:gd name="csX1499" fmla="*/ 3106849 w 3861828"/>
                <a:gd name="csY1499" fmla="*/ 107208 h 4807419"/>
                <a:gd name="csX1500" fmla="*/ 3106849 w 3861828"/>
                <a:gd name="csY1500" fmla="*/ 405189 h 4807419"/>
                <a:gd name="csX1501" fmla="*/ 2860519 w 3861828"/>
                <a:gd name="csY1501" fmla="*/ 405189 h 4807419"/>
                <a:gd name="csX1502" fmla="*/ 2860519 w 3861828"/>
                <a:gd name="csY1502" fmla="*/ 107208 h 4807419"/>
                <a:gd name="csX1503" fmla="*/ 2859087 w 3861828"/>
                <a:gd name="csY1503" fmla="*/ 95289 h 4807419"/>
                <a:gd name="csX1504" fmla="*/ 3108281 w 3861828"/>
                <a:gd name="csY1504" fmla="*/ 95289 h 4807419"/>
                <a:gd name="csX1505" fmla="*/ 3106849 w 3861828"/>
                <a:gd name="csY1505" fmla="*/ 107208 h 4807419"/>
                <a:gd name="csX1506" fmla="*/ 3184402 w 3861828"/>
                <a:gd name="csY1506" fmla="*/ 79397 h 4807419"/>
                <a:gd name="csX1507" fmla="*/ 3190284 w 3861828"/>
                <a:gd name="csY1507" fmla="*/ 90998 h 4807419"/>
                <a:gd name="csX1508" fmla="*/ 3194257 w 3861828"/>
                <a:gd name="csY1508" fmla="*/ 107208 h 4807419"/>
                <a:gd name="csX1509" fmla="*/ 3194257 w 3861828"/>
                <a:gd name="csY1509" fmla="*/ 421081 h 4807419"/>
                <a:gd name="csX1510" fmla="*/ 3472372 w 3861828"/>
                <a:gd name="csY1510" fmla="*/ 421081 h 4807419"/>
                <a:gd name="csX1511" fmla="*/ 3472372 w 3861828"/>
                <a:gd name="csY1511" fmla="*/ 107208 h 4807419"/>
                <a:gd name="csX1512" fmla="*/ 3476345 w 3861828"/>
                <a:gd name="csY1512" fmla="*/ 90998 h 4807419"/>
                <a:gd name="csX1513" fmla="*/ 3482227 w 3861828"/>
                <a:gd name="csY1513" fmla="*/ 79397 h 4807419"/>
                <a:gd name="csX1514" fmla="*/ 3456480 w 3861828"/>
                <a:gd name="csY1514" fmla="*/ 107208 h 4807419"/>
                <a:gd name="csX1515" fmla="*/ 3456480 w 3861828"/>
                <a:gd name="csY1515" fmla="*/ 405189 h 4807419"/>
                <a:gd name="csX1516" fmla="*/ 3210149 w 3861828"/>
                <a:gd name="csY1516" fmla="*/ 405189 h 4807419"/>
                <a:gd name="csX1517" fmla="*/ 3210149 w 3861828"/>
                <a:gd name="csY1517" fmla="*/ 107208 h 4807419"/>
                <a:gd name="csX1518" fmla="*/ 3208718 w 3861828"/>
                <a:gd name="csY1518" fmla="*/ 95289 h 4807419"/>
                <a:gd name="csX1519" fmla="*/ 3457912 w 3861828"/>
                <a:gd name="csY1519" fmla="*/ 95289 h 4807419"/>
                <a:gd name="csX1520" fmla="*/ 3456480 w 3861828"/>
                <a:gd name="csY1520" fmla="*/ 107208 h 48074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  <a:cxn ang="0">
                  <a:pos x="csX423" y="csY423"/>
                </a:cxn>
                <a:cxn ang="0">
                  <a:pos x="csX424" y="csY424"/>
                </a:cxn>
                <a:cxn ang="0">
                  <a:pos x="csX425" y="csY425"/>
                </a:cxn>
                <a:cxn ang="0">
                  <a:pos x="csX426" y="csY426"/>
                </a:cxn>
                <a:cxn ang="0">
                  <a:pos x="csX427" y="csY427"/>
                </a:cxn>
                <a:cxn ang="0">
                  <a:pos x="csX428" y="csY428"/>
                </a:cxn>
                <a:cxn ang="0">
                  <a:pos x="csX429" y="csY429"/>
                </a:cxn>
                <a:cxn ang="0">
                  <a:pos x="csX430" y="csY430"/>
                </a:cxn>
                <a:cxn ang="0">
                  <a:pos x="csX431" y="csY431"/>
                </a:cxn>
                <a:cxn ang="0">
                  <a:pos x="csX432" y="csY432"/>
                </a:cxn>
                <a:cxn ang="0">
                  <a:pos x="csX433" y="csY433"/>
                </a:cxn>
                <a:cxn ang="0">
                  <a:pos x="csX434" y="csY434"/>
                </a:cxn>
                <a:cxn ang="0">
                  <a:pos x="csX435" y="csY435"/>
                </a:cxn>
                <a:cxn ang="0">
                  <a:pos x="csX436" y="csY436"/>
                </a:cxn>
                <a:cxn ang="0">
                  <a:pos x="csX437" y="csY437"/>
                </a:cxn>
                <a:cxn ang="0">
                  <a:pos x="csX438" y="csY438"/>
                </a:cxn>
                <a:cxn ang="0">
                  <a:pos x="csX439" y="csY439"/>
                </a:cxn>
                <a:cxn ang="0">
                  <a:pos x="csX440" y="csY440"/>
                </a:cxn>
                <a:cxn ang="0">
                  <a:pos x="csX441" y="csY441"/>
                </a:cxn>
                <a:cxn ang="0">
                  <a:pos x="csX442" y="csY442"/>
                </a:cxn>
                <a:cxn ang="0">
                  <a:pos x="csX443" y="csY443"/>
                </a:cxn>
                <a:cxn ang="0">
                  <a:pos x="csX444" y="csY444"/>
                </a:cxn>
                <a:cxn ang="0">
                  <a:pos x="csX445" y="csY445"/>
                </a:cxn>
                <a:cxn ang="0">
                  <a:pos x="csX446" y="csY446"/>
                </a:cxn>
                <a:cxn ang="0">
                  <a:pos x="csX447" y="csY447"/>
                </a:cxn>
                <a:cxn ang="0">
                  <a:pos x="csX448" y="csY448"/>
                </a:cxn>
                <a:cxn ang="0">
                  <a:pos x="csX449" y="csY449"/>
                </a:cxn>
                <a:cxn ang="0">
                  <a:pos x="csX450" y="csY450"/>
                </a:cxn>
                <a:cxn ang="0">
                  <a:pos x="csX451" y="csY451"/>
                </a:cxn>
                <a:cxn ang="0">
                  <a:pos x="csX452" y="csY452"/>
                </a:cxn>
                <a:cxn ang="0">
                  <a:pos x="csX453" y="csY453"/>
                </a:cxn>
                <a:cxn ang="0">
                  <a:pos x="csX454" y="csY454"/>
                </a:cxn>
                <a:cxn ang="0">
                  <a:pos x="csX455" y="csY455"/>
                </a:cxn>
                <a:cxn ang="0">
                  <a:pos x="csX456" y="csY456"/>
                </a:cxn>
                <a:cxn ang="0">
                  <a:pos x="csX457" y="csY457"/>
                </a:cxn>
                <a:cxn ang="0">
                  <a:pos x="csX458" y="csY458"/>
                </a:cxn>
                <a:cxn ang="0">
                  <a:pos x="csX459" y="csY459"/>
                </a:cxn>
                <a:cxn ang="0">
                  <a:pos x="csX460" y="csY460"/>
                </a:cxn>
                <a:cxn ang="0">
                  <a:pos x="csX461" y="csY461"/>
                </a:cxn>
                <a:cxn ang="0">
                  <a:pos x="csX462" y="csY462"/>
                </a:cxn>
                <a:cxn ang="0">
                  <a:pos x="csX463" y="csY463"/>
                </a:cxn>
                <a:cxn ang="0">
                  <a:pos x="csX464" y="csY464"/>
                </a:cxn>
                <a:cxn ang="0">
                  <a:pos x="csX465" y="csY465"/>
                </a:cxn>
                <a:cxn ang="0">
                  <a:pos x="csX466" y="csY466"/>
                </a:cxn>
                <a:cxn ang="0">
                  <a:pos x="csX467" y="csY467"/>
                </a:cxn>
                <a:cxn ang="0">
                  <a:pos x="csX468" y="csY468"/>
                </a:cxn>
                <a:cxn ang="0">
                  <a:pos x="csX469" y="csY469"/>
                </a:cxn>
                <a:cxn ang="0">
                  <a:pos x="csX470" y="csY470"/>
                </a:cxn>
                <a:cxn ang="0">
                  <a:pos x="csX471" y="csY471"/>
                </a:cxn>
                <a:cxn ang="0">
                  <a:pos x="csX472" y="csY472"/>
                </a:cxn>
                <a:cxn ang="0">
                  <a:pos x="csX473" y="csY473"/>
                </a:cxn>
                <a:cxn ang="0">
                  <a:pos x="csX474" y="csY474"/>
                </a:cxn>
                <a:cxn ang="0">
                  <a:pos x="csX475" y="csY475"/>
                </a:cxn>
                <a:cxn ang="0">
                  <a:pos x="csX476" y="csY476"/>
                </a:cxn>
                <a:cxn ang="0">
                  <a:pos x="csX477" y="csY477"/>
                </a:cxn>
                <a:cxn ang="0">
                  <a:pos x="csX478" y="csY478"/>
                </a:cxn>
                <a:cxn ang="0">
                  <a:pos x="csX479" y="csY479"/>
                </a:cxn>
                <a:cxn ang="0">
                  <a:pos x="csX480" y="csY480"/>
                </a:cxn>
                <a:cxn ang="0">
                  <a:pos x="csX481" y="csY481"/>
                </a:cxn>
                <a:cxn ang="0">
                  <a:pos x="csX482" y="csY482"/>
                </a:cxn>
                <a:cxn ang="0">
                  <a:pos x="csX483" y="csY483"/>
                </a:cxn>
                <a:cxn ang="0">
                  <a:pos x="csX484" y="csY484"/>
                </a:cxn>
                <a:cxn ang="0">
                  <a:pos x="csX485" y="csY485"/>
                </a:cxn>
                <a:cxn ang="0">
                  <a:pos x="csX486" y="csY486"/>
                </a:cxn>
                <a:cxn ang="0">
                  <a:pos x="csX487" y="csY487"/>
                </a:cxn>
                <a:cxn ang="0">
                  <a:pos x="csX488" y="csY488"/>
                </a:cxn>
                <a:cxn ang="0">
                  <a:pos x="csX489" y="csY489"/>
                </a:cxn>
                <a:cxn ang="0">
                  <a:pos x="csX490" y="csY490"/>
                </a:cxn>
                <a:cxn ang="0">
                  <a:pos x="csX491" y="csY491"/>
                </a:cxn>
                <a:cxn ang="0">
                  <a:pos x="csX492" y="csY492"/>
                </a:cxn>
                <a:cxn ang="0">
                  <a:pos x="csX493" y="csY493"/>
                </a:cxn>
                <a:cxn ang="0">
                  <a:pos x="csX494" y="csY494"/>
                </a:cxn>
                <a:cxn ang="0">
                  <a:pos x="csX495" y="csY495"/>
                </a:cxn>
                <a:cxn ang="0">
                  <a:pos x="csX496" y="csY496"/>
                </a:cxn>
                <a:cxn ang="0">
                  <a:pos x="csX497" y="csY497"/>
                </a:cxn>
                <a:cxn ang="0">
                  <a:pos x="csX498" y="csY498"/>
                </a:cxn>
                <a:cxn ang="0">
                  <a:pos x="csX499" y="csY499"/>
                </a:cxn>
                <a:cxn ang="0">
                  <a:pos x="csX500" y="csY500"/>
                </a:cxn>
                <a:cxn ang="0">
                  <a:pos x="csX501" y="csY501"/>
                </a:cxn>
                <a:cxn ang="0">
                  <a:pos x="csX502" y="csY502"/>
                </a:cxn>
                <a:cxn ang="0">
                  <a:pos x="csX503" y="csY503"/>
                </a:cxn>
                <a:cxn ang="0">
                  <a:pos x="csX504" y="csY504"/>
                </a:cxn>
                <a:cxn ang="0">
                  <a:pos x="csX505" y="csY505"/>
                </a:cxn>
                <a:cxn ang="0">
                  <a:pos x="csX506" y="csY506"/>
                </a:cxn>
                <a:cxn ang="0">
                  <a:pos x="csX507" y="csY507"/>
                </a:cxn>
                <a:cxn ang="0">
                  <a:pos x="csX508" y="csY508"/>
                </a:cxn>
                <a:cxn ang="0">
                  <a:pos x="csX509" y="csY509"/>
                </a:cxn>
                <a:cxn ang="0">
                  <a:pos x="csX510" y="csY510"/>
                </a:cxn>
                <a:cxn ang="0">
                  <a:pos x="csX511" y="csY511"/>
                </a:cxn>
                <a:cxn ang="0">
                  <a:pos x="csX512" y="csY512"/>
                </a:cxn>
                <a:cxn ang="0">
                  <a:pos x="csX513" y="csY513"/>
                </a:cxn>
                <a:cxn ang="0">
                  <a:pos x="csX514" y="csY514"/>
                </a:cxn>
                <a:cxn ang="0">
                  <a:pos x="csX515" y="csY515"/>
                </a:cxn>
                <a:cxn ang="0">
                  <a:pos x="csX516" y="csY516"/>
                </a:cxn>
                <a:cxn ang="0">
                  <a:pos x="csX517" y="csY517"/>
                </a:cxn>
                <a:cxn ang="0">
                  <a:pos x="csX518" y="csY518"/>
                </a:cxn>
                <a:cxn ang="0">
                  <a:pos x="csX519" y="csY519"/>
                </a:cxn>
                <a:cxn ang="0">
                  <a:pos x="csX520" y="csY520"/>
                </a:cxn>
                <a:cxn ang="0">
                  <a:pos x="csX521" y="csY521"/>
                </a:cxn>
                <a:cxn ang="0">
                  <a:pos x="csX522" y="csY522"/>
                </a:cxn>
                <a:cxn ang="0">
                  <a:pos x="csX523" y="csY523"/>
                </a:cxn>
                <a:cxn ang="0">
                  <a:pos x="csX524" y="csY524"/>
                </a:cxn>
                <a:cxn ang="0">
                  <a:pos x="csX525" y="csY525"/>
                </a:cxn>
                <a:cxn ang="0">
                  <a:pos x="csX526" y="csY526"/>
                </a:cxn>
                <a:cxn ang="0">
                  <a:pos x="csX527" y="csY527"/>
                </a:cxn>
                <a:cxn ang="0">
                  <a:pos x="csX528" y="csY528"/>
                </a:cxn>
                <a:cxn ang="0">
                  <a:pos x="csX529" y="csY529"/>
                </a:cxn>
                <a:cxn ang="0">
                  <a:pos x="csX530" y="csY530"/>
                </a:cxn>
                <a:cxn ang="0">
                  <a:pos x="csX531" y="csY531"/>
                </a:cxn>
                <a:cxn ang="0">
                  <a:pos x="csX532" y="csY532"/>
                </a:cxn>
                <a:cxn ang="0">
                  <a:pos x="csX533" y="csY533"/>
                </a:cxn>
                <a:cxn ang="0">
                  <a:pos x="csX534" y="csY534"/>
                </a:cxn>
                <a:cxn ang="0">
                  <a:pos x="csX535" y="csY535"/>
                </a:cxn>
                <a:cxn ang="0">
                  <a:pos x="csX536" y="csY536"/>
                </a:cxn>
                <a:cxn ang="0">
                  <a:pos x="csX537" y="csY537"/>
                </a:cxn>
                <a:cxn ang="0">
                  <a:pos x="csX538" y="csY538"/>
                </a:cxn>
                <a:cxn ang="0">
                  <a:pos x="csX539" y="csY539"/>
                </a:cxn>
                <a:cxn ang="0">
                  <a:pos x="csX540" y="csY540"/>
                </a:cxn>
                <a:cxn ang="0">
                  <a:pos x="csX541" y="csY541"/>
                </a:cxn>
                <a:cxn ang="0">
                  <a:pos x="csX542" y="csY542"/>
                </a:cxn>
                <a:cxn ang="0">
                  <a:pos x="csX543" y="csY543"/>
                </a:cxn>
                <a:cxn ang="0">
                  <a:pos x="csX544" y="csY544"/>
                </a:cxn>
                <a:cxn ang="0">
                  <a:pos x="csX545" y="csY545"/>
                </a:cxn>
                <a:cxn ang="0">
                  <a:pos x="csX546" y="csY546"/>
                </a:cxn>
                <a:cxn ang="0">
                  <a:pos x="csX547" y="csY547"/>
                </a:cxn>
                <a:cxn ang="0">
                  <a:pos x="csX548" y="csY548"/>
                </a:cxn>
                <a:cxn ang="0">
                  <a:pos x="csX549" y="csY549"/>
                </a:cxn>
                <a:cxn ang="0">
                  <a:pos x="csX550" y="csY550"/>
                </a:cxn>
                <a:cxn ang="0">
                  <a:pos x="csX551" y="csY551"/>
                </a:cxn>
                <a:cxn ang="0">
                  <a:pos x="csX552" y="csY552"/>
                </a:cxn>
                <a:cxn ang="0">
                  <a:pos x="csX553" y="csY553"/>
                </a:cxn>
                <a:cxn ang="0">
                  <a:pos x="csX554" y="csY554"/>
                </a:cxn>
                <a:cxn ang="0">
                  <a:pos x="csX555" y="csY555"/>
                </a:cxn>
                <a:cxn ang="0">
                  <a:pos x="csX556" y="csY556"/>
                </a:cxn>
                <a:cxn ang="0">
                  <a:pos x="csX557" y="csY557"/>
                </a:cxn>
                <a:cxn ang="0">
                  <a:pos x="csX558" y="csY558"/>
                </a:cxn>
                <a:cxn ang="0">
                  <a:pos x="csX559" y="csY559"/>
                </a:cxn>
                <a:cxn ang="0">
                  <a:pos x="csX560" y="csY560"/>
                </a:cxn>
                <a:cxn ang="0">
                  <a:pos x="csX561" y="csY561"/>
                </a:cxn>
                <a:cxn ang="0">
                  <a:pos x="csX562" y="csY562"/>
                </a:cxn>
                <a:cxn ang="0">
                  <a:pos x="csX563" y="csY563"/>
                </a:cxn>
                <a:cxn ang="0">
                  <a:pos x="csX564" y="csY564"/>
                </a:cxn>
                <a:cxn ang="0">
                  <a:pos x="csX565" y="csY565"/>
                </a:cxn>
                <a:cxn ang="0">
                  <a:pos x="csX566" y="csY566"/>
                </a:cxn>
                <a:cxn ang="0">
                  <a:pos x="csX567" y="csY567"/>
                </a:cxn>
                <a:cxn ang="0">
                  <a:pos x="csX568" y="csY568"/>
                </a:cxn>
                <a:cxn ang="0">
                  <a:pos x="csX569" y="csY569"/>
                </a:cxn>
                <a:cxn ang="0">
                  <a:pos x="csX570" y="csY570"/>
                </a:cxn>
                <a:cxn ang="0">
                  <a:pos x="csX571" y="csY571"/>
                </a:cxn>
                <a:cxn ang="0">
                  <a:pos x="csX572" y="csY572"/>
                </a:cxn>
                <a:cxn ang="0">
                  <a:pos x="csX573" y="csY573"/>
                </a:cxn>
                <a:cxn ang="0">
                  <a:pos x="csX574" y="csY574"/>
                </a:cxn>
                <a:cxn ang="0">
                  <a:pos x="csX575" y="csY575"/>
                </a:cxn>
                <a:cxn ang="0">
                  <a:pos x="csX576" y="csY576"/>
                </a:cxn>
                <a:cxn ang="0">
                  <a:pos x="csX577" y="csY577"/>
                </a:cxn>
                <a:cxn ang="0">
                  <a:pos x="csX578" y="csY578"/>
                </a:cxn>
                <a:cxn ang="0">
                  <a:pos x="csX579" y="csY579"/>
                </a:cxn>
                <a:cxn ang="0">
                  <a:pos x="csX580" y="csY580"/>
                </a:cxn>
                <a:cxn ang="0">
                  <a:pos x="csX581" y="csY581"/>
                </a:cxn>
                <a:cxn ang="0">
                  <a:pos x="csX582" y="csY582"/>
                </a:cxn>
                <a:cxn ang="0">
                  <a:pos x="csX583" y="csY583"/>
                </a:cxn>
                <a:cxn ang="0">
                  <a:pos x="csX584" y="csY584"/>
                </a:cxn>
                <a:cxn ang="0">
                  <a:pos x="csX585" y="csY585"/>
                </a:cxn>
                <a:cxn ang="0">
                  <a:pos x="csX586" y="csY586"/>
                </a:cxn>
                <a:cxn ang="0">
                  <a:pos x="csX587" y="csY587"/>
                </a:cxn>
                <a:cxn ang="0">
                  <a:pos x="csX588" y="csY588"/>
                </a:cxn>
                <a:cxn ang="0">
                  <a:pos x="csX589" y="csY589"/>
                </a:cxn>
                <a:cxn ang="0">
                  <a:pos x="csX590" y="csY590"/>
                </a:cxn>
                <a:cxn ang="0">
                  <a:pos x="csX591" y="csY591"/>
                </a:cxn>
                <a:cxn ang="0">
                  <a:pos x="csX592" y="csY592"/>
                </a:cxn>
                <a:cxn ang="0">
                  <a:pos x="csX593" y="csY593"/>
                </a:cxn>
                <a:cxn ang="0">
                  <a:pos x="csX594" y="csY594"/>
                </a:cxn>
                <a:cxn ang="0">
                  <a:pos x="csX595" y="csY595"/>
                </a:cxn>
                <a:cxn ang="0">
                  <a:pos x="csX596" y="csY596"/>
                </a:cxn>
                <a:cxn ang="0">
                  <a:pos x="csX597" y="csY597"/>
                </a:cxn>
                <a:cxn ang="0">
                  <a:pos x="csX598" y="csY598"/>
                </a:cxn>
                <a:cxn ang="0">
                  <a:pos x="csX599" y="csY599"/>
                </a:cxn>
                <a:cxn ang="0">
                  <a:pos x="csX600" y="csY600"/>
                </a:cxn>
                <a:cxn ang="0">
                  <a:pos x="csX601" y="csY601"/>
                </a:cxn>
                <a:cxn ang="0">
                  <a:pos x="csX602" y="csY602"/>
                </a:cxn>
                <a:cxn ang="0">
                  <a:pos x="csX603" y="csY603"/>
                </a:cxn>
                <a:cxn ang="0">
                  <a:pos x="csX604" y="csY604"/>
                </a:cxn>
                <a:cxn ang="0">
                  <a:pos x="csX605" y="csY605"/>
                </a:cxn>
                <a:cxn ang="0">
                  <a:pos x="csX606" y="csY606"/>
                </a:cxn>
                <a:cxn ang="0">
                  <a:pos x="csX607" y="csY607"/>
                </a:cxn>
                <a:cxn ang="0">
                  <a:pos x="csX608" y="csY608"/>
                </a:cxn>
                <a:cxn ang="0">
                  <a:pos x="csX609" y="csY609"/>
                </a:cxn>
                <a:cxn ang="0">
                  <a:pos x="csX610" y="csY610"/>
                </a:cxn>
                <a:cxn ang="0">
                  <a:pos x="csX611" y="csY611"/>
                </a:cxn>
                <a:cxn ang="0">
                  <a:pos x="csX612" y="csY612"/>
                </a:cxn>
                <a:cxn ang="0">
                  <a:pos x="csX613" y="csY613"/>
                </a:cxn>
                <a:cxn ang="0">
                  <a:pos x="csX614" y="csY614"/>
                </a:cxn>
                <a:cxn ang="0">
                  <a:pos x="csX615" y="csY615"/>
                </a:cxn>
                <a:cxn ang="0">
                  <a:pos x="csX616" y="csY616"/>
                </a:cxn>
                <a:cxn ang="0">
                  <a:pos x="csX617" y="csY617"/>
                </a:cxn>
                <a:cxn ang="0">
                  <a:pos x="csX618" y="csY618"/>
                </a:cxn>
                <a:cxn ang="0">
                  <a:pos x="csX619" y="csY619"/>
                </a:cxn>
                <a:cxn ang="0">
                  <a:pos x="csX620" y="csY620"/>
                </a:cxn>
                <a:cxn ang="0">
                  <a:pos x="csX621" y="csY621"/>
                </a:cxn>
                <a:cxn ang="0">
                  <a:pos x="csX622" y="csY622"/>
                </a:cxn>
                <a:cxn ang="0">
                  <a:pos x="csX623" y="csY623"/>
                </a:cxn>
                <a:cxn ang="0">
                  <a:pos x="csX624" y="csY624"/>
                </a:cxn>
                <a:cxn ang="0">
                  <a:pos x="csX625" y="csY625"/>
                </a:cxn>
                <a:cxn ang="0">
                  <a:pos x="csX626" y="csY626"/>
                </a:cxn>
                <a:cxn ang="0">
                  <a:pos x="csX627" y="csY627"/>
                </a:cxn>
                <a:cxn ang="0">
                  <a:pos x="csX628" y="csY628"/>
                </a:cxn>
                <a:cxn ang="0">
                  <a:pos x="csX629" y="csY629"/>
                </a:cxn>
                <a:cxn ang="0">
                  <a:pos x="csX630" y="csY630"/>
                </a:cxn>
                <a:cxn ang="0">
                  <a:pos x="csX631" y="csY631"/>
                </a:cxn>
                <a:cxn ang="0">
                  <a:pos x="csX632" y="csY632"/>
                </a:cxn>
                <a:cxn ang="0">
                  <a:pos x="csX633" y="csY633"/>
                </a:cxn>
                <a:cxn ang="0">
                  <a:pos x="csX634" y="csY634"/>
                </a:cxn>
                <a:cxn ang="0">
                  <a:pos x="csX635" y="csY635"/>
                </a:cxn>
                <a:cxn ang="0">
                  <a:pos x="csX636" y="csY636"/>
                </a:cxn>
                <a:cxn ang="0">
                  <a:pos x="csX637" y="csY637"/>
                </a:cxn>
                <a:cxn ang="0">
                  <a:pos x="csX638" y="csY638"/>
                </a:cxn>
                <a:cxn ang="0">
                  <a:pos x="csX639" y="csY639"/>
                </a:cxn>
                <a:cxn ang="0">
                  <a:pos x="csX640" y="csY640"/>
                </a:cxn>
                <a:cxn ang="0">
                  <a:pos x="csX641" y="csY641"/>
                </a:cxn>
                <a:cxn ang="0">
                  <a:pos x="csX642" y="csY642"/>
                </a:cxn>
                <a:cxn ang="0">
                  <a:pos x="csX643" y="csY643"/>
                </a:cxn>
                <a:cxn ang="0">
                  <a:pos x="csX644" y="csY644"/>
                </a:cxn>
                <a:cxn ang="0">
                  <a:pos x="csX645" y="csY645"/>
                </a:cxn>
                <a:cxn ang="0">
                  <a:pos x="csX646" y="csY646"/>
                </a:cxn>
                <a:cxn ang="0">
                  <a:pos x="csX647" y="csY647"/>
                </a:cxn>
                <a:cxn ang="0">
                  <a:pos x="csX648" y="csY648"/>
                </a:cxn>
                <a:cxn ang="0">
                  <a:pos x="csX649" y="csY649"/>
                </a:cxn>
                <a:cxn ang="0">
                  <a:pos x="csX650" y="csY650"/>
                </a:cxn>
                <a:cxn ang="0">
                  <a:pos x="csX651" y="csY651"/>
                </a:cxn>
                <a:cxn ang="0">
                  <a:pos x="csX652" y="csY652"/>
                </a:cxn>
                <a:cxn ang="0">
                  <a:pos x="csX653" y="csY653"/>
                </a:cxn>
                <a:cxn ang="0">
                  <a:pos x="csX654" y="csY654"/>
                </a:cxn>
                <a:cxn ang="0">
                  <a:pos x="csX655" y="csY655"/>
                </a:cxn>
                <a:cxn ang="0">
                  <a:pos x="csX656" y="csY656"/>
                </a:cxn>
                <a:cxn ang="0">
                  <a:pos x="csX657" y="csY657"/>
                </a:cxn>
                <a:cxn ang="0">
                  <a:pos x="csX658" y="csY658"/>
                </a:cxn>
                <a:cxn ang="0">
                  <a:pos x="csX659" y="csY659"/>
                </a:cxn>
                <a:cxn ang="0">
                  <a:pos x="csX660" y="csY660"/>
                </a:cxn>
                <a:cxn ang="0">
                  <a:pos x="csX661" y="csY661"/>
                </a:cxn>
                <a:cxn ang="0">
                  <a:pos x="csX662" y="csY662"/>
                </a:cxn>
                <a:cxn ang="0">
                  <a:pos x="csX663" y="csY663"/>
                </a:cxn>
                <a:cxn ang="0">
                  <a:pos x="csX664" y="csY664"/>
                </a:cxn>
                <a:cxn ang="0">
                  <a:pos x="csX665" y="csY665"/>
                </a:cxn>
                <a:cxn ang="0">
                  <a:pos x="csX666" y="csY666"/>
                </a:cxn>
                <a:cxn ang="0">
                  <a:pos x="csX667" y="csY667"/>
                </a:cxn>
                <a:cxn ang="0">
                  <a:pos x="csX668" y="csY668"/>
                </a:cxn>
                <a:cxn ang="0">
                  <a:pos x="csX669" y="csY669"/>
                </a:cxn>
                <a:cxn ang="0">
                  <a:pos x="csX670" y="csY670"/>
                </a:cxn>
                <a:cxn ang="0">
                  <a:pos x="csX671" y="csY671"/>
                </a:cxn>
                <a:cxn ang="0">
                  <a:pos x="csX672" y="csY672"/>
                </a:cxn>
                <a:cxn ang="0">
                  <a:pos x="csX673" y="csY673"/>
                </a:cxn>
                <a:cxn ang="0">
                  <a:pos x="csX674" y="csY674"/>
                </a:cxn>
                <a:cxn ang="0">
                  <a:pos x="csX675" y="csY675"/>
                </a:cxn>
                <a:cxn ang="0">
                  <a:pos x="csX676" y="csY676"/>
                </a:cxn>
                <a:cxn ang="0">
                  <a:pos x="csX677" y="csY677"/>
                </a:cxn>
                <a:cxn ang="0">
                  <a:pos x="csX678" y="csY678"/>
                </a:cxn>
                <a:cxn ang="0">
                  <a:pos x="csX679" y="csY679"/>
                </a:cxn>
                <a:cxn ang="0">
                  <a:pos x="csX680" y="csY680"/>
                </a:cxn>
                <a:cxn ang="0">
                  <a:pos x="csX681" y="csY681"/>
                </a:cxn>
                <a:cxn ang="0">
                  <a:pos x="csX682" y="csY682"/>
                </a:cxn>
                <a:cxn ang="0">
                  <a:pos x="csX683" y="csY683"/>
                </a:cxn>
                <a:cxn ang="0">
                  <a:pos x="csX684" y="csY684"/>
                </a:cxn>
                <a:cxn ang="0">
                  <a:pos x="csX685" y="csY685"/>
                </a:cxn>
                <a:cxn ang="0">
                  <a:pos x="csX686" y="csY686"/>
                </a:cxn>
                <a:cxn ang="0">
                  <a:pos x="csX687" y="csY687"/>
                </a:cxn>
                <a:cxn ang="0">
                  <a:pos x="csX688" y="csY688"/>
                </a:cxn>
                <a:cxn ang="0">
                  <a:pos x="csX689" y="csY689"/>
                </a:cxn>
                <a:cxn ang="0">
                  <a:pos x="csX690" y="csY690"/>
                </a:cxn>
                <a:cxn ang="0">
                  <a:pos x="csX691" y="csY691"/>
                </a:cxn>
                <a:cxn ang="0">
                  <a:pos x="csX692" y="csY692"/>
                </a:cxn>
                <a:cxn ang="0">
                  <a:pos x="csX693" y="csY693"/>
                </a:cxn>
                <a:cxn ang="0">
                  <a:pos x="csX694" y="csY694"/>
                </a:cxn>
                <a:cxn ang="0">
                  <a:pos x="csX695" y="csY695"/>
                </a:cxn>
                <a:cxn ang="0">
                  <a:pos x="csX696" y="csY696"/>
                </a:cxn>
                <a:cxn ang="0">
                  <a:pos x="csX697" y="csY697"/>
                </a:cxn>
                <a:cxn ang="0">
                  <a:pos x="csX698" y="csY698"/>
                </a:cxn>
                <a:cxn ang="0">
                  <a:pos x="csX699" y="csY699"/>
                </a:cxn>
                <a:cxn ang="0">
                  <a:pos x="csX700" y="csY700"/>
                </a:cxn>
                <a:cxn ang="0">
                  <a:pos x="csX701" y="csY701"/>
                </a:cxn>
                <a:cxn ang="0">
                  <a:pos x="csX702" y="csY702"/>
                </a:cxn>
                <a:cxn ang="0">
                  <a:pos x="csX703" y="csY703"/>
                </a:cxn>
                <a:cxn ang="0">
                  <a:pos x="csX704" y="csY704"/>
                </a:cxn>
                <a:cxn ang="0">
                  <a:pos x="csX705" y="csY705"/>
                </a:cxn>
                <a:cxn ang="0">
                  <a:pos x="csX706" y="csY706"/>
                </a:cxn>
                <a:cxn ang="0">
                  <a:pos x="csX707" y="csY707"/>
                </a:cxn>
                <a:cxn ang="0">
                  <a:pos x="csX708" y="csY708"/>
                </a:cxn>
                <a:cxn ang="0">
                  <a:pos x="csX709" y="csY709"/>
                </a:cxn>
                <a:cxn ang="0">
                  <a:pos x="csX710" y="csY710"/>
                </a:cxn>
                <a:cxn ang="0">
                  <a:pos x="csX711" y="csY711"/>
                </a:cxn>
                <a:cxn ang="0">
                  <a:pos x="csX712" y="csY712"/>
                </a:cxn>
                <a:cxn ang="0">
                  <a:pos x="csX713" y="csY713"/>
                </a:cxn>
                <a:cxn ang="0">
                  <a:pos x="csX714" y="csY714"/>
                </a:cxn>
                <a:cxn ang="0">
                  <a:pos x="csX715" y="csY715"/>
                </a:cxn>
                <a:cxn ang="0">
                  <a:pos x="csX716" y="csY716"/>
                </a:cxn>
                <a:cxn ang="0">
                  <a:pos x="csX717" y="csY717"/>
                </a:cxn>
                <a:cxn ang="0">
                  <a:pos x="csX718" y="csY718"/>
                </a:cxn>
                <a:cxn ang="0">
                  <a:pos x="csX719" y="csY719"/>
                </a:cxn>
                <a:cxn ang="0">
                  <a:pos x="csX720" y="csY720"/>
                </a:cxn>
                <a:cxn ang="0">
                  <a:pos x="csX721" y="csY721"/>
                </a:cxn>
                <a:cxn ang="0">
                  <a:pos x="csX722" y="csY722"/>
                </a:cxn>
                <a:cxn ang="0">
                  <a:pos x="csX723" y="csY723"/>
                </a:cxn>
                <a:cxn ang="0">
                  <a:pos x="csX724" y="csY724"/>
                </a:cxn>
                <a:cxn ang="0">
                  <a:pos x="csX725" y="csY725"/>
                </a:cxn>
                <a:cxn ang="0">
                  <a:pos x="csX726" y="csY726"/>
                </a:cxn>
                <a:cxn ang="0">
                  <a:pos x="csX727" y="csY727"/>
                </a:cxn>
                <a:cxn ang="0">
                  <a:pos x="csX728" y="csY728"/>
                </a:cxn>
                <a:cxn ang="0">
                  <a:pos x="csX729" y="csY729"/>
                </a:cxn>
                <a:cxn ang="0">
                  <a:pos x="csX730" y="csY730"/>
                </a:cxn>
                <a:cxn ang="0">
                  <a:pos x="csX731" y="csY731"/>
                </a:cxn>
                <a:cxn ang="0">
                  <a:pos x="csX732" y="csY732"/>
                </a:cxn>
                <a:cxn ang="0">
                  <a:pos x="csX733" y="csY733"/>
                </a:cxn>
                <a:cxn ang="0">
                  <a:pos x="csX734" y="csY734"/>
                </a:cxn>
                <a:cxn ang="0">
                  <a:pos x="csX735" y="csY735"/>
                </a:cxn>
                <a:cxn ang="0">
                  <a:pos x="csX736" y="csY736"/>
                </a:cxn>
                <a:cxn ang="0">
                  <a:pos x="csX737" y="csY737"/>
                </a:cxn>
                <a:cxn ang="0">
                  <a:pos x="csX738" y="csY738"/>
                </a:cxn>
                <a:cxn ang="0">
                  <a:pos x="csX739" y="csY739"/>
                </a:cxn>
                <a:cxn ang="0">
                  <a:pos x="csX740" y="csY740"/>
                </a:cxn>
                <a:cxn ang="0">
                  <a:pos x="csX741" y="csY741"/>
                </a:cxn>
                <a:cxn ang="0">
                  <a:pos x="csX742" y="csY742"/>
                </a:cxn>
                <a:cxn ang="0">
                  <a:pos x="csX743" y="csY743"/>
                </a:cxn>
                <a:cxn ang="0">
                  <a:pos x="csX744" y="csY744"/>
                </a:cxn>
                <a:cxn ang="0">
                  <a:pos x="csX745" y="csY745"/>
                </a:cxn>
                <a:cxn ang="0">
                  <a:pos x="csX746" y="csY746"/>
                </a:cxn>
                <a:cxn ang="0">
                  <a:pos x="csX747" y="csY747"/>
                </a:cxn>
                <a:cxn ang="0">
                  <a:pos x="csX748" y="csY748"/>
                </a:cxn>
                <a:cxn ang="0">
                  <a:pos x="csX749" y="csY749"/>
                </a:cxn>
                <a:cxn ang="0">
                  <a:pos x="csX750" y="csY750"/>
                </a:cxn>
                <a:cxn ang="0">
                  <a:pos x="csX751" y="csY751"/>
                </a:cxn>
                <a:cxn ang="0">
                  <a:pos x="csX752" y="csY752"/>
                </a:cxn>
                <a:cxn ang="0">
                  <a:pos x="csX753" y="csY753"/>
                </a:cxn>
                <a:cxn ang="0">
                  <a:pos x="csX754" y="csY754"/>
                </a:cxn>
                <a:cxn ang="0">
                  <a:pos x="csX755" y="csY755"/>
                </a:cxn>
                <a:cxn ang="0">
                  <a:pos x="csX756" y="csY756"/>
                </a:cxn>
                <a:cxn ang="0">
                  <a:pos x="csX757" y="csY757"/>
                </a:cxn>
                <a:cxn ang="0">
                  <a:pos x="csX758" y="csY758"/>
                </a:cxn>
                <a:cxn ang="0">
                  <a:pos x="csX759" y="csY759"/>
                </a:cxn>
                <a:cxn ang="0">
                  <a:pos x="csX760" y="csY760"/>
                </a:cxn>
                <a:cxn ang="0">
                  <a:pos x="csX761" y="csY761"/>
                </a:cxn>
                <a:cxn ang="0">
                  <a:pos x="csX762" y="csY762"/>
                </a:cxn>
                <a:cxn ang="0">
                  <a:pos x="csX763" y="csY763"/>
                </a:cxn>
                <a:cxn ang="0">
                  <a:pos x="csX764" y="csY764"/>
                </a:cxn>
                <a:cxn ang="0">
                  <a:pos x="csX765" y="csY765"/>
                </a:cxn>
                <a:cxn ang="0">
                  <a:pos x="csX766" y="csY766"/>
                </a:cxn>
                <a:cxn ang="0">
                  <a:pos x="csX767" y="csY767"/>
                </a:cxn>
                <a:cxn ang="0">
                  <a:pos x="csX768" y="csY768"/>
                </a:cxn>
                <a:cxn ang="0">
                  <a:pos x="csX769" y="csY769"/>
                </a:cxn>
                <a:cxn ang="0">
                  <a:pos x="csX770" y="csY770"/>
                </a:cxn>
                <a:cxn ang="0">
                  <a:pos x="csX771" y="csY771"/>
                </a:cxn>
                <a:cxn ang="0">
                  <a:pos x="csX772" y="csY772"/>
                </a:cxn>
                <a:cxn ang="0">
                  <a:pos x="csX773" y="csY773"/>
                </a:cxn>
                <a:cxn ang="0">
                  <a:pos x="csX774" y="csY774"/>
                </a:cxn>
                <a:cxn ang="0">
                  <a:pos x="csX775" y="csY775"/>
                </a:cxn>
                <a:cxn ang="0">
                  <a:pos x="csX776" y="csY776"/>
                </a:cxn>
                <a:cxn ang="0">
                  <a:pos x="csX777" y="csY777"/>
                </a:cxn>
                <a:cxn ang="0">
                  <a:pos x="csX778" y="csY778"/>
                </a:cxn>
                <a:cxn ang="0">
                  <a:pos x="csX779" y="csY779"/>
                </a:cxn>
                <a:cxn ang="0">
                  <a:pos x="csX780" y="csY780"/>
                </a:cxn>
                <a:cxn ang="0">
                  <a:pos x="csX781" y="csY781"/>
                </a:cxn>
                <a:cxn ang="0">
                  <a:pos x="csX782" y="csY782"/>
                </a:cxn>
                <a:cxn ang="0">
                  <a:pos x="csX783" y="csY783"/>
                </a:cxn>
                <a:cxn ang="0">
                  <a:pos x="csX784" y="csY784"/>
                </a:cxn>
                <a:cxn ang="0">
                  <a:pos x="csX785" y="csY785"/>
                </a:cxn>
                <a:cxn ang="0">
                  <a:pos x="csX786" y="csY786"/>
                </a:cxn>
                <a:cxn ang="0">
                  <a:pos x="csX787" y="csY787"/>
                </a:cxn>
                <a:cxn ang="0">
                  <a:pos x="csX788" y="csY788"/>
                </a:cxn>
                <a:cxn ang="0">
                  <a:pos x="csX789" y="csY789"/>
                </a:cxn>
                <a:cxn ang="0">
                  <a:pos x="csX790" y="csY790"/>
                </a:cxn>
                <a:cxn ang="0">
                  <a:pos x="csX791" y="csY791"/>
                </a:cxn>
                <a:cxn ang="0">
                  <a:pos x="csX792" y="csY792"/>
                </a:cxn>
                <a:cxn ang="0">
                  <a:pos x="csX793" y="csY793"/>
                </a:cxn>
                <a:cxn ang="0">
                  <a:pos x="csX794" y="csY794"/>
                </a:cxn>
                <a:cxn ang="0">
                  <a:pos x="csX795" y="csY795"/>
                </a:cxn>
                <a:cxn ang="0">
                  <a:pos x="csX796" y="csY796"/>
                </a:cxn>
                <a:cxn ang="0">
                  <a:pos x="csX797" y="csY797"/>
                </a:cxn>
                <a:cxn ang="0">
                  <a:pos x="csX798" y="csY798"/>
                </a:cxn>
                <a:cxn ang="0">
                  <a:pos x="csX799" y="csY799"/>
                </a:cxn>
                <a:cxn ang="0">
                  <a:pos x="csX800" y="csY800"/>
                </a:cxn>
                <a:cxn ang="0">
                  <a:pos x="csX801" y="csY801"/>
                </a:cxn>
                <a:cxn ang="0">
                  <a:pos x="csX802" y="csY802"/>
                </a:cxn>
                <a:cxn ang="0">
                  <a:pos x="csX803" y="csY803"/>
                </a:cxn>
                <a:cxn ang="0">
                  <a:pos x="csX804" y="csY804"/>
                </a:cxn>
                <a:cxn ang="0">
                  <a:pos x="csX805" y="csY805"/>
                </a:cxn>
                <a:cxn ang="0">
                  <a:pos x="csX806" y="csY806"/>
                </a:cxn>
                <a:cxn ang="0">
                  <a:pos x="csX807" y="csY807"/>
                </a:cxn>
                <a:cxn ang="0">
                  <a:pos x="csX808" y="csY808"/>
                </a:cxn>
                <a:cxn ang="0">
                  <a:pos x="csX809" y="csY809"/>
                </a:cxn>
                <a:cxn ang="0">
                  <a:pos x="csX810" y="csY810"/>
                </a:cxn>
                <a:cxn ang="0">
                  <a:pos x="csX811" y="csY811"/>
                </a:cxn>
                <a:cxn ang="0">
                  <a:pos x="csX812" y="csY812"/>
                </a:cxn>
                <a:cxn ang="0">
                  <a:pos x="csX813" y="csY813"/>
                </a:cxn>
                <a:cxn ang="0">
                  <a:pos x="csX814" y="csY814"/>
                </a:cxn>
                <a:cxn ang="0">
                  <a:pos x="csX815" y="csY815"/>
                </a:cxn>
                <a:cxn ang="0">
                  <a:pos x="csX816" y="csY816"/>
                </a:cxn>
                <a:cxn ang="0">
                  <a:pos x="csX817" y="csY817"/>
                </a:cxn>
                <a:cxn ang="0">
                  <a:pos x="csX818" y="csY818"/>
                </a:cxn>
                <a:cxn ang="0">
                  <a:pos x="csX819" y="csY819"/>
                </a:cxn>
                <a:cxn ang="0">
                  <a:pos x="csX820" y="csY820"/>
                </a:cxn>
                <a:cxn ang="0">
                  <a:pos x="csX821" y="csY821"/>
                </a:cxn>
                <a:cxn ang="0">
                  <a:pos x="csX822" y="csY822"/>
                </a:cxn>
                <a:cxn ang="0">
                  <a:pos x="csX823" y="csY823"/>
                </a:cxn>
                <a:cxn ang="0">
                  <a:pos x="csX824" y="csY824"/>
                </a:cxn>
                <a:cxn ang="0">
                  <a:pos x="csX825" y="csY825"/>
                </a:cxn>
                <a:cxn ang="0">
                  <a:pos x="csX826" y="csY826"/>
                </a:cxn>
                <a:cxn ang="0">
                  <a:pos x="csX827" y="csY827"/>
                </a:cxn>
                <a:cxn ang="0">
                  <a:pos x="csX828" y="csY828"/>
                </a:cxn>
                <a:cxn ang="0">
                  <a:pos x="csX829" y="csY829"/>
                </a:cxn>
                <a:cxn ang="0">
                  <a:pos x="csX830" y="csY830"/>
                </a:cxn>
                <a:cxn ang="0">
                  <a:pos x="csX831" y="csY831"/>
                </a:cxn>
                <a:cxn ang="0">
                  <a:pos x="csX832" y="csY832"/>
                </a:cxn>
                <a:cxn ang="0">
                  <a:pos x="csX833" y="csY833"/>
                </a:cxn>
                <a:cxn ang="0">
                  <a:pos x="csX834" y="csY834"/>
                </a:cxn>
                <a:cxn ang="0">
                  <a:pos x="csX835" y="csY835"/>
                </a:cxn>
                <a:cxn ang="0">
                  <a:pos x="csX836" y="csY836"/>
                </a:cxn>
                <a:cxn ang="0">
                  <a:pos x="csX837" y="csY837"/>
                </a:cxn>
                <a:cxn ang="0">
                  <a:pos x="csX838" y="csY838"/>
                </a:cxn>
                <a:cxn ang="0">
                  <a:pos x="csX839" y="csY839"/>
                </a:cxn>
                <a:cxn ang="0">
                  <a:pos x="csX840" y="csY840"/>
                </a:cxn>
                <a:cxn ang="0">
                  <a:pos x="csX841" y="csY841"/>
                </a:cxn>
                <a:cxn ang="0">
                  <a:pos x="csX842" y="csY842"/>
                </a:cxn>
                <a:cxn ang="0">
                  <a:pos x="csX843" y="csY843"/>
                </a:cxn>
                <a:cxn ang="0">
                  <a:pos x="csX844" y="csY844"/>
                </a:cxn>
                <a:cxn ang="0">
                  <a:pos x="csX845" y="csY845"/>
                </a:cxn>
                <a:cxn ang="0">
                  <a:pos x="csX846" y="csY846"/>
                </a:cxn>
                <a:cxn ang="0">
                  <a:pos x="csX847" y="csY847"/>
                </a:cxn>
                <a:cxn ang="0">
                  <a:pos x="csX848" y="csY848"/>
                </a:cxn>
                <a:cxn ang="0">
                  <a:pos x="csX849" y="csY849"/>
                </a:cxn>
                <a:cxn ang="0">
                  <a:pos x="csX850" y="csY850"/>
                </a:cxn>
                <a:cxn ang="0">
                  <a:pos x="csX851" y="csY851"/>
                </a:cxn>
                <a:cxn ang="0">
                  <a:pos x="csX852" y="csY852"/>
                </a:cxn>
                <a:cxn ang="0">
                  <a:pos x="csX853" y="csY853"/>
                </a:cxn>
                <a:cxn ang="0">
                  <a:pos x="csX854" y="csY854"/>
                </a:cxn>
                <a:cxn ang="0">
                  <a:pos x="csX855" y="csY855"/>
                </a:cxn>
                <a:cxn ang="0">
                  <a:pos x="csX856" y="csY856"/>
                </a:cxn>
                <a:cxn ang="0">
                  <a:pos x="csX857" y="csY857"/>
                </a:cxn>
                <a:cxn ang="0">
                  <a:pos x="csX858" y="csY858"/>
                </a:cxn>
                <a:cxn ang="0">
                  <a:pos x="csX859" y="csY859"/>
                </a:cxn>
                <a:cxn ang="0">
                  <a:pos x="csX860" y="csY860"/>
                </a:cxn>
                <a:cxn ang="0">
                  <a:pos x="csX861" y="csY861"/>
                </a:cxn>
                <a:cxn ang="0">
                  <a:pos x="csX862" y="csY862"/>
                </a:cxn>
                <a:cxn ang="0">
                  <a:pos x="csX863" y="csY863"/>
                </a:cxn>
                <a:cxn ang="0">
                  <a:pos x="csX864" y="csY864"/>
                </a:cxn>
                <a:cxn ang="0">
                  <a:pos x="csX865" y="csY865"/>
                </a:cxn>
                <a:cxn ang="0">
                  <a:pos x="csX866" y="csY866"/>
                </a:cxn>
                <a:cxn ang="0">
                  <a:pos x="csX867" y="csY867"/>
                </a:cxn>
                <a:cxn ang="0">
                  <a:pos x="csX868" y="csY868"/>
                </a:cxn>
                <a:cxn ang="0">
                  <a:pos x="csX869" y="csY869"/>
                </a:cxn>
                <a:cxn ang="0">
                  <a:pos x="csX870" y="csY870"/>
                </a:cxn>
                <a:cxn ang="0">
                  <a:pos x="csX871" y="csY871"/>
                </a:cxn>
                <a:cxn ang="0">
                  <a:pos x="csX872" y="csY872"/>
                </a:cxn>
                <a:cxn ang="0">
                  <a:pos x="csX873" y="csY873"/>
                </a:cxn>
                <a:cxn ang="0">
                  <a:pos x="csX874" y="csY874"/>
                </a:cxn>
                <a:cxn ang="0">
                  <a:pos x="csX875" y="csY875"/>
                </a:cxn>
                <a:cxn ang="0">
                  <a:pos x="csX876" y="csY876"/>
                </a:cxn>
                <a:cxn ang="0">
                  <a:pos x="csX877" y="csY877"/>
                </a:cxn>
                <a:cxn ang="0">
                  <a:pos x="csX878" y="csY878"/>
                </a:cxn>
                <a:cxn ang="0">
                  <a:pos x="csX879" y="csY879"/>
                </a:cxn>
                <a:cxn ang="0">
                  <a:pos x="csX880" y="csY880"/>
                </a:cxn>
                <a:cxn ang="0">
                  <a:pos x="csX881" y="csY881"/>
                </a:cxn>
                <a:cxn ang="0">
                  <a:pos x="csX882" y="csY882"/>
                </a:cxn>
                <a:cxn ang="0">
                  <a:pos x="csX883" y="csY883"/>
                </a:cxn>
                <a:cxn ang="0">
                  <a:pos x="csX884" y="csY884"/>
                </a:cxn>
                <a:cxn ang="0">
                  <a:pos x="csX885" y="csY885"/>
                </a:cxn>
                <a:cxn ang="0">
                  <a:pos x="csX886" y="csY886"/>
                </a:cxn>
                <a:cxn ang="0">
                  <a:pos x="csX887" y="csY887"/>
                </a:cxn>
                <a:cxn ang="0">
                  <a:pos x="csX888" y="csY888"/>
                </a:cxn>
                <a:cxn ang="0">
                  <a:pos x="csX889" y="csY889"/>
                </a:cxn>
                <a:cxn ang="0">
                  <a:pos x="csX890" y="csY890"/>
                </a:cxn>
                <a:cxn ang="0">
                  <a:pos x="csX891" y="csY891"/>
                </a:cxn>
                <a:cxn ang="0">
                  <a:pos x="csX892" y="csY892"/>
                </a:cxn>
                <a:cxn ang="0">
                  <a:pos x="csX893" y="csY893"/>
                </a:cxn>
                <a:cxn ang="0">
                  <a:pos x="csX894" y="csY894"/>
                </a:cxn>
                <a:cxn ang="0">
                  <a:pos x="csX895" y="csY895"/>
                </a:cxn>
                <a:cxn ang="0">
                  <a:pos x="csX896" y="csY896"/>
                </a:cxn>
                <a:cxn ang="0">
                  <a:pos x="csX897" y="csY897"/>
                </a:cxn>
                <a:cxn ang="0">
                  <a:pos x="csX898" y="csY898"/>
                </a:cxn>
                <a:cxn ang="0">
                  <a:pos x="csX899" y="csY899"/>
                </a:cxn>
                <a:cxn ang="0">
                  <a:pos x="csX900" y="csY900"/>
                </a:cxn>
                <a:cxn ang="0">
                  <a:pos x="csX901" y="csY901"/>
                </a:cxn>
                <a:cxn ang="0">
                  <a:pos x="csX902" y="csY902"/>
                </a:cxn>
                <a:cxn ang="0">
                  <a:pos x="csX903" y="csY903"/>
                </a:cxn>
                <a:cxn ang="0">
                  <a:pos x="csX904" y="csY904"/>
                </a:cxn>
                <a:cxn ang="0">
                  <a:pos x="csX905" y="csY905"/>
                </a:cxn>
                <a:cxn ang="0">
                  <a:pos x="csX906" y="csY906"/>
                </a:cxn>
                <a:cxn ang="0">
                  <a:pos x="csX907" y="csY907"/>
                </a:cxn>
                <a:cxn ang="0">
                  <a:pos x="csX908" y="csY908"/>
                </a:cxn>
                <a:cxn ang="0">
                  <a:pos x="csX909" y="csY909"/>
                </a:cxn>
                <a:cxn ang="0">
                  <a:pos x="csX910" y="csY910"/>
                </a:cxn>
                <a:cxn ang="0">
                  <a:pos x="csX911" y="csY911"/>
                </a:cxn>
                <a:cxn ang="0">
                  <a:pos x="csX912" y="csY912"/>
                </a:cxn>
                <a:cxn ang="0">
                  <a:pos x="csX913" y="csY913"/>
                </a:cxn>
                <a:cxn ang="0">
                  <a:pos x="csX914" y="csY914"/>
                </a:cxn>
                <a:cxn ang="0">
                  <a:pos x="csX915" y="csY915"/>
                </a:cxn>
                <a:cxn ang="0">
                  <a:pos x="csX916" y="csY916"/>
                </a:cxn>
                <a:cxn ang="0">
                  <a:pos x="csX917" y="csY917"/>
                </a:cxn>
                <a:cxn ang="0">
                  <a:pos x="csX918" y="csY918"/>
                </a:cxn>
                <a:cxn ang="0">
                  <a:pos x="csX919" y="csY919"/>
                </a:cxn>
                <a:cxn ang="0">
                  <a:pos x="csX920" y="csY920"/>
                </a:cxn>
                <a:cxn ang="0">
                  <a:pos x="csX921" y="csY921"/>
                </a:cxn>
                <a:cxn ang="0">
                  <a:pos x="csX922" y="csY922"/>
                </a:cxn>
                <a:cxn ang="0">
                  <a:pos x="csX923" y="csY923"/>
                </a:cxn>
                <a:cxn ang="0">
                  <a:pos x="csX924" y="csY924"/>
                </a:cxn>
                <a:cxn ang="0">
                  <a:pos x="csX925" y="csY925"/>
                </a:cxn>
                <a:cxn ang="0">
                  <a:pos x="csX926" y="csY926"/>
                </a:cxn>
                <a:cxn ang="0">
                  <a:pos x="csX927" y="csY927"/>
                </a:cxn>
                <a:cxn ang="0">
                  <a:pos x="csX928" y="csY928"/>
                </a:cxn>
                <a:cxn ang="0">
                  <a:pos x="csX929" y="csY929"/>
                </a:cxn>
                <a:cxn ang="0">
                  <a:pos x="csX930" y="csY930"/>
                </a:cxn>
                <a:cxn ang="0">
                  <a:pos x="csX931" y="csY931"/>
                </a:cxn>
                <a:cxn ang="0">
                  <a:pos x="csX932" y="csY932"/>
                </a:cxn>
                <a:cxn ang="0">
                  <a:pos x="csX933" y="csY933"/>
                </a:cxn>
                <a:cxn ang="0">
                  <a:pos x="csX934" y="csY934"/>
                </a:cxn>
                <a:cxn ang="0">
                  <a:pos x="csX935" y="csY935"/>
                </a:cxn>
                <a:cxn ang="0">
                  <a:pos x="csX936" y="csY936"/>
                </a:cxn>
                <a:cxn ang="0">
                  <a:pos x="csX937" y="csY937"/>
                </a:cxn>
                <a:cxn ang="0">
                  <a:pos x="csX938" y="csY938"/>
                </a:cxn>
                <a:cxn ang="0">
                  <a:pos x="csX939" y="csY939"/>
                </a:cxn>
                <a:cxn ang="0">
                  <a:pos x="csX940" y="csY940"/>
                </a:cxn>
                <a:cxn ang="0">
                  <a:pos x="csX941" y="csY941"/>
                </a:cxn>
                <a:cxn ang="0">
                  <a:pos x="csX942" y="csY942"/>
                </a:cxn>
                <a:cxn ang="0">
                  <a:pos x="csX943" y="csY943"/>
                </a:cxn>
                <a:cxn ang="0">
                  <a:pos x="csX944" y="csY944"/>
                </a:cxn>
                <a:cxn ang="0">
                  <a:pos x="csX945" y="csY945"/>
                </a:cxn>
                <a:cxn ang="0">
                  <a:pos x="csX946" y="csY946"/>
                </a:cxn>
                <a:cxn ang="0">
                  <a:pos x="csX947" y="csY947"/>
                </a:cxn>
                <a:cxn ang="0">
                  <a:pos x="csX948" y="csY948"/>
                </a:cxn>
                <a:cxn ang="0">
                  <a:pos x="csX949" y="csY949"/>
                </a:cxn>
                <a:cxn ang="0">
                  <a:pos x="csX950" y="csY950"/>
                </a:cxn>
                <a:cxn ang="0">
                  <a:pos x="csX951" y="csY951"/>
                </a:cxn>
                <a:cxn ang="0">
                  <a:pos x="csX952" y="csY952"/>
                </a:cxn>
                <a:cxn ang="0">
                  <a:pos x="csX953" y="csY953"/>
                </a:cxn>
                <a:cxn ang="0">
                  <a:pos x="csX954" y="csY954"/>
                </a:cxn>
                <a:cxn ang="0">
                  <a:pos x="csX955" y="csY955"/>
                </a:cxn>
                <a:cxn ang="0">
                  <a:pos x="csX956" y="csY956"/>
                </a:cxn>
                <a:cxn ang="0">
                  <a:pos x="csX957" y="csY957"/>
                </a:cxn>
                <a:cxn ang="0">
                  <a:pos x="csX958" y="csY958"/>
                </a:cxn>
                <a:cxn ang="0">
                  <a:pos x="csX959" y="csY959"/>
                </a:cxn>
                <a:cxn ang="0">
                  <a:pos x="csX960" y="csY960"/>
                </a:cxn>
                <a:cxn ang="0">
                  <a:pos x="csX961" y="csY961"/>
                </a:cxn>
                <a:cxn ang="0">
                  <a:pos x="csX962" y="csY962"/>
                </a:cxn>
                <a:cxn ang="0">
                  <a:pos x="csX963" y="csY963"/>
                </a:cxn>
                <a:cxn ang="0">
                  <a:pos x="csX964" y="csY964"/>
                </a:cxn>
                <a:cxn ang="0">
                  <a:pos x="csX965" y="csY965"/>
                </a:cxn>
                <a:cxn ang="0">
                  <a:pos x="csX966" y="csY966"/>
                </a:cxn>
                <a:cxn ang="0">
                  <a:pos x="csX967" y="csY967"/>
                </a:cxn>
                <a:cxn ang="0">
                  <a:pos x="csX968" y="csY968"/>
                </a:cxn>
                <a:cxn ang="0">
                  <a:pos x="csX969" y="csY969"/>
                </a:cxn>
                <a:cxn ang="0">
                  <a:pos x="csX970" y="csY970"/>
                </a:cxn>
                <a:cxn ang="0">
                  <a:pos x="csX971" y="csY971"/>
                </a:cxn>
                <a:cxn ang="0">
                  <a:pos x="csX972" y="csY972"/>
                </a:cxn>
                <a:cxn ang="0">
                  <a:pos x="csX973" y="csY973"/>
                </a:cxn>
                <a:cxn ang="0">
                  <a:pos x="csX974" y="csY974"/>
                </a:cxn>
                <a:cxn ang="0">
                  <a:pos x="csX975" y="csY975"/>
                </a:cxn>
                <a:cxn ang="0">
                  <a:pos x="csX976" y="csY976"/>
                </a:cxn>
                <a:cxn ang="0">
                  <a:pos x="csX977" y="csY977"/>
                </a:cxn>
                <a:cxn ang="0">
                  <a:pos x="csX978" y="csY978"/>
                </a:cxn>
                <a:cxn ang="0">
                  <a:pos x="csX979" y="csY979"/>
                </a:cxn>
                <a:cxn ang="0">
                  <a:pos x="csX980" y="csY980"/>
                </a:cxn>
                <a:cxn ang="0">
                  <a:pos x="csX981" y="csY981"/>
                </a:cxn>
                <a:cxn ang="0">
                  <a:pos x="csX982" y="csY982"/>
                </a:cxn>
                <a:cxn ang="0">
                  <a:pos x="csX983" y="csY983"/>
                </a:cxn>
                <a:cxn ang="0">
                  <a:pos x="csX984" y="csY984"/>
                </a:cxn>
                <a:cxn ang="0">
                  <a:pos x="csX985" y="csY985"/>
                </a:cxn>
                <a:cxn ang="0">
                  <a:pos x="csX986" y="csY986"/>
                </a:cxn>
                <a:cxn ang="0">
                  <a:pos x="csX987" y="csY987"/>
                </a:cxn>
                <a:cxn ang="0">
                  <a:pos x="csX988" y="csY988"/>
                </a:cxn>
                <a:cxn ang="0">
                  <a:pos x="csX989" y="csY989"/>
                </a:cxn>
                <a:cxn ang="0">
                  <a:pos x="csX990" y="csY990"/>
                </a:cxn>
                <a:cxn ang="0">
                  <a:pos x="csX991" y="csY991"/>
                </a:cxn>
                <a:cxn ang="0">
                  <a:pos x="csX992" y="csY992"/>
                </a:cxn>
                <a:cxn ang="0">
                  <a:pos x="csX993" y="csY993"/>
                </a:cxn>
                <a:cxn ang="0">
                  <a:pos x="csX994" y="csY994"/>
                </a:cxn>
                <a:cxn ang="0">
                  <a:pos x="csX995" y="csY995"/>
                </a:cxn>
                <a:cxn ang="0">
                  <a:pos x="csX996" y="csY996"/>
                </a:cxn>
                <a:cxn ang="0">
                  <a:pos x="csX997" y="csY997"/>
                </a:cxn>
                <a:cxn ang="0">
                  <a:pos x="csX998" y="csY998"/>
                </a:cxn>
                <a:cxn ang="0">
                  <a:pos x="csX999" y="csY999"/>
                </a:cxn>
                <a:cxn ang="0">
                  <a:pos x="csX1000" y="csY1000"/>
                </a:cxn>
                <a:cxn ang="0">
                  <a:pos x="csX1001" y="csY1001"/>
                </a:cxn>
                <a:cxn ang="0">
                  <a:pos x="csX1002" y="csY1002"/>
                </a:cxn>
                <a:cxn ang="0">
                  <a:pos x="csX1003" y="csY1003"/>
                </a:cxn>
                <a:cxn ang="0">
                  <a:pos x="csX1004" y="csY1004"/>
                </a:cxn>
                <a:cxn ang="0">
                  <a:pos x="csX1005" y="csY1005"/>
                </a:cxn>
                <a:cxn ang="0">
                  <a:pos x="csX1006" y="csY1006"/>
                </a:cxn>
                <a:cxn ang="0">
                  <a:pos x="csX1007" y="csY1007"/>
                </a:cxn>
                <a:cxn ang="0">
                  <a:pos x="csX1008" y="csY1008"/>
                </a:cxn>
                <a:cxn ang="0">
                  <a:pos x="csX1009" y="csY1009"/>
                </a:cxn>
                <a:cxn ang="0">
                  <a:pos x="csX1010" y="csY1010"/>
                </a:cxn>
                <a:cxn ang="0">
                  <a:pos x="csX1011" y="csY1011"/>
                </a:cxn>
                <a:cxn ang="0">
                  <a:pos x="csX1012" y="csY1012"/>
                </a:cxn>
                <a:cxn ang="0">
                  <a:pos x="csX1013" y="csY1013"/>
                </a:cxn>
                <a:cxn ang="0">
                  <a:pos x="csX1014" y="csY1014"/>
                </a:cxn>
                <a:cxn ang="0">
                  <a:pos x="csX1015" y="csY1015"/>
                </a:cxn>
                <a:cxn ang="0">
                  <a:pos x="csX1016" y="csY1016"/>
                </a:cxn>
                <a:cxn ang="0">
                  <a:pos x="csX1017" y="csY1017"/>
                </a:cxn>
                <a:cxn ang="0">
                  <a:pos x="csX1018" y="csY1018"/>
                </a:cxn>
                <a:cxn ang="0">
                  <a:pos x="csX1019" y="csY1019"/>
                </a:cxn>
                <a:cxn ang="0">
                  <a:pos x="csX1020" y="csY1020"/>
                </a:cxn>
                <a:cxn ang="0">
                  <a:pos x="csX1021" y="csY1021"/>
                </a:cxn>
                <a:cxn ang="0">
                  <a:pos x="csX1022" y="csY1022"/>
                </a:cxn>
                <a:cxn ang="0">
                  <a:pos x="csX1023" y="csY1023"/>
                </a:cxn>
                <a:cxn ang="0">
                  <a:pos x="csX1024" y="csY1024"/>
                </a:cxn>
                <a:cxn ang="0">
                  <a:pos x="csX1025" y="csY1025"/>
                </a:cxn>
                <a:cxn ang="0">
                  <a:pos x="csX1026" y="csY1026"/>
                </a:cxn>
                <a:cxn ang="0">
                  <a:pos x="csX1027" y="csY1027"/>
                </a:cxn>
                <a:cxn ang="0">
                  <a:pos x="csX1028" y="csY1028"/>
                </a:cxn>
                <a:cxn ang="0">
                  <a:pos x="csX1029" y="csY1029"/>
                </a:cxn>
                <a:cxn ang="0">
                  <a:pos x="csX1030" y="csY1030"/>
                </a:cxn>
                <a:cxn ang="0">
                  <a:pos x="csX1031" y="csY1031"/>
                </a:cxn>
                <a:cxn ang="0">
                  <a:pos x="csX1032" y="csY1032"/>
                </a:cxn>
                <a:cxn ang="0">
                  <a:pos x="csX1033" y="csY1033"/>
                </a:cxn>
                <a:cxn ang="0">
                  <a:pos x="csX1034" y="csY1034"/>
                </a:cxn>
                <a:cxn ang="0">
                  <a:pos x="csX1035" y="csY1035"/>
                </a:cxn>
                <a:cxn ang="0">
                  <a:pos x="csX1036" y="csY1036"/>
                </a:cxn>
                <a:cxn ang="0">
                  <a:pos x="csX1037" y="csY1037"/>
                </a:cxn>
                <a:cxn ang="0">
                  <a:pos x="csX1038" y="csY1038"/>
                </a:cxn>
                <a:cxn ang="0">
                  <a:pos x="csX1039" y="csY1039"/>
                </a:cxn>
                <a:cxn ang="0">
                  <a:pos x="csX1040" y="csY1040"/>
                </a:cxn>
                <a:cxn ang="0">
                  <a:pos x="csX1041" y="csY1041"/>
                </a:cxn>
                <a:cxn ang="0">
                  <a:pos x="csX1042" y="csY1042"/>
                </a:cxn>
                <a:cxn ang="0">
                  <a:pos x="csX1043" y="csY1043"/>
                </a:cxn>
                <a:cxn ang="0">
                  <a:pos x="csX1044" y="csY1044"/>
                </a:cxn>
                <a:cxn ang="0">
                  <a:pos x="csX1045" y="csY1045"/>
                </a:cxn>
                <a:cxn ang="0">
                  <a:pos x="csX1046" y="csY1046"/>
                </a:cxn>
                <a:cxn ang="0">
                  <a:pos x="csX1047" y="csY1047"/>
                </a:cxn>
                <a:cxn ang="0">
                  <a:pos x="csX1048" y="csY1048"/>
                </a:cxn>
                <a:cxn ang="0">
                  <a:pos x="csX1049" y="csY1049"/>
                </a:cxn>
                <a:cxn ang="0">
                  <a:pos x="csX1050" y="csY1050"/>
                </a:cxn>
                <a:cxn ang="0">
                  <a:pos x="csX1051" y="csY1051"/>
                </a:cxn>
                <a:cxn ang="0">
                  <a:pos x="csX1052" y="csY1052"/>
                </a:cxn>
                <a:cxn ang="0">
                  <a:pos x="csX1053" y="csY1053"/>
                </a:cxn>
                <a:cxn ang="0">
                  <a:pos x="csX1054" y="csY1054"/>
                </a:cxn>
                <a:cxn ang="0">
                  <a:pos x="csX1055" y="csY1055"/>
                </a:cxn>
                <a:cxn ang="0">
                  <a:pos x="csX1056" y="csY1056"/>
                </a:cxn>
                <a:cxn ang="0">
                  <a:pos x="csX1057" y="csY1057"/>
                </a:cxn>
                <a:cxn ang="0">
                  <a:pos x="csX1058" y="csY1058"/>
                </a:cxn>
                <a:cxn ang="0">
                  <a:pos x="csX1059" y="csY1059"/>
                </a:cxn>
                <a:cxn ang="0">
                  <a:pos x="csX1060" y="csY1060"/>
                </a:cxn>
                <a:cxn ang="0">
                  <a:pos x="csX1061" y="csY1061"/>
                </a:cxn>
                <a:cxn ang="0">
                  <a:pos x="csX1062" y="csY1062"/>
                </a:cxn>
                <a:cxn ang="0">
                  <a:pos x="csX1063" y="csY1063"/>
                </a:cxn>
                <a:cxn ang="0">
                  <a:pos x="csX1064" y="csY1064"/>
                </a:cxn>
                <a:cxn ang="0">
                  <a:pos x="csX1065" y="csY1065"/>
                </a:cxn>
                <a:cxn ang="0">
                  <a:pos x="csX1066" y="csY1066"/>
                </a:cxn>
                <a:cxn ang="0">
                  <a:pos x="csX1067" y="csY1067"/>
                </a:cxn>
                <a:cxn ang="0">
                  <a:pos x="csX1068" y="csY1068"/>
                </a:cxn>
                <a:cxn ang="0">
                  <a:pos x="csX1069" y="csY1069"/>
                </a:cxn>
                <a:cxn ang="0">
                  <a:pos x="csX1070" y="csY1070"/>
                </a:cxn>
                <a:cxn ang="0">
                  <a:pos x="csX1071" y="csY1071"/>
                </a:cxn>
                <a:cxn ang="0">
                  <a:pos x="csX1072" y="csY1072"/>
                </a:cxn>
                <a:cxn ang="0">
                  <a:pos x="csX1073" y="csY1073"/>
                </a:cxn>
                <a:cxn ang="0">
                  <a:pos x="csX1074" y="csY1074"/>
                </a:cxn>
                <a:cxn ang="0">
                  <a:pos x="csX1075" y="csY1075"/>
                </a:cxn>
                <a:cxn ang="0">
                  <a:pos x="csX1076" y="csY1076"/>
                </a:cxn>
                <a:cxn ang="0">
                  <a:pos x="csX1077" y="csY1077"/>
                </a:cxn>
                <a:cxn ang="0">
                  <a:pos x="csX1078" y="csY1078"/>
                </a:cxn>
                <a:cxn ang="0">
                  <a:pos x="csX1079" y="csY1079"/>
                </a:cxn>
                <a:cxn ang="0">
                  <a:pos x="csX1080" y="csY1080"/>
                </a:cxn>
                <a:cxn ang="0">
                  <a:pos x="csX1081" y="csY1081"/>
                </a:cxn>
                <a:cxn ang="0">
                  <a:pos x="csX1082" y="csY1082"/>
                </a:cxn>
                <a:cxn ang="0">
                  <a:pos x="csX1083" y="csY1083"/>
                </a:cxn>
                <a:cxn ang="0">
                  <a:pos x="csX1084" y="csY1084"/>
                </a:cxn>
                <a:cxn ang="0">
                  <a:pos x="csX1085" y="csY1085"/>
                </a:cxn>
                <a:cxn ang="0">
                  <a:pos x="csX1086" y="csY1086"/>
                </a:cxn>
                <a:cxn ang="0">
                  <a:pos x="csX1087" y="csY1087"/>
                </a:cxn>
                <a:cxn ang="0">
                  <a:pos x="csX1088" y="csY1088"/>
                </a:cxn>
                <a:cxn ang="0">
                  <a:pos x="csX1089" y="csY1089"/>
                </a:cxn>
                <a:cxn ang="0">
                  <a:pos x="csX1090" y="csY1090"/>
                </a:cxn>
                <a:cxn ang="0">
                  <a:pos x="csX1091" y="csY1091"/>
                </a:cxn>
                <a:cxn ang="0">
                  <a:pos x="csX1092" y="csY1092"/>
                </a:cxn>
                <a:cxn ang="0">
                  <a:pos x="csX1093" y="csY1093"/>
                </a:cxn>
                <a:cxn ang="0">
                  <a:pos x="csX1094" y="csY1094"/>
                </a:cxn>
                <a:cxn ang="0">
                  <a:pos x="csX1095" y="csY1095"/>
                </a:cxn>
                <a:cxn ang="0">
                  <a:pos x="csX1096" y="csY1096"/>
                </a:cxn>
                <a:cxn ang="0">
                  <a:pos x="csX1097" y="csY1097"/>
                </a:cxn>
                <a:cxn ang="0">
                  <a:pos x="csX1098" y="csY1098"/>
                </a:cxn>
                <a:cxn ang="0">
                  <a:pos x="csX1099" y="csY1099"/>
                </a:cxn>
                <a:cxn ang="0">
                  <a:pos x="csX1100" y="csY1100"/>
                </a:cxn>
                <a:cxn ang="0">
                  <a:pos x="csX1101" y="csY1101"/>
                </a:cxn>
                <a:cxn ang="0">
                  <a:pos x="csX1102" y="csY1102"/>
                </a:cxn>
                <a:cxn ang="0">
                  <a:pos x="csX1103" y="csY1103"/>
                </a:cxn>
                <a:cxn ang="0">
                  <a:pos x="csX1104" y="csY1104"/>
                </a:cxn>
                <a:cxn ang="0">
                  <a:pos x="csX1105" y="csY1105"/>
                </a:cxn>
                <a:cxn ang="0">
                  <a:pos x="csX1106" y="csY1106"/>
                </a:cxn>
                <a:cxn ang="0">
                  <a:pos x="csX1107" y="csY1107"/>
                </a:cxn>
                <a:cxn ang="0">
                  <a:pos x="csX1108" y="csY1108"/>
                </a:cxn>
                <a:cxn ang="0">
                  <a:pos x="csX1109" y="csY1109"/>
                </a:cxn>
                <a:cxn ang="0">
                  <a:pos x="csX1110" y="csY1110"/>
                </a:cxn>
                <a:cxn ang="0">
                  <a:pos x="csX1111" y="csY1111"/>
                </a:cxn>
                <a:cxn ang="0">
                  <a:pos x="csX1112" y="csY1112"/>
                </a:cxn>
                <a:cxn ang="0">
                  <a:pos x="csX1113" y="csY1113"/>
                </a:cxn>
                <a:cxn ang="0">
                  <a:pos x="csX1114" y="csY1114"/>
                </a:cxn>
                <a:cxn ang="0">
                  <a:pos x="csX1115" y="csY1115"/>
                </a:cxn>
                <a:cxn ang="0">
                  <a:pos x="csX1116" y="csY1116"/>
                </a:cxn>
                <a:cxn ang="0">
                  <a:pos x="csX1117" y="csY1117"/>
                </a:cxn>
                <a:cxn ang="0">
                  <a:pos x="csX1118" y="csY1118"/>
                </a:cxn>
                <a:cxn ang="0">
                  <a:pos x="csX1119" y="csY1119"/>
                </a:cxn>
                <a:cxn ang="0">
                  <a:pos x="csX1120" y="csY1120"/>
                </a:cxn>
                <a:cxn ang="0">
                  <a:pos x="csX1121" y="csY1121"/>
                </a:cxn>
                <a:cxn ang="0">
                  <a:pos x="csX1122" y="csY1122"/>
                </a:cxn>
                <a:cxn ang="0">
                  <a:pos x="csX1123" y="csY1123"/>
                </a:cxn>
                <a:cxn ang="0">
                  <a:pos x="csX1124" y="csY1124"/>
                </a:cxn>
                <a:cxn ang="0">
                  <a:pos x="csX1125" y="csY1125"/>
                </a:cxn>
                <a:cxn ang="0">
                  <a:pos x="csX1126" y="csY1126"/>
                </a:cxn>
                <a:cxn ang="0">
                  <a:pos x="csX1127" y="csY1127"/>
                </a:cxn>
                <a:cxn ang="0">
                  <a:pos x="csX1128" y="csY1128"/>
                </a:cxn>
                <a:cxn ang="0">
                  <a:pos x="csX1129" y="csY1129"/>
                </a:cxn>
                <a:cxn ang="0">
                  <a:pos x="csX1130" y="csY1130"/>
                </a:cxn>
                <a:cxn ang="0">
                  <a:pos x="csX1131" y="csY1131"/>
                </a:cxn>
                <a:cxn ang="0">
                  <a:pos x="csX1132" y="csY1132"/>
                </a:cxn>
                <a:cxn ang="0">
                  <a:pos x="csX1133" y="csY1133"/>
                </a:cxn>
                <a:cxn ang="0">
                  <a:pos x="csX1134" y="csY1134"/>
                </a:cxn>
                <a:cxn ang="0">
                  <a:pos x="csX1135" y="csY1135"/>
                </a:cxn>
                <a:cxn ang="0">
                  <a:pos x="csX1136" y="csY1136"/>
                </a:cxn>
                <a:cxn ang="0">
                  <a:pos x="csX1137" y="csY1137"/>
                </a:cxn>
                <a:cxn ang="0">
                  <a:pos x="csX1138" y="csY1138"/>
                </a:cxn>
                <a:cxn ang="0">
                  <a:pos x="csX1139" y="csY1139"/>
                </a:cxn>
                <a:cxn ang="0">
                  <a:pos x="csX1140" y="csY1140"/>
                </a:cxn>
                <a:cxn ang="0">
                  <a:pos x="csX1141" y="csY1141"/>
                </a:cxn>
                <a:cxn ang="0">
                  <a:pos x="csX1142" y="csY1142"/>
                </a:cxn>
                <a:cxn ang="0">
                  <a:pos x="csX1143" y="csY1143"/>
                </a:cxn>
                <a:cxn ang="0">
                  <a:pos x="csX1144" y="csY1144"/>
                </a:cxn>
                <a:cxn ang="0">
                  <a:pos x="csX1145" y="csY1145"/>
                </a:cxn>
                <a:cxn ang="0">
                  <a:pos x="csX1146" y="csY1146"/>
                </a:cxn>
                <a:cxn ang="0">
                  <a:pos x="csX1147" y="csY1147"/>
                </a:cxn>
                <a:cxn ang="0">
                  <a:pos x="csX1148" y="csY1148"/>
                </a:cxn>
                <a:cxn ang="0">
                  <a:pos x="csX1149" y="csY1149"/>
                </a:cxn>
                <a:cxn ang="0">
                  <a:pos x="csX1150" y="csY1150"/>
                </a:cxn>
                <a:cxn ang="0">
                  <a:pos x="csX1151" y="csY1151"/>
                </a:cxn>
                <a:cxn ang="0">
                  <a:pos x="csX1152" y="csY1152"/>
                </a:cxn>
                <a:cxn ang="0">
                  <a:pos x="csX1153" y="csY1153"/>
                </a:cxn>
                <a:cxn ang="0">
                  <a:pos x="csX1154" y="csY1154"/>
                </a:cxn>
                <a:cxn ang="0">
                  <a:pos x="csX1155" y="csY1155"/>
                </a:cxn>
                <a:cxn ang="0">
                  <a:pos x="csX1156" y="csY1156"/>
                </a:cxn>
                <a:cxn ang="0">
                  <a:pos x="csX1157" y="csY1157"/>
                </a:cxn>
                <a:cxn ang="0">
                  <a:pos x="csX1158" y="csY1158"/>
                </a:cxn>
                <a:cxn ang="0">
                  <a:pos x="csX1159" y="csY1159"/>
                </a:cxn>
                <a:cxn ang="0">
                  <a:pos x="csX1160" y="csY1160"/>
                </a:cxn>
                <a:cxn ang="0">
                  <a:pos x="csX1161" y="csY1161"/>
                </a:cxn>
                <a:cxn ang="0">
                  <a:pos x="csX1162" y="csY1162"/>
                </a:cxn>
                <a:cxn ang="0">
                  <a:pos x="csX1163" y="csY1163"/>
                </a:cxn>
                <a:cxn ang="0">
                  <a:pos x="csX1164" y="csY1164"/>
                </a:cxn>
                <a:cxn ang="0">
                  <a:pos x="csX1165" y="csY1165"/>
                </a:cxn>
                <a:cxn ang="0">
                  <a:pos x="csX1166" y="csY1166"/>
                </a:cxn>
                <a:cxn ang="0">
                  <a:pos x="csX1167" y="csY1167"/>
                </a:cxn>
                <a:cxn ang="0">
                  <a:pos x="csX1168" y="csY1168"/>
                </a:cxn>
                <a:cxn ang="0">
                  <a:pos x="csX1169" y="csY1169"/>
                </a:cxn>
                <a:cxn ang="0">
                  <a:pos x="csX1170" y="csY1170"/>
                </a:cxn>
                <a:cxn ang="0">
                  <a:pos x="csX1171" y="csY1171"/>
                </a:cxn>
                <a:cxn ang="0">
                  <a:pos x="csX1172" y="csY1172"/>
                </a:cxn>
                <a:cxn ang="0">
                  <a:pos x="csX1173" y="csY1173"/>
                </a:cxn>
                <a:cxn ang="0">
                  <a:pos x="csX1174" y="csY1174"/>
                </a:cxn>
                <a:cxn ang="0">
                  <a:pos x="csX1175" y="csY1175"/>
                </a:cxn>
                <a:cxn ang="0">
                  <a:pos x="csX1176" y="csY1176"/>
                </a:cxn>
                <a:cxn ang="0">
                  <a:pos x="csX1177" y="csY1177"/>
                </a:cxn>
                <a:cxn ang="0">
                  <a:pos x="csX1178" y="csY1178"/>
                </a:cxn>
                <a:cxn ang="0">
                  <a:pos x="csX1179" y="csY1179"/>
                </a:cxn>
                <a:cxn ang="0">
                  <a:pos x="csX1180" y="csY1180"/>
                </a:cxn>
                <a:cxn ang="0">
                  <a:pos x="csX1181" y="csY1181"/>
                </a:cxn>
                <a:cxn ang="0">
                  <a:pos x="csX1182" y="csY1182"/>
                </a:cxn>
                <a:cxn ang="0">
                  <a:pos x="csX1183" y="csY1183"/>
                </a:cxn>
                <a:cxn ang="0">
                  <a:pos x="csX1184" y="csY1184"/>
                </a:cxn>
                <a:cxn ang="0">
                  <a:pos x="csX1185" y="csY1185"/>
                </a:cxn>
                <a:cxn ang="0">
                  <a:pos x="csX1186" y="csY1186"/>
                </a:cxn>
                <a:cxn ang="0">
                  <a:pos x="csX1187" y="csY1187"/>
                </a:cxn>
                <a:cxn ang="0">
                  <a:pos x="csX1188" y="csY1188"/>
                </a:cxn>
                <a:cxn ang="0">
                  <a:pos x="csX1189" y="csY1189"/>
                </a:cxn>
                <a:cxn ang="0">
                  <a:pos x="csX1190" y="csY1190"/>
                </a:cxn>
                <a:cxn ang="0">
                  <a:pos x="csX1191" y="csY1191"/>
                </a:cxn>
                <a:cxn ang="0">
                  <a:pos x="csX1192" y="csY1192"/>
                </a:cxn>
                <a:cxn ang="0">
                  <a:pos x="csX1193" y="csY1193"/>
                </a:cxn>
                <a:cxn ang="0">
                  <a:pos x="csX1194" y="csY1194"/>
                </a:cxn>
                <a:cxn ang="0">
                  <a:pos x="csX1195" y="csY1195"/>
                </a:cxn>
                <a:cxn ang="0">
                  <a:pos x="csX1196" y="csY1196"/>
                </a:cxn>
                <a:cxn ang="0">
                  <a:pos x="csX1197" y="csY1197"/>
                </a:cxn>
                <a:cxn ang="0">
                  <a:pos x="csX1198" y="csY1198"/>
                </a:cxn>
                <a:cxn ang="0">
                  <a:pos x="csX1199" y="csY1199"/>
                </a:cxn>
                <a:cxn ang="0">
                  <a:pos x="csX1200" y="csY1200"/>
                </a:cxn>
                <a:cxn ang="0">
                  <a:pos x="csX1201" y="csY1201"/>
                </a:cxn>
                <a:cxn ang="0">
                  <a:pos x="csX1202" y="csY1202"/>
                </a:cxn>
                <a:cxn ang="0">
                  <a:pos x="csX1203" y="csY1203"/>
                </a:cxn>
                <a:cxn ang="0">
                  <a:pos x="csX1204" y="csY1204"/>
                </a:cxn>
                <a:cxn ang="0">
                  <a:pos x="csX1205" y="csY1205"/>
                </a:cxn>
                <a:cxn ang="0">
                  <a:pos x="csX1206" y="csY1206"/>
                </a:cxn>
                <a:cxn ang="0">
                  <a:pos x="csX1207" y="csY1207"/>
                </a:cxn>
                <a:cxn ang="0">
                  <a:pos x="csX1208" y="csY1208"/>
                </a:cxn>
                <a:cxn ang="0">
                  <a:pos x="csX1209" y="csY1209"/>
                </a:cxn>
                <a:cxn ang="0">
                  <a:pos x="csX1210" y="csY1210"/>
                </a:cxn>
                <a:cxn ang="0">
                  <a:pos x="csX1211" y="csY1211"/>
                </a:cxn>
                <a:cxn ang="0">
                  <a:pos x="csX1212" y="csY1212"/>
                </a:cxn>
                <a:cxn ang="0">
                  <a:pos x="csX1213" y="csY1213"/>
                </a:cxn>
                <a:cxn ang="0">
                  <a:pos x="csX1214" y="csY1214"/>
                </a:cxn>
                <a:cxn ang="0">
                  <a:pos x="csX1215" y="csY1215"/>
                </a:cxn>
                <a:cxn ang="0">
                  <a:pos x="csX1216" y="csY1216"/>
                </a:cxn>
                <a:cxn ang="0">
                  <a:pos x="csX1217" y="csY1217"/>
                </a:cxn>
                <a:cxn ang="0">
                  <a:pos x="csX1218" y="csY1218"/>
                </a:cxn>
                <a:cxn ang="0">
                  <a:pos x="csX1219" y="csY1219"/>
                </a:cxn>
                <a:cxn ang="0">
                  <a:pos x="csX1220" y="csY1220"/>
                </a:cxn>
                <a:cxn ang="0">
                  <a:pos x="csX1221" y="csY1221"/>
                </a:cxn>
                <a:cxn ang="0">
                  <a:pos x="csX1222" y="csY1222"/>
                </a:cxn>
                <a:cxn ang="0">
                  <a:pos x="csX1223" y="csY1223"/>
                </a:cxn>
                <a:cxn ang="0">
                  <a:pos x="csX1224" y="csY1224"/>
                </a:cxn>
                <a:cxn ang="0">
                  <a:pos x="csX1225" y="csY1225"/>
                </a:cxn>
                <a:cxn ang="0">
                  <a:pos x="csX1226" y="csY1226"/>
                </a:cxn>
                <a:cxn ang="0">
                  <a:pos x="csX1227" y="csY1227"/>
                </a:cxn>
                <a:cxn ang="0">
                  <a:pos x="csX1228" y="csY1228"/>
                </a:cxn>
                <a:cxn ang="0">
                  <a:pos x="csX1229" y="csY1229"/>
                </a:cxn>
                <a:cxn ang="0">
                  <a:pos x="csX1230" y="csY1230"/>
                </a:cxn>
                <a:cxn ang="0">
                  <a:pos x="csX1231" y="csY1231"/>
                </a:cxn>
                <a:cxn ang="0">
                  <a:pos x="csX1232" y="csY1232"/>
                </a:cxn>
                <a:cxn ang="0">
                  <a:pos x="csX1233" y="csY1233"/>
                </a:cxn>
                <a:cxn ang="0">
                  <a:pos x="csX1234" y="csY1234"/>
                </a:cxn>
                <a:cxn ang="0">
                  <a:pos x="csX1235" y="csY1235"/>
                </a:cxn>
                <a:cxn ang="0">
                  <a:pos x="csX1236" y="csY1236"/>
                </a:cxn>
                <a:cxn ang="0">
                  <a:pos x="csX1237" y="csY1237"/>
                </a:cxn>
                <a:cxn ang="0">
                  <a:pos x="csX1238" y="csY1238"/>
                </a:cxn>
                <a:cxn ang="0">
                  <a:pos x="csX1239" y="csY1239"/>
                </a:cxn>
                <a:cxn ang="0">
                  <a:pos x="csX1240" y="csY1240"/>
                </a:cxn>
                <a:cxn ang="0">
                  <a:pos x="csX1241" y="csY1241"/>
                </a:cxn>
                <a:cxn ang="0">
                  <a:pos x="csX1242" y="csY1242"/>
                </a:cxn>
                <a:cxn ang="0">
                  <a:pos x="csX1243" y="csY1243"/>
                </a:cxn>
                <a:cxn ang="0">
                  <a:pos x="csX1244" y="csY1244"/>
                </a:cxn>
                <a:cxn ang="0">
                  <a:pos x="csX1245" y="csY1245"/>
                </a:cxn>
                <a:cxn ang="0">
                  <a:pos x="csX1246" y="csY1246"/>
                </a:cxn>
                <a:cxn ang="0">
                  <a:pos x="csX1247" y="csY1247"/>
                </a:cxn>
                <a:cxn ang="0">
                  <a:pos x="csX1248" y="csY1248"/>
                </a:cxn>
                <a:cxn ang="0">
                  <a:pos x="csX1249" y="csY1249"/>
                </a:cxn>
                <a:cxn ang="0">
                  <a:pos x="csX1250" y="csY1250"/>
                </a:cxn>
                <a:cxn ang="0">
                  <a:pos x="csX1251" y="csY1251"/>
                </a:cxn>
                <a:cxn ang="0">
                  <a:pos x="csX1252" y="csY1252"/>
                </a:cxn>
                <a:cxn ang="0">
                  <a:pos x="csX1253" y="csY1253"/>
                </a:cxn>
                <a:cxn ang="0">
                  <a:pos x="csX1254" y="csY1254"/>
                </a:cxn>
                <a:cxn ang="0">
                  <a:pos x="csX1255" y="csY1255"/>
                </a:cxn>
                <a:cxn ang="0">
                  <a:pos x="csX1256" y="csY1256"/>
                </a:cxn>
                <a:cxn ang="0">
                  <a:pos x="csX1257" y="csY1257"/>
                </a:cxn>
                <a:cxn ang="0">
                  <a:pos x="csX1258" y="csY1258"/>
                </a:cxn>
                <a:cxn ang="0">
                  <a:pos x="csX1259" y="csY1259"/>
                </a:cxn>
                <a:cxn ang="0">
                  <a:pos x="csX1260" y="csY1260"/>
                </a:cxn>
                <a:cxn ang="0">
                  <a:pos x="csX1261" y="csY1261"/>
                </a:cxn>
                <a:cxn ang="0">
                  <a:pos x="csX1262" y="csY1262"/>
                </a:cxn>
                <a:cxn ang="0">
                  <a:pos x="csX1263" y="csY1263"/>
                </a:cxn>
                <a:cxn ang="0">
                  <a:pos x="csX1264" y="csY1264"/>
                </a:cxn>
                <a:cxn ang="0">
                  <a:pos x="csX1265" y="csY1265"/>
                </a:cxn>
                <a:cxn ang="0">
                  <a:pos x="csX1266" y="csY1266"/>
                </a:cxn>
                <a:cxn ang="0">
                  <a:pos x="csX1267" y="csY1267"/>
                </a:cxn>
                <a:cxn ang="0">
                  <a:pos x="csX1268" y="csY1268"/>
                </a:cxn>
                <a:cxn ang="0">
                  <a:pos x="csX1269" y="csY1269"/>
                </a:cxn>
                <a:cxn ang="0">
                  <a:pos x="csX1270" y="csY1270"/>
                </a:cxn>
                <a:cxn ang="0">
                  <a:pos x="csX1271" y="csY1271"/>
                </a:cxn>
                <a:cxn ang="0">
                  <a:pos x="csX1272" y="csY1272"/>
                </a:cxn>
                <a:cxn ang="0">
                  <a:pos x="csX1273" y="csY1273"/>
                </a:cxn>
                <a:cxn ang="0">
                  <a:pos x="csX1274" y="csY1274"/>
                </a:cxn>
                <a:cxn ang="0">
                  <a:pos x="csX1275" y="csY1275"/>
                </a:cxn>
                <a:cxn ang="0">
                  <a:pos x="csX1276" y="csY1276"/>
                </a:cxn>
                <a:cxn ang="0">
                  <a:pos x="csX1277" y="csY1277"/>
                </a:cxn>
                <a:cxn ang="0">
                  <a:pos x="csX1278" y="csY1278"/>
                </a:cxn>
                <a:cxn ang="0">
                  <a:pos x="csX1279" y="csY1279"/>
                </a:cxn>
                <a:cxn ang="0">
                  <a:pos x="csX1280" y="csY1280"/>
                </a:cxn>
                <a:cxn ang="0">
                  <a:pos x="csX1281" y="csY1281"/>
                </a:cxn>
                <a:cxn ang="0">
                  <a:pos x="csX1282" y="csY1282"/>
                </a:cxn>
                <a:cxn ang="0">
                  <a:pos x="csX1283" y="csY1283"/>
                </a:cxn>
                <a:cxn ang="0">
                  <a:pos x="csX1284" y="csY1284"/>
                </a:cxn>
                <a:cxn ang="0">
                  <a:pos x="csX1285" y="csY1285"/>
                </a:cxn>
                <a:cxn ang="0">
                  <a:pos x="csX1286" y="csY1286"/>
                </a:cxn>
                <a:cxn ang="0">
                  <a:pos x="csX1287" y="csY1287"/>
                </a:cxn>
                <a:cxn ang="0">
                  <a:pos x="csX1288" y="csY1288"/>
                </a:cxn>
                <a:cxn ang="0">
                  <a:pos x="csX1289" y="csY1289"/>
                </a:cxn>
                <a:cxn ang="0">
                  <a:pos x="csX1290" y="csY1290"/>
                </a:cxn>
                <a:cxn ang="0">
                  <a:pos x="csX1291" y="csY1291"/>
                </a:cxn>
                <a:cxn ang="0">
                  <a:pos x="csX1292" y="csY1292"/>
                </a:cxn>
                <a:cxn ang="0">
                  <a:pos x="csX1293" y="csY1293"/>
                </a:cxn>
                <a:cxn ang="0">
                  <a:pos x="csX1294" y="csY1294"/>
                </a:cxn>
                <a:cxn ang="0">
                  <a:pos x="csX1295" y="csY1295"/>
                </a:cxn>
                <a:cxn ang="0">
                  <a:pos x="csX1296" y="csY1296"/>
                </a:cxn>
                <a:cxn ang="0">
                  <a:pos x="csX1297" y="csY1297"/>
                </a:cxn>
                <a:cxn ang="0">
                  <a:pos x="csX1298" y="csY1298"/>
                </a:cxn>
                <a:cxn ang="0">
                  <a:pos x="csX1299" y="csY1299"/>
                </a:cxn>
                <a:cxn ang="0">
                  <a:pos x="csX1300" y="csY1300"/>
                </a:cxn>
                <a:cxn ang="0">
                  <a:pos x="csX1301" y="csY1301"/>
                </a:cxn>
                <a:cxn ang="0">
                  <a:pos x="csX1302" y="csY1302"/>
                </a:cxn>
                <a:cxn ang="0">
                  <a:pos x="csX1303" y="csY1303"/>
                </a:cxn>
                <a:cxn ang="0">
                  <a:pos x="csX1304" y="csY1304"/>
                </a:cxn>
                <a:cxn ang="0">
                  <a:pos x="csX1305" y="csY1305"/>
                </a:cxn>
                <a:cxn ang="0">
                  <a:pos x="csX1306" y="csY1306"/>
                </a:cxn>
                <a:cxn ang="0">
                  <a:pos x="csX1307" y="csY1307"/>
                </a:cxn>
                <a:cxn ang="0">
                  <a:pos x="csX1308" y="csY1308"/>
                </a:cxn>
                <a:cxn ang="0">
                  <a:pos x="csX1309" y="csY1309"/>
                </a:cxn>
                <a:cxn ang="0">
                  <a:pos x="csX1310" y="csY1310"/>
                </a:cxn>
                <a:cxn ang="0">
                  <a:pos x="csX1311" y="csY1311"/>
                </a:cxn>
                <a:cxn ang="0">
                  <a:pos x="csX1312" y="csY1312"/>
                </a:cxn>
                <a:cxn ang="0">
                  <a:pos x="csX1313" y="csY1313"/>
                </a:cxn>
                <a:cxn ang="0">
                  <a:pos x="csX1314" y="csY1314"/>
                </a:cxn>
                <a:cxn ang="0">
                  <a:pos x="csX1315" y="csY1315"/>
                </a:cxn>
                <a:cxn ang="0">
                  <a:pos x="csX1316" y="csY1316"/>
                </a:cxn>
                <a:cxn ang="0">
                  <a:pos x="csX1317" y="csY1317"/>
                </a:cxn>
                <a:cxn ang="0">
                  <a:pos x="csX1318" y="csY1318"/>
                </a:cxn>
                <a:cxn ang="0">
                  <a:pos x="csX1319" y="csY1319"/>
                </a:cxn>
                <a:cxn ang="0">
                  <a:pos x="csX1320" y="csY1320"/>
                </a:cxn>
                <a:cxn ang="0">
                  <a:pos x="csX1321" y="csY1321"/>
                </a:cxn>
                <a:cxn ang="0">
                  <a:pos x="csX1322" y="csY1322"/>
                </a:cxn>
                <a:cxn ang="0">
                  <a:pos x="csX1323" y="csY1323"/>
                </a:cxn>
                <a:cxn ang="0">
                  <a:pos x="csX1324" y="csY1324"/>
                </a:cxn>
                <a:cxn ang="0">
                  <a:pos x="csX1325" y="csY1325"/>
                </a:cxn>
                <a:cxn ang="0">
                  <a:pos x="csX1326" y="csY1326"/>
                </a:cxn>
                <a:cxn ang="0">
                  <a:pos x="csX1327" y="csY1327"/>
                </a:cxn>
                <a:cxn ang="0">
                  <a:pos x="csX1328" y="csY1328"/>
                </a:cxn>
                <a:cxn ang="0">
                  <a:pos x="csX1329" y="csY1329"/>
                </a:cxn>
                <a:cxn ang="0">
                  <a:pos x="csX1330" y="csY1330"/>
                </a:cxn>
                <a:cxn ang="0">
                  <a:pos x="csX1331" y="csY1331"/>
                </a:cxn>
                <a:cxn ang="0">
                  <a:pos x="csX1332" y="csY1332"/>
                </a:cxn>
                <a:cxn ang="0">
                  <a:pos x="csX1333" y="csY1333"/>
                </a:cxn>
                <a:cxn ang="0">
                  <a:pos x="csX1334" y="csY1334"/>
                </a:cxn>
                <a:cxn ang="0">
                  <a:pos x="csX1335" y="csY1335"/>
                </a:cxn>
                <a:cxn ang="0">
                  <a:pos x="csX1336" y="csY1336"/>
                </a:cxn>
                <a:cxn ang="0">
                  <a:pos x="csX1337" y="csY1337"/>
                </a:cxn>
                <a:cxn ang="0">
                  <a:pos x="csX1338" y="csY1338"/>
                </a:cxn>
                <a:cxn ang="0">
                  <a:pos x="csX1339" y="csY1339"/>
                </a:cxn>
                <a:cxn ang="0">
                  <a:pos x="csX1340" y="csY1340"/>
                </a:cxn>
                <a:cxn ang="0">
                  <a:pos x="csX1341" y="csY1341"/>
                </a:cxn>
                <a:cxn ang="0">
                  <a:pos x="csX1342" y="csY1342"/>
                </a:cxn>
                <a:cxn ang="0">
                  <a:pos x="csX1343" y="csY1343"/>
                </a:cxn>
                <a:cxn ang="0">
                  <a:pos x="csX1344" y="csY1344"/>
                </a:cxn>
                <a:cxn ang="0">
                  <a:pos x="csX1345" y="csY1345"/>
                </a:cxn>
                <a:cxn ang="0">
                  <a:pos x="csX1346" y="csY1346"/>
                </a:cxn>
                <a:cxn ang="0">
                  <a:pos x="csX1347" y="csY1347"/>
                </a:cxn>
                <a:cxn ang="0">
                  <a:pos x="csX1348" y="csY1348"/>
                </a:cxn>
                <a:cxn ang="0">
                  <a:pos x="csX1349" y="csY1349"/>
                </a:cxn>
                <a:cxn ang="0">
                  <a:pos x="csX1350" y="csY1350"/>
                </a:cxn>
                <a:cxn ang="0">
                  <a:pos x="csX1351" y="csY1351"/>
                </a:cxn>
                <a:cxn ang="0">
                  <a:pos x="csX1352" y="csY1352"/>
                </a:cxn>
                <a:cxn ang="0">
                  <a:pos x="csX1353" y="csY1353"/>
                </a:cxn>
                <a:cxn ang="0">
                  <a:pos x="csX1354" y="csY1354"/>
                </a:cxn>
                <a:cxn ang="0">
                  <a:pos x="csX1355" y="csY1355"/>
                </a:cxn>
                <a:cxn ang="0">
                  <a:pos x="csX1356" y="csY1356"/>
                </a:cxn>
                <a:cxn ang="0">
                  <a:pos x="csX1357" y="csY1357"/>
                </a:cxn>
                <a:cxn ang="0">
                  <a:pos x="csX1358" y="csY1358"/>
                </a:cxn>
                <a:cxn ang="0">
                  <a:pos x="csX1359" y="csY1359"/>
                </a:cxn>
                <a:cxn ang="0">
                  <a:pos x="csX1360" y="csY1360"/>
                </a:cxn>
                <a:cxn ang="0">
                  <a:pos x="csX1361" y="csY1361"/>
                </a:cxn>
                <a:cxn ang="0">
                  <a:pos x="csX1362" y="csY1362"/>
                </a:cxn>
                <a:cxn ang="0">
                  <a:pos x="csX1363" y="csY1363"/>
                </a:cxn>
                <a:cxn ang="0">
                  <a:pos x="csX1364" y="csY1364"/>
                </a:cxn>
                <a:cxn ang="0">
                  <a:pos x="csX1365" y="csY1365"/>
                </a:cxn>
                <a:cxn ang="0">
                  <a:pos x="csX1366" y="csY1366"/>
                </a:cxn>
                <a:cxn ang="0">
                  <a:pos x="csX1367" y="csY1367"/>
                </a:cxn>
                <a:cxn ang="0">
                  <a:pos x="csX1368" y="csY1368"/>
                </a:cxn>
                <a:cxn ang="0">
                  <a:pos x="csX1369" y="csY1369"/>
                </a:cxn>
                <a:cxn ang="0">
                  <a:pos x="csX1370" y="csY1370"/>
                </a:cxn>
                <a:cxn ang="0">
                  <a:pos x="csX1371" y="csY1371"/>
                </a:cxn>
                <a:cxn ang="0">
                  <a:pos x="csX1372" y="csY1372"/>
                </a:cxn>
                <a:cxn ang="0">
                  <a:pos x="csX1373" y="csY1373"/>
                </a:cxn>
                <a:cxn ang="0">
                  <a:pos x="csX1374" y="csY1374"/>
                </a:cxn>
                <a:cxn ang="0">
                  <a:pos x="csX1375" y="csY1375"/>
                </a:cxn>
                <a:cxn ang="0">
                  <a:pos x="csX1376" y="csY1376"/>
                </a:cxn>
                <a:cxn ang="0">
                  <a:pos x="csX1377" y="csY1377"/>
                </a:cxn>
                <a:cxn ang="0">
                  <a:pos x="csX1378" y="csY1378"/>
                </a:cxn>
                <a:cxn ang="0">
                  <a:pos x="csX1379" y="csY1379"/>
                </a:cxn>
                <a:cxn ang="0">
                  <a:pos x="csX1380" y="csY1380"/>
                </a:cxn>
                <a:cxn ang="0">
                  <a:pos x="csX1381" y="csY1381"/>
                </a:cxn>
                <a:cxn ang="0">
                  <a:pos x="csX1382" y="csY1382"/>
                </a:cxn>
                <a:cxn ang="0">
                  <a:pos x="csX1383" y="csY1383"/>
                </a:cxn>
                <a:cxn ang="0">
                  <a:pos x="csX1384" y="csY1384"/>
                </a:cxn>
                <a:cxn ang="0">
                  <a:pos x="csX1385" y="csY1385"/>
                </a:cxn>
                <a:cxn ang="0">
                  <a:pos x="csX1386" y="csY1386"/>
                </a:cxn>
                <a:cxn ang="0">
                  <a:pos x="csX1387" y="csY1387"/>
                </a:cxn>
                <a:cxn ang="0">
                  <a:pos x="csX1388" y="csY1388"/>
                </a:cxn>
                <a:cxn ang="0">
                  <a:pos x="csX1389" y="csY1389"/>
                </a:cxn>
                <a:cxn ang="0">
                  <a:pos x="csX1390" y="csY1390"/>
                </a:cxn>
                <a:cxn ang="0">
                  <a:pos x="csX1391" y="csY1391"/>
                </a:cxn>
                <a:cxn ang="0">
                  <a:pos x="csX1392" y="csY1392"/>
                </a:cxn>
                <a:cxn ang="0">
                  <a:pos x="csX1393" y="csY1393"/>
                </a:cxn>
                <a:cxn ang="0">
                  <a:pos x="csX1394" y="csY1394"/>
                </a:cxn>
                <a:cxn ang="0">
                  <a:pos x="csX1395" y="csY1395"/>
                </a:cxn>
                <a:cxn ang="0">
                  <a:pos x="csX1396" y="csY1396"/>
                </a:cxn>
                <a:cxn ang="0">
                  <a:pos x="csX1397" y="csY1397"/>
                </a:cxn>
                <a:cxn ang="0">
                  <a:pos x="csX1398" y="csY1398"/>
                </a:cxn>
                <a:cxn ang="0">
                  <a:pos x="csX1399" y="csY1399"/>
                </a:cxn>
                <a:cxn ang="0">
                  <a:pos x="csX1400" y="csY1400"/>
                </a:cxn>
                <a:cxn ang="0">
                  <a:pos x="csX1401" y="csY1401"/>
                </a:cxn>
                <a:cxn ang="0">
                  <a:pos x="csX1402" y="csY1402"/>
                </a:cxn>
                <a:cxn ang="0">
                  <a:pos x="csX1403" y="csY1403"/>
                </a:cxn>
                <a:cxn ang="0">
                  <a:pos x="csX1404" y="csY1404"/>
                </a:cxn>
                <a:cxn ang="0">
                  <a:pos x="csX1405" y="csY1405"/>
                </a:cxn>
                <a:cxn ang="0">
                  <a:pos x="csX1406" y="csY1406"/>
                </a:cxn>
                <a:cxn ang="0">
                  <a:pos x="csX1407" y="csY1407"/>
                </a:cxn>
                <a:cxn ang="0">
                  <a:pos x="csX1408" y="csY1408"/>
                </a:cxn>
                <a:cxn ang="0">
                  <a:pos x="csX1409" y="csY1409"/>
                </a:cxn>
                <a:cxn ang="0">
                  <a:pos x="csX1410" y="csY1410"/>
                </a:cxn>
                <a:cxn ang="0">
                  <a:pos x="csX1411" y="csY1411"/>
                </a:cxn>
                <a:cxn ang="0">
                  <a:pos x="csX1412" y="csY1412"/>
                </a:cxn>
                <a:cxn ang="0">
                  <a:pos x="csX1413" y="csY1413"/>
                </a:cxn>
                <a:cxn ang="0">
                  <a:pos x="csX1414" y="csY1414"/>
                </a:cxn>
                <a:cxn ang="0">
                  <a:pos x="csX1415" y="csY1415"/>
                </a:cxn>
                <a:cxn ang="0">
                  <a:pos x="csX1416" y="csY1416"/>
                </a:cxn>
                <a:cxn ang="0">
                  <a:pos x="csX1417" y="csY1417"/>
                </a:cxn>
                <a:cxn ang="0">
                  <a:pos x="csX1418" y="csY1418"/>
                </a:cxn>
                <a:cxn ang="0">
                  <a:pos x="csX1419" y="csY1419"/>
                </a:cxn>
                <a:cxn ang="0">
                  <a:pos x="csX1420" y="csY1420"/>
                </a:cxn>
                <a:cxn ang="0">
                  <a:pos x="csX1421" y="csY1421"/>
                </a:cxn>
                <a:cxn ang="0">
                  <a:pos x="csX1422" y="csY1422"/>
                </a:cxn>
                <a:cxn ang="0">
                  <a:pos x="csX1423" y="csY1423"/>
                </a:cxn>
                <a:cxn ang="0">
                  <a:pos x="csX1424" y="csY1424"/>
                </a:cxn>
                <a:cxn ang="0">
                  <a:pos x="csX1425" y="csY1425"/>
                </a:cxn>
                <a:cxn ang="0">
                  <a:pos x="csX1426" y="csY1426"/>
                </a:cxn>
                <a:cxn ang="0">
                  <a:pos x="csX1427" y="csY1427"/>
                </a:cxn>
                <a:cxn ang="0">
                  <a:pos x="csX1428" y="csY1428"/>
                </a:cxn>
                <a:cxn ang="0">
                  <a:pos x="csX1429" y="csY1429"/>
                </a:cxn>
                <a:cxn ang="0">
                  <a:pos x="csX1430" y="csY1430"/>
                </a:cxn>
                <a:cxn ang="0">
                  <a:pos x="csX1431" y="csY1431"/>
                </a:cxn>
                <a:cxn ang="0">
                  <a:pos x="csX1432" y="csY1432"/>
                </a:cxn>
                <a:cxn ang="0">
                  <a:pos x="csX1433" y="csY1433"/>
                </a:cxn>
                <a:cxn ang="0">
                  <a:pos x="csX1434" y="csY1434"/>
                </a:cxn>
                <a:cxn ang="0">
                  <a:pos x="csX1435" y="csY1435"/>
                </a:cxn>
                <a:cxn ang="0">
                  <a:pos x="csX1436" y="csY1436"/>
                </a:cxn>
                <a:cxn ang="0">
                  <a:pos x="csX1437" y="csY1437"/>
                </a:cxn>
                <a:cxn ang="0">
                  <a:pos x="csX1438" y="csY1438"/>
                </a:cxn>
                <a:cxn ang="0">
                  <a:pos x="csX1439" y="csY1439"/>
                </a:cxn>
                <a:cxn ang="0">
                  <a:pos x="csX1440" y="csY1440"/>
                </a:cxn>
                <a:cxn ang="0">
                  <a:pos x="csX1441" y="csY1441"/>
                </a:cxn>
                <a:cxn ang="0">
                  <a:pos x="csX1442" y="csY1442"/>
                </a:cxn>
                <a:cxn ang="0">
                  <a:pos x="csX1443" y="csY1443"/>
                </a:cxn>
                <a:cxn ang="0">
                  <a:pos x="csX1444" y="csY1444"/>
                </a:cxn>
                <a:cxn ang="0">
                  <a:pos x="csX1445" y="csY1445"/>
                </a:cxn>
                <a:cxn ang="0">
                  <a:pos x="csX1446" y="csY1446"/>
                </a:cxn>
                <a:cxn ang="0">
                  <a:pos x="csX1447" y="csY1447"/>
                </a:cxn>
                <a:cxn ang="0">
                  <a:pos x="csX1448" y="csY1448"/>
                </a:cxn>
                <a:cxn ang="0">
                  <a:pos x="csX1449" y="csY1449"/>
                </a:cxn>
                <a:cxn ang="0">
                  <a:pos x="csX1450" y="csY1450"/>
                </a:cxn>
                <a:cxn ang="0">
                  <a:pos x="csX1451" y="csY1451"/>
                </a:cxn>
                <a:cxn ang="0">
                  <a:pos x="csX1452" y="csY1452"/>
                </a:cxn>
                <a:cxn ang="0">
                  <a:pos x="csX1453" y="csY1453"/>
                </a:cxn>
                <a:cxn ang="0">
                  <a:pos x="csX1454" y="csY1454"/>
                </a:cxn>
                <a:cxn ang="0">
                  <a:pos x="csX1455" y="csY1455"/>
                </a:cxn>
                <a:cxn ang="0">
                  <a:pos x="csX1456" y="csY1456"/>
                </a:cxn>
                <a:cxn ang="0">
                  <a:pos x="csX1457" y="csY1457"/>
                </a:cxn>
                <a:cxn ang="0">
                  <a:pos x="csX1458" y="csY1458"/>
                </a:cxn>
                <a:cxn ang="0">
                  <a:pos x="csX1459" y="csY1459"/>
                </a:cxn>
                <a:cxn ang="0">
                  <a:pos x="csX1460" y="csY1460"/>
                </a:cxn>
                <a:cxn ang="0">
                  <a:pos x="csX1461" y="csY1461"/>
                </a:cxn>
                <a:cxn ang="0">
                  <a:pos x="csX1462" y="csY1462"/>
                </a:cxn>
                <a:cxn ang="0">
                  <a:pos x="csX1463" y="csY1463"/>
                </a:cxn>
                <a:cxn ang="0">
                  <a:pos x="csX1464" y="csY1464"/>
                </a:cxn>
                <a:cxn ang="0">
                  <a:pos x="csX1465" y="csY1465"/>
                </a:cxn>
                <a:cxn ang="0">
                  <a:pos x="csX1466" y="csY1466"/>
                </a:cxn>
                <a:cxn ang="0">
                  <a:pos x="csX1467" y="csY1467"/>
                </a:cxn>
                <a:cxn ang="0">
                  <a:pos x="csX1468" y="csY1468"/>
                </a:cxn>
                <a:cxn ang="0">
                  <a:pos x="csX1469" y="csY1469"/>
                </a:cxn>
                <a:cxn ang="0">
                  <a:pos x="csX1470" y="csY1470"/>
                </a:cxn>
                <a:cxn ang="0">
                  <a:pos x="csX1471" y="csY1471"/>
                </a:cxn>
                <a:cxn ang="0">
                  <a:pos x="csX1472" y="csY1472"/>
                </a:cxn>
                <a:cxn ang="0">
                  <a:pos x="csX1473" y="csY1473"/>
                </a:cxn>
                <a:cxn ang="0">
                  <a:pos x="csX1474" y="csY1474"/>
                </a:cxn>
                <a:cxn ang="0">
                  <a:pos x="csX1475" y="csY1475"/>
                </a:cxn>
                <a:cxn ang="0">
                  <a:pos x="csX1476" y="csY1476"/>
                </a:cxn>
                <a:cxn ang="0">
                  <a:pos x="csX1477" y="csY1477"/>
                </a:cxn>
                <a:cxn ang="0">
                  <a:pos x="csX1478" y="csY1478"/>
                </a:cxn>
                <a:cxn ang="0">
                  <a:pos x="csX1479" y="csY1479"/>
                </a:cxn>
                <a:cxn ang="0">
                  <a:pos x="csX1480" y="csY1480"/>
                </a:cxn>
                <a:cxn ang="0">
                  <a:pos x="csX1481" y="csY1481"/>
                </a:cxn>
                <a:cxn ang="0">
                  <a:pos x="csX1482" y="csY1482"/>
                </a:cxn>
                <a:cxn ang="0">
                  <a:pos x="csX1483" y="csY1483"/>
                </a:cxn>
                <a:cxn ang="0">
                  <a:pos x="csX1484" y="csY1484"/>
                </a:cxn>
                <a:cxn ang="0">
                  <a:pos x="csX1485" y="csY1485"/>
                </a:cxn>
                <a:cxn ang="0">
                  <a:pos x="csX1486" y="csY1486"/>
                </a:cxn>
                <a:cxn ang="0">
                  <a:pos x="csX1487" y="csY1487"/>
                </a:cxn>
                <a:cxn ang="0">
                  <a:pos x="csX1488" y="csY1488"/>
                </a:cxn>
                <a:cxn ang="0">
                  <a:pos x="csX1489" y="csY1489"/>
                </a:cxn>
                <a:cxn ang="0">
                  <a:pos x="csX1490" y="csY1490"/>
                </a:cxn>
                <a:cxn ang="0">
                  <a:pos x="csX1491" y="csY1491"/>
                </a:cxn>
                <a:cxn ang="0">
                  <a:pos x="csX1492" y="csY1492"/>
                </a:cxn>
                <a:cxn ang="0">
                  <a:pos x="csX1493" y="csY1493"/>
                </a:cxn>
                <a:cxn ang="0">
                  <a:pos x="csX1494" y="csY1494"/>
                </a:cxn>
                <a:cxn ang="0">
                  <a:pos x="csX1495" y="csY1495"/>
                </a:cxn>
                <a:cxn ang="0">
                  <a:pos x="csX1496" y="csY1496"/>
                </a:cxn>
                <a:cxn ang="0">
                  <a:pos x="csX1497" y="csY1497"/>
                </a:cxn>
                <a:cxn ang="0">
                  <a:pos x="csX1498" y="csY1498"/>
                </a:cxn>
                <a:cxn ang="0">
                  <a:pos x="csX1499" y="csY1499"/>
                </a:cxn>
                <a:cxn ang="0">
                  <a:pos x="csX1500" y="csY1500"/>
                </a:cxn>
                <a:cxn ang="0">
                  <a:pos x="csX1501" y="csY1501"/>
                </a:cxn>
                <a:cxn ang="0">
                  <a:pos x="csX1502" y="csY1502"/>
                </a:cxn>
                <a:cxn ang="0">
                  <a:pos x="csX1503" y="csY1503"/>
                </a:cxn>
                <a:cxn ang="0">
                  <a:pos x="csX1504" y="csY1504"/>
                </a:cxn>
                <a:cxn ang="0">
                  <a:pos x="csX1505" y="csY1505"/>
                </a:cxn>
                <a:cxn ang="0">
                  <a:pos x="csX1506" y="csY1506"/>
                </a:cxn>
                <a:cxn ang="0">
                  <a:pos x="csX1507" y="csY1507"/>
                </a:cxn>
                <a:cxn ang="0">
                  <a:pos x="csX1508" y="csY1508"/>
                </a:cxn>
                <a:cxn ang="0">
                  <a:pos x="csX1509" y="csY1509"/>
                </a:cxn>
                <a:cxn ang="0">
                  <a:pos x="csX1510" y="csY1510"/>
                </a:cxn>
                <a:cxn ang="0">
                  <a:pos x="csX1511" y="csY1511"/>
                </a:cxn>
                <a:cxn ang="0">
                  <a:pos x="csX1512" y="csY1512"/>
                </a:cxn>
                <a:cxn ang="0">
                  <a:pos x="csX1513" y="csY1513"/>
                </a:cxn>
                <a:cxn ang="0">
                  <a:pos x="csX1514" y="csY1514"/>
                </a:cxn>
                <a:cxn ang="0">
                  <a:pos x="csX1515" y="csY1515"/>
                </a:cxn>
                <a:cxn ang="0">
                  <a:pos x="csX1516" y="csY1516"/>
                </a:cxn>
                <a:cxn ang="0">
                  <a:pos x="csX1517" y="csY1517"/>
                </a:cxn>
                <a:cxn ang="0">
                  <a:pos x="csX1518" y="csY1518"/>
                </a:cxn>
                <a:cxn ang="0">
                  <a:pos x="csX1519" y="csY1519"/>
                </a:cxn>
                <a:cxn ang="0">
                  <a:pos x="csX1520" y="csY1520"/>
                </a:cxn>
              </a:cxnLst>
              <a:rect l="l" t="t" r="r" b="b"/>
              <a:pathLst>
                <a:path w="3861828" h="4807419">
                  <a:moveTo>
                    <a:pt x="387358" y="79397"/>
                  </a:moveTo>
                  <a:lnTo>
                    <a:pt x="393239" y="90998"/>
                  </a:lnTo>
                  <a:cubicBezTo>
                    <a:pt x="395846" y="96004"/>
                    <a:pt x="397209" y="101564"/>
                    <a:pt x="397212" y="107208"/>
                  </a:cubicBezTo>
                  <a:lnTo>
                    <a:pt x="397212" y="421081"/>
                  </a:lnTo>
                  <a:lnTo>
                    <a:pt x="675328" y="421081"/>
                  </a:lnTo>
                  <a:lnTo>
                    <a:pt x="675328" y="107208"/>
                  </a:lnTo>
                  <a:cubicBezTo>
                    <a:pt x="675331" y="101564"/>
                    <a:pt x="676694" y="96004"/>
                    <a:pt x="679301" y="90998"/>
                  </a:cubicBezTo>
                  <a:lnTo>
                    <a:pt x="685183" y="79397"/>
                  </a:lnTo>
                  <a:close/>
                  <a:moveTo>
                    <a:pt x="659435" y="107208"/>
                  </a:moveTo>
                  <a:lnTo>
                    <a:pt x="659435" y="405189"/>
                  </a:lnTo>
                  <a:lnTo>
                    <a:pt x="413105" y="405189"/>
                  </a:lnTo>
                  <a:lnTo>
                    <a:pt x="413105" y="107208"/>
                  </a:lnTo>
                  <a:cubicBezTo>
                    <a:pt x="413109" y="103192"/>
                    <a:pt x="412628" y="99190"/>
                    <a:pt x="411673" y="95289"/>
                  </a:cubicBezTo>
                  <a:lnTo>
                    <a:pt x="660867" y="95289"/>
                  </a:lnTo>
                  <a:cubicBezTo>
                    <a:pt x="659912" y="99190"/>
                    <a:pt x="659431" y="103192"/>
                    <a:pt x="659436" y="107208"/>
                  </a:cubicBezTo>
                  <a:close/>
                  <a:moveTo>
                    <a:pt x="736988" y="79397"/>
                  </a:moveTo>
                  <a:lnTo>
                    <a:pt x="742870" y="90998"/>
                  </a:lnTo>
                  <a:cubicBezTo>
                    <a:pt x="745477" y="96004"/>
                    <a:pt x="746839" y="101564"/>
                    <a:pt x="746843" y="107208"/>
                  </a:cubicBezTo>
                  <a:lnTo>
                    <a:pt x="746843" y="421081"/>
                  </a:lnTo>
                  <a:lnTo>
                    <a:pt x="1024958" y="421081"/>
                  </a:lnTo>
                  <a:lnTo>
                    <a:pt x="1024958" y="107208"/>
                  </a:lnTo>
                  <a:cubicBezTo>
                    <a:pt x="1024962" y="101564"/>
                    <a:pt x="1026325" y="96004"/>
                    <a:pt x="1028931" y="90998"/>
                  </a:cubicBezTo>
                  <a:lnTo>
                    <a:pt x="1034814" y="79397"/>
                  </a:lnTo>
                  <a:close/>
                  <a:moveTo>
                    <a:pt x="1009066" y="107208"/>
                  </a:moveTo>
                  <a:lnTo>
                    <a:pt x="1009066" y="405189"/>
                  </a:lnTo>
                  <a:lnTo>
                    <a:pt x="762735" y="405189"/>
                  </a:lnTo>
                  <a:lnTo>
                    <a:pt x="762735" y="107208"/>
                  </a:lnTo>
                  <a:cubicBezTo>
                    <a:pt x="762740" y="103192"/>
                    <a:pt x="762259" y="99190"/>
                    <a:pt x="761304" y="95289"/>
                  </a:cubicBezTo>
                  <a:lnTo>
                    <a:pt x="1010498" y="95289"/>
                  </a:lnTo>
                  <a:cubicBezTo>
                    <a:pt x="1009542" y="99190"/>
                    <a:pt x="1009062" y="103192"/>
                    <a:pt x="1009066" y="107208"/>
                  </a:cubicBezTo>
                  <a:close/>
                  <a:moveTo>
                    <a:pt x="1086619" y="79397"/>
                  </a:moveTo>
                  <a:lnTo>
                    <a:pt x="1092500" y="90998"/>
                  </a:lnTo>
                  <a:cubicBezTo>
                    <a:pt x="1095107" y="96004"/>
                    <a:pt x="1096470" y="101564"/>
                    <a:pt x="1096474" y="107208"/>
                  </a:cubicBezTo>
                  <a:lnTo>
                    <a:pt x="1096474" y="421081"/>
                  </a:lnTo>
                  <a:lnTo>
                    <a:pt x="1374589" y="421081"/>
                  </a:lnTo>
                  <a:lnTo>
                    <a:pt x="1374589" y="107208"/>
                  </a:lnTo>
                  <a:cubicBezTo>
                    <a:pt x="1374593" y="101564"/>
                    <a:pt x="1375955" y="96004"/>
                    <a:pt x="1378562" y="90998"/>
                  </a:cubicBezTo>
                  <a:lnTo>
                    <a:pt x="1384444" y="79397"/>
                  </a:lnTo>
                  <a:close/>
                  <a:moveTo>
                    <a:pt x="1358696" y="107208"/>
                  </a:moveTo>
                  <a:lnTo>
                    <a:pt x="1358696" y="405189"/>
                  </a:lnTo>
                  <a:lnTo>
                    <a:pt x="1112366" y="405189"/>
                  </a:lnTo>
                  <a:lnTo>
                    <a:pt x="1112366" y="107208"/>
                  </a:lnTo>
                  <a:cubicBezTo>
                    <a:pt x="1112370" y="103192"/>
                    <a:pt x="1111890" y="99190"/>
                    <a:pt x="1110934" y="95289"/>
                  </a:cubicBezTo>
                  <a:lnTo>
                    <a:pt x="1360128" y="95289"/>
                  </a:lnTo>
                  <a:cubicBezTo>
                    <a:pt x="1359173" y="99190"/>
                    <a:pt x="1358692" y="103192"/>
                    <a:pt x="1358697" y="107208"/>
                  </a:cubicBezTo>
                  <a:close/>
                  <a:moveTo>
                    <a:pt x="1436249" y="79397"/>
                  </a:moveTo>
                  <a:lnTo>
                    <a:pt x="1442131" y="90998"/>
                  </a:lnTo>
                  <a:cubicBezTo>
                    <a:pt x="1444738" y="96004"/>
                    <a:pt x="1446101" y="101564"/>
                    <a:pt x="1446104" y="107208"/>
                  </a:cubicBezTo>
                  <a:lnTo>
                    <a:pt x="1446104" y="421081"/>
                  </a:lnTo>
                  <a:lnTo>
                    <a:pt x="1724220" y="421081"/>
                  </a:lnTo>
                  <a:lnTo>
                    <a:pt x="1724220" y="107208"/>
                  </a:lnTo>
                  <a:cubicBezTo>
                    <a:pt x="1724223" y="101564"/>
                    <a:pt x="1725586" y="96004"/>
                    <a:pt x="1728193" y="90998"/>
                  </a:cubicBezTo>
                  <a:lnTo>
                    <a:pt x="1734075" y="79397"/>
                  </a:lnTo>
                  <a:close/>
                  <a:moveTo>
                    <a:pt x="1708327" y="107208"/>
                  </a:moveTo>
                  <a:lnTo>
                    <a:pt x="1708327" y="405189"/>
                  </a:lnTo>
                  <a:lnTo>
                    <a:pt x="1461997" y="405189"/>
                  </a:lnTo>
                  <a:lnTo>
                    <a:pt x="1461997" y="107208"/>
                  </a:lnTo>
                  <a:cubicBezTo>
                    <a:pt x="1462001" y="103192"/>
                    <a:pt x="1461520" y="99190"/>
                    <a:pt x="1460565" y="95289"/>
                  </a:cubicBezTo>
                  <a:lnTo>
                    <a:pt x="1709759" y="95289"/>
                  </a:lnTo>
                  <a:cubicBezTo>
                    <a:pt x="1708804" y="99190"/>
                    <a:pt x="1708323" y="103192"/>
                    <a:pt x="1708327" y="107208"/>
                  </a:cubicBezTo>
                  <a:close/>
                  <a:moveTo>
                    <a:pt x="1785880" y="79397"/>
                  </a:moveTo>
                  <a:lnTo>
                    <a:pt x="1791762" y="90998"/>
                  </a:lnTo>
                  <a:cubicBezTo>
                    <a:pt x="1794369" y="96004"/>
                    <a:pt x="1795731" y="101564"/>
                    <a:pt x="1795735" y="107208"/>
                  </a:cubicBezTo>
                  <a:lnTo>
                    <a:pt x="1795735" y="421081"/>
                  </a:lnTo>
                  <a:lnTo>
                    <a:pt x="2073850" y="421081"/>
                  </a:lnTo>
                  <a:lnTo>
                    <a:pt x="2073850" y="107208"/>
                  </a:lnTo>
                  <a:cubicBezTo>
                    <a:pt x="2073854" y="101564"/>
                    <a:pt x="2075216" y="96004"/>
                    <a:pt x="2077823" y="90998"/>
                  </a:cubicBezTo>
                  <a:lnTo>
                    <a:pt x="2083705" y="79397"/>
                  </a:lnTo>
                  <a:close/>
                  <a:moveTo>
                    <a:pt x="2057958" y="107208"/>
                  </a:moveTo>
                  <a:lnTo>
                    <a:pt x="2057958" y="405189"/>
                  </a:lnTo>
                  <a:lnTo>
                    <a:pt x="1811627" y="405189"/>
                  </a:lnTo>
                  <a:lnTo>
                    <a:pt x="1811627" y="107208"/>
                  </a:lnTo>
                  <a:cubicBezTo>
                    <a:pt x="1811632" y="103192"/>
                    <a:pt x="1811151" y="99190"/>
                    <a:pt x="1810195" y="95289"/>
                  </a:cubicBezTo>
                  <a:lnTo>
                    <a:pt x="2059389" y="95289"/>
                  </a:lnTo>
                  <a:cubicBezTo>
                    <a:pt x="2058434" y="99190"/>
                    <a:pt x="2057953" y="103192"/>
                    <a:pt x="2057958" y="107208"/>
                  </a:cubicBezTo>
                  <a:close/>
                  <a:moveTo>
                    <a:pt x="2135510" y="79397"/>
                  </a:moveTo>
                  <a:lnTo>
                    <a:pt x="2141392" y="90998"/>
                  </a:lnTo>
                  <a:cubicBezTo>
                    <a:pt x="2143999" y="96004"/>
                    <a:pt x="2145362" y="101564"/>
                    <a:pt x="2145365" y="107208"/>
                  </a:cubicBezTo>
                  <a:lnTo>
                    <a:pt x="2145365" y="421081"/>
                  </a:lnTo>
                  <a:lnTo>
                    <a:pt x="2423481" y="421081"/>
                  </a:lnTo>
                  <a:lnTo>
                    <a:pt x="2423481" y="107208"/>
                  </a:lnTo>
                  <a:cubicBezTo>
                    <a:pt x="2423485" y="101564"/>
                    <a:pt x="2424847" y="96004"/>
                    <a:pt x="2427454" y="90998"/>
                  </a:cubicBezTo>
                  <a:lnTo>
                    <a:pt x="2433336" y="79397"/>
                  </a:lnTo>
                  <a:close/>
                  <a:moveTo>
                    <a:pt x="2407588" y="107208"/>
                  </a:moveTo>
                  <a:lnTo>
                    <a:pt x="2407588" y="405189"/>
                  </a:lnTo>
                  <a:lnTo>
                    <a:pt x="2161258" y="405189"/>
                  </a:lnTo>
                  <a:lnTo>
                    <a:pt x="2161258" y="107208"/>
                  </a:lnTo>
                  <a:cubicBezTo>
                    <a:pt x="2161262" y="103192"/>
                    <a:pt x="2160781" y="99190"/>
                    <a:pt x="2159826" y="95289"/>
                  </a:cubicBezTo>
                  <a:lnTo>
                    <a:pt x="2409020" y="95289"/>
                  </a:lnTo>
                  <a:cubicBezTo>
                    <a:pt x="2408065" y="99190"/>
                    <a:pt x="2407584" y="103192"/>
                    <a:pt x="2407588" y="107208"/>
                  </a:cubicBezTo>
                  <a:close/>
                  <a:moveTo>
                    <a:pt x="2485141" y="79397"/>
                  </a:moveTo>
                  <a:lnTo>
                    <a:pt x="2491023" y="90998"/>
                  </a:lnTo>
                  <a:cubicBezTo>
                    <a:pt x="2493630" y="96004"/>
                    <a:pt x="2494993" y="101564"/>
                    <a:pt x="2494996" y="107208"/>
                  </a:cubicBezTo>
                  <a:lnTo>
                    <a:pt x="2494996" y="421081"/>
                  </a:lnTo>
                  <a:lnTo>
                    <a:pt x="2773111" y="421081"/>
                  </a:lnTo>
                  <a:lnTo>
                    <a:pt x="2773111" y="107208"/>
                  </a:lnTo>
                  <a:cubicBezTo>
                    <a:pt x="2773115" y="101564"/>
                    <a:pt x="2774477" y="96004"/>
                    <a:pt x="2777084" y="90998"/>
                  </a:cubicBezTo>
                  <a:lnTo>
                    <a:pt x="2782966" y="79397"/>
                  </a:lnTo>
                  <a:close/>
                  <a:moveTo>
                    <a:pt x="2757219" y="107208"/>
                  </a:moveTo>
                  <a:lnTo>
                    <a:pt x="2757219" y="405189"/>
                  </a:lnTo>
                  <a:lnTo>
                    <a:pt x="2510888" y="405189"/>
                  </a:lnTo>
                  <a:lnTo>
                    <a:pt x="2510888" y="107208"/>
                  </a:lnTo>
                  <a:cubicBezTo>
                    <a:pt x="2510893" y="103192"/>
                    <a:pt x="2510412" y="99190"/>
                    <a:pt x="2509457" y="95289"/>
                  </a:cubicBezTo>
                  <a:lnTo>
                    <a:pt x="2758651" y="95289"/>
                  </a:lnTo>
                  <a:cubicBezTo>
                    <a:pt x="2757695" y="99190"/>
                    <a:pt x="2757215" y="103192"/>
                    <a:pt x="2757219" y="107208"/>
                  </a:cubicBezTo>
                  <a:close/>
                  <a:moveTo>
                    <a:pt x="2834771" y="79397"/>
                  </a:moveTo>
                  <a:lnTo>
                    <a:pt x="2840653" y="90998"/>
                  </a:lnTo>
                  <a:cubicBezTo>
                    <a:pt x="2843260" y="96004"/>
                    <a:pt x="2844623" y="101564"/>
                    <a:pt x="2844627" y="107208"/>
                  </a:cubicBezTo>
                  <a:lnTo>
                    <a:pt x="2844627" y="421081"/>
                  </a:lnTo>
                  <a:lnTo>
                    <a:pt x="3122742" y="421081"/>
                  </a:lnTo>
                  <a:lnTo>
                    <a:pt x="3122742" y="107208"/>
                  </a:lnTo>
                  <a:cubicBezTo>
                    <a:pt x="3122746" y="101564"/>
                    <a:pt x="3124108" y="96004"/>
                    <a:pt x="3126715" y="90998"/>
                  </a:cubicBezTo>
                  <a:lnTo>
                    <a:pt x="3132597" y="79397"/>
                  </a:lnTo>
                  <a:close/>
                  <a:moveTo>
                    <a:pt x="3106849" y="107208"/>
                  </a:moveTo>
                  <a:lnTo>
                    <a:pt x="3106849" y="405189"/>
                  </a:lnTo>
                  <a:lnTo>
                    <a:pt x="2860519" y="405189"/>
                  </a:lnTo>
                  <a:lnTo>
                    <a:pt x="2860519" y="107208"/>
                  </a:lnTo>
                  <a:cubicBezTo>
                    <a:pt x="2860523" y="103192"/>
                    <a:pt x="2860043" y="99190"/>
                    <a:pt x="2859087" y="95289"/>
                  </a:cubicBezTo>
                  <a:lnTo>
                    <a:pt x="3108281" y="95289"/>
                  </a:lnTo>
                  <a:cubicBezTo>
                    <a:pt x="3107326" y="99190"/>
                    <a:pt x="3106845" y="103192"/>
                    <a:pt x="3106849" y="107208"/>
                  </a:cubicBezTo>
                  <a:close/>
                  <a:moveTo>
                    <a:pt x="3184402" y="79397"/>
                  </a:moveTo>
                  <a:lnTo>
                    <a:pt x="3190284" y="90998"/>
                  </a:lnTo>
                  <a:cubicBezTo>
                    <a:pt x="3192891" y="96004"/>
                    <a:pt x="3194254" y="101564"/>
                    <a:pt x="3194257" y="107208"/>
                  </a:cubicBezTo>
                  <a:lnTo>
                    <a:pt x="3194257" y="421081"/>
                  </a:lnTo>
                  <a:lnTo>
                    <a:pt x="3472372" y="421081"/>
                  </a:lnTo>
                  <a:lnTo>
                    <a:pt x="3472372" y="107208"/>
                  </a:lnTo>
                  <a:cubicBezTo>
                    <a:pt x="3472376" y="101564"/>
                    <a:pt x="3473738" y="96004"/>
                    <a:pt x="3476345" y="90998"/>
                  </a:cubicBezTo>
                  <a:lnTo>
                    <a:pt x="3482227" y="79397"/>
                  </a:lnTo>
                  <a:close/>
                  <a:moveTo>
                    <a:pt x="3456480" y="107208"/>
                  </a:moveTo>
                  <a:lnTo>
                    <a:pt x="3456480" y="405189"/>
                  </a:lnTo>
                  <a:lnTo>
                    <a:pt x="3210149" y="405189"/>
                  </a:lnTo>
                  <a:lnTo>
                    <a:pt x="3210149" y="107208"/>
                  </a:lnTo>
                  <a:cubicBezTo>
                    <a:pt x="3210154" y="103192"/>
                    <a:pt x="3209673" y="99190"/>
                    <a:pt x="3208718" y="95289"/>
                  </a:cubicBezTo>
                  <a:lnTo>
                    <a:pt x="3457912" y="95289"/>
                  </a:lnTo>
                  <a:cubicBezTo>
                    <a:pt x="3456956" y="99190"/>
                    <a:pt x="3456476" y="103192"/>
                    <a:pt x="3456480" y="107208"/>
                  </a:cubicBezTo>
                  <a:close/>
                  <a:moveTo>
                    <a:pt x="3184402" y="79397"/>
                  </a:moveTo>
                  <a:lnTo>
                    <a:pt x="3190284" y="90998"/>
                  </a:lnTo>
                  <a:cubicBezTo>
                    <a:pt x="3192891" y="96004"/>
                    <a:pt x="3194254" y="101564"/>
                    <a:pt x="3194257" y="107208"/>
                  </a:cubicBezTo>
                  <a:lnTo>
                    <a:pt x="3194257" y="421081"/>
                  </a:lnTo>
                  <a:lnTo>
                    <a:pt x="3472372" y="421081"/>
                  </a:lnTo>
                  <a:lnTo>
                    <a:pt x="3472372" y="107208"/>
                  </a:lnTo>
                  <a:cubicBezTo>
                    <a:pt x="3472376" y="101564"/>
                    <a:pt x="3473738" y="96004"/>
                    <a:pt x="3476345" y="90998"/>
                  </a:cubicBezTo>
                  <a:lnTo>
                    <a:pt x="3482227" y="79397"/>
                  </a:lnTo>
                  <a:close/>
                  <a:moveTo>
                    <a:pt x="3456480" y="107208"/>
                  </a:moveTo>
                  <a:lnTo>
                    <a:pt x="3456480" y="405189"/>
                  </a:lnTo>
                  <a:lnTo>
                    <a:pt x="3210149" y="405189"/>
                  </a:lnTo>
                  <a:lnTo>
                    <a:pt x="3210149" y="107208"/>
                  </a:lnTo>
                  <a:cubicBezTo>
                    <a:pt x="3210154" y="103192"/>
                    <a:pt x="3209673" y="99190"/>
                    <a:pt x="3208718" y="95289"/>
                  </a:cubicBezTo>
                  <a:lnTo>
                    <a:pt x="3457912" y="95289"/>
                  </a:lnTo>
                  <a:cubicBezTo>
                    <a:pt x="3456956" y="99190"/>
                    <a:pt x="3456476" y="103192"/>
                    <a:pt x="3456480" y="107208"/>
                  </a:cubicBezTo>
                  <a:close/>
                  <a:moveTo>
                    <a:pt x="2834771" y="79397"/>
                  </a:moveTo>
                  <a:lnTo>
                    <a:pt x="2840653" y="90998"/>
                  </a:lnTo>
                  <a:cubicBezTo>
                    <a:pt x="2843260" y="96004"/>
                    <a:pt x="2844623" y="101564"/>
                    <a:pt x="2844627" y="107208"/>
                  </a:cubicBezTo>
                  <a:lnTo>
                    <a:pt x="2844627" y="421081"/>
                  </a:lnTo>
                  <a:lnTo>
                    <a:pt x="3122742" y="421081"/>
                  </a:lnTo>
                  <a:lnTo>
                    <a:pt x="3122742" y="107208"/>
                  </a:lnTo>
                  <a:cubicBezTo>
                    <a:pt x="3122746" y="101564"/>
                    <a:pt x="3124108" y="96004"/>
                    <a:pt x="3126715" y="90998"/>
                  </a:cubicBezTo>
                  <a:lnTo>
                    <a:pt x="3132597" y="79397"/>
                  </a:lnTo>
                  <a:close/>
                  <a:moveTo>
                    <a:pt x="3106849" y="107208"/>
                  </a:moveTo>
                  <a:lnTo>
                    <a:pt x="3106849" y="405189"/>
                  </a:lnTo>
                  <a:lnTo>
                    <a:pt x="2860519" y="405189"/>
                  </a:lnTo>
                  <a:lnTo>
                    <a:pt x="2860519" y="107208"/>
                  </a:lnTo>
                  <a:cubicBezTo>
                    <a:pt x="2860523" y="103192"/>
                    <a:pt x="2860043" y="99190"/>
                    <a:pt x="2859087" y="95289"/>
                  </a:cubicBezTo>
                  <a:lnTo>
                    <a:pt x="3108281" y="95289"/>
                  </a:lnTo>
                  <a:cubicBezTo>
                    <a:pt x="3107326" y="99190"/>
                    <a:pt x="3106845" y="103192"/>
                    <a:pt x="3106849" y="107208"/>
                  </a:cubicBezTo>
                  <a:close/>
                  <a:moveTo>
                    <a:pt x="2485141" y="79397"/>
                  </a:moveTo>
                  <a:lnTo>
                    <a:pt x="2491023" y="90998"/>
                  </a:lnTo>
                  <a:cubicBezTo>
                    <a:pt x="2493630" y="96004"/>
                    <a:pt x="2494993" y="101564"/>
                    <a:pt x="2494996" y="107208"/>
                  </a:cubicBezTo>
                  <a:lnTo>
                    <a:pt x="2494996" y="421081"/>
                  </a:lnTo>
                  <a:lnTo>
                    <a:pt x="2773111" y="421081"/>
                  </a:lnTo>
                  <a:lnTo>
                    <a:pt x="2773111" y="107208"/>
                  </a:lnTo>
                  <a:cubicBezTo>
                    <a:pt x="2773115" y="101564"/>
                    <a:pt x="2774477" y="96004"/>
                    <a:pt x="2777084" y="90998"/>
                  </a:cubicBezTo>
                  <a:lnTo>
                    <a:pt x="2782966" y="79397"/>
                  </a:lnTo>
                  <a:close/>
                  <a:moveTo>
                    <a:pt x="2757219" y="107208"/>
                  </a:moveTo>
                  <a:lnTo>
                    <a:pt x="2757219" y="405189"/>
                  </a:lnTo>
                  <a:lnTo>
                    <a:pt x="2510888" y="405189"/>
                  </a:lnTo>
                  <a:lnTo>
                    <a:pt x="2510888" y="107208"/>
                  </a:lnTo>
                  <a:cubicBezTo>
                    <a:pt x="2510893" y="103192"/>
                    <a:pt x="2510412" y="99190"/>
                    <a:pt x="2509457" y="95289"/>
                  </a:cubicBezTo>
                  <a:lnTo>
                    <a:pt x="2758651" y="95289"/>
                  </a:lnTo>
                  <a:cubicBezTo>
                    <a:pt x="2757695" y="99190"/>
                    <a:pt x="2757215" y="103192"/>
                    <a:pt x="2757219" y="107208"/>
                  </a:cubicBezTo>
                  <a:close/>
                  <a:moveTo>
                    <a:pt x="2135510" y="79397"/>
                  </a:moveTo>
                  <a:lnTo>
                    <a:pt x="2141392" y="90998"/>
                  </a:lnTo>
                  <a:cubicBezTo>
                    <a:pt x="2143999" y="96004"/>
                    <a:pt x="2145362" y="101564"/>
                    <a:pt x="2145365" y="107208"/>
                  </a:cubicBezTo>
                  <a:lnTo>
                    <a:pt x="2145365" y="421081"/>
                  </a:lnTo>
                  <a:lnTo>
                    <a:pt x="2423481" y="421081"/>
                  </a:lnTo>
                  <a:lnTo>
                    <a:pt x="2423481" y="107208"/>
                  </a:lnTo>
                  <a:cubicBezTo>
                    <a:pt x="2423485" y="101564"/>
                    <a:pt x="2424847" y="96004"/>
                    <a:pt x="2427454" y="90998"/>
                  </a:cubicBezTo>
                  <a:lnTo>
                    <a:pt x="2433336" y="79397"/>
                  </a:lnTo>
                  <a:close/>
                  <a:moveTo>
                    <a:pt x="2407588" y="107208"/>
                  </a:moveTo>
                  <a:lnTo>
                    <a:pt x="2407588" y="405189"/>
                  </a:lnTo>
                  <a:lnTo>
                    <a:pt x="2161258" y="405189"/>
                  </a:lnTo>
                  <a:lnTo>
                    <a:pt x="2161258" y="107208"/>
                  </a:lnTo>
                  <a:cubicBezTo>
                    <a:pt x="2161262" y="103192"/>
                    <a:pt x="2160781" y="99190"/>
                    <a:pt x="2159826" y="95289"/>
                  </a:cubicBezTo>
                  <a:lnTo>
                    <a:pt x="2409020" y="95289"/>
                  </a:lnTo>
                  <a:cubicBezTo>
                    <a:pt x="2408065" y="99190"/>
                    <a:pt x="2407584" y="103192"/>
                    <a:pt x="2407588" y="107208"/>
                  </a:cubicBezTo>
                  <a:close/>
                  <a:moveTo>
                    <a:pt x="1785880" y="79397"/>
                  </a:moveTo>
                  <a:lnTo>
                    <a:pt x="1791762" y="90998"/>
                  </a:lnTo>
                  <a:cubicBezTo>
                    <a:pt x="1794369" y="96004"/>
                    <a:pt x="1795731" y="101564"/>
                    <a:pt x="1795735" y="107208"/>
                  </a:cubicBezTo>
                  <a:lnTo>
                    <a:pt x="1795735" y="421081"/>
                  </a:lnTo>
                  <a:lnTo>
                    <a:pt x="2073850" y="421081"/>
                  </a:lnTo>
                  <a:lnTo>
                    <a:pt x="2073850" y="107208"/>
                  </a:lnTo>
                  <a:cubicBezTo>
                    <a:pt x="2073854" y="101564"/>
                    <a:pt x="2075216" y="96004"/>
                    <a:pt x="2077823" y="90998"/>
                  </a:cubicBezTo>
                  <a:lnTo>
                    <a:pt x="2083705" y="79397"/>
                  </a:lnTo>
                  <a:close/>
                  <a:moveTo>
                    <a:pt x="2057958" y="107208"/>
                  </a:moveTo>
                  <a:lnTo>
                    <a:pt x="2057958" y="405189"/>
                  </a:lnTo>
                  <a:lnTo>
                    <a:pt x="1811627" y="405189"/>
                  </a:lnTo>
                  <a:lnTo>
                    <a:pt x="1811627" y="107208"/>
                  </a:lnTo>
                  <a:cubicBezTo>
                    <a:pt x="1811632" y="103192"/>
                    <a:pt x="1811151" y="99190"/>
                    <a:pt x="1810195" y="95289"/>
                  </a:cubicBezTo>
                  <a:lnTo>
                    <a:pt x="2059389" y="95289"/>
                  </a:lnTo>
                  <a:cubicBezTo>
                    <a:pt x="2058434" y="99190"/>
                    <a:pt x="2057953" y="103192"/>
                    <a:pt x="2057958" y="107208"/>
                  </a:cubicBezTo>
                  <a:close/>
                  <a:moveTo>
                    <a:pt x="1436249" y="79397"/>
                  </a:moveTo>
                  <a:lnTo>
                    <a:pt x="1442131" y="90998"/>
                  </a:lnTo>
                  <a:cubicBezTo>
                    <a:pt x="1444738" y="96004"/>
                    <a:pt x="1446101" y="101564"/>
                    <a:pt x="1446104" y="107208"/>
                  </a:cubicBezTo>
                  <a:lnTo>
                    <a:pt x="1446104" y="421081"/>
                  </a:lnTo>
                  <a:lnTo>
                    <a:pt x="1724220" y="421081"/>
                  </a:lnTo>
                  <a:lnTo>
                    <a:pt x="1724220" y="107208"/>
                  </a:lnTo>
                  <a:cubicBezTo>
                    <a:pt x="1724223" y="101564"/>
                    <a:pt x="1725586" y="96004"/>
                    <a:pt x="1728193" y="90998"/>
                  </a:cubicBezTo>
                  <a:lnTo>
                    <a:pt x="1734075" y="79397"/>
                  </a:lnTo>
                  <a:close/>
                  <a:moveTo>
                    <a:pt x="1708327" y="107208"/>
                  </a:moveTo>
                  <a:lnTo>
                    <a:pt x="1708327" y="405189"/>
                  </a:lnTo>
                  <a:lnTo>
                    <a:pt x="1461997" y="405189"/>
                  </a:lnTo>
                  <a:lnTo>
                    <a:pt x="1461997" y="107208"/>
                  </a:lnTo>
                  <a:cubicBezTo>
                    <a:pt x="1462001" y="103192"/>
                    <a:pt x="1461520" y="99190"/>
                    <a:pt x="1460565" y="95289"/>
                  </a:cubicBezTo>
                  <a:lnTo>
                    <a:pt x="1709759" y="95289"/>
                  </a:lnTo>
                  <a:cubicBezTo>
                    <a:pt x="1708804" y="99190"/>
                    <a:pt x="1708323" y="103192"/>
                    <a:pt x="1708327" y="107208"/>
                  </a:cubicBezTo>
                  <a:close/>
                  <a:moveTo>
                    <a:pt x="1086619" y="79397"/>
                  </a:moveTo>
                  <a:lnTo>
                    <a:pt x="1092500" y="90998"/>
                  </a:lnTo>
                  <a:cubicBezTo>
                    <a:pt x="1095107" y="96004"/>
                    <a:pt x="1096470" y="101564"/>
                    <a:pt x="1096474" y="107208"/>
                  </a:cubicBezTo>
                  <a:lnTo>
                    <a:pt x="1096474" y="421081"/>
                  </a:lnTo>
                  <a:lnTo>
                    <a:pt x="1374589" y="421081"/>
                  </a:lnTo>
                  <a:lnTo>
                    <a:pt x="1374589" y="107208"/>
                  </a:lnTo>
                  <a:cubicBezTo>
                    <a:pt x="1374593" y="101564"/>
                    <a:pt x="1375955" y="96004"/>
                    <a:pt x="1378562" y="90998"/>
                  </a:cubicBezTo>
                  <a:lnTo>
                    <a:pt x="1384444" y="79397"/>
                  </a:lnTo>
                  <a:close/>
                  <a:moveTo>
                    <a:pt x="1358696" y="107208"/>
                  </a:moveTo>
                  <a:lnTo>
                    <a:pt x="1358696" y="405189"/>
                  </a:lnTo>
                  <a:lnTo>
                    <a:pt x="1112366" y="405189"/>
                  </a:lnTo>
                  <a:lnTo>
                    <a:pt x="1112366" y="107208"/>
                  </a:lnTo>
                  <a:cubicBezTo>
                    <a:pt x="1112370" y="103192"/>
                    <a:pt x="1111890" y="99190"/>
                    <a:pt x="1110934" y="95289"/>
                  </a:cubicBezTo>
                  <a:lnTo>
                    <a:pt x="1360128" y="95289"/>
                  </a:lnTo>
                  <a:cubicBezTo>
                    <a:pt x="1359173" y="99190"/>
                    <a:pt x="1358692" y="103192"/>
                    <a:pt x="1358697" y="107208"/>
                  </a:cubicBezTo>
                  <a:close/>
                  <a:moveTo>
                    <a:pt x="736988" y="79397"/>
                  </a:moveTo>
                  <a:lnTo>
                    <a:pt x="742870" y="90998"/>
                  </a:lnTo>
                  <a:cubicBezTo>
                    <a:pt x="745477" y="96004"/>
                    <a:pt x="746839" y="101564"/>
                    <a:pt x="746843" y="107208"/>
                  </a:cubicBezTo>
                  <a:lnTo>
                    <a:pt x="746843" y="421081"/>
                  </a:lnTo>
                  <a:lnTo>
                    <a:pt x="1024958" y="421081"/>
                  </a:lnTo>
                  <a:lnTo>
                    <a:pt x="1024958" y="107208"/>
                  </a:lnTo>
                  <a:cubicBezTo>
                    <a:pt x="1024962" y="101564"/>
                    <a:pt x="1026325" y="96004"/>
                    <a:pt x="1028931" y="90998"/>
                  </a:cubicBezTo>
                  <a:lnTo>
                    <a:pt x="1034814" y="79397"/>
                  </a:lnTo>
                  <a:close/>
                  <a:moveTo>
                    <a:pt x="1009066" y="107208"/>
                  </a:moveTo>
                  <a:lnTo>
                    <a:pt x="1009066" y="405189"/>
                  </a:lnTo>
                  <a:lnTo>
                    <a:pt x="762735" y="405189"/>
                  </a:lnTo>
                  <a:lnTo>
                    <a:pt x="762735" y="107208"/>
                  </a:lnTo>
                  <a:cubicBezTo>
                    <a:pt x="762740" y="103192"/>
                    <a:pt x="762259" y="99190"/>
                    <a:pt x="761304" y="95289"/>
                  </a:cubicBezTo>
                  <a:lnTo>
                    <a:pt x="1010498" y="95289"/>
                  </a:lnTo>
                  <a:cubicBezTo>
                    <a:pt x="1009542" y="99190"/>
                    <a:pt x="1009062" y="103192"/>
                    <a:pt x="1009066" y="107208"/>
                  </a:cubicBezTo>
                  <a:close/>
                  <a:moveTo>
                    <a:pt x="387358" y="79397"/>
                  </a:moveTo>
                  <a:lnTo>
                    <a:pt x="393239" y="90998"/>
                  </a:lnTo>
                  <a:cubicBezTo>
                    <a:pt x="395846" y="96004"/>
                    <a:pt x="397209" y="101564"/>
                    <a:pt x="397212" y="107208"/>
                  </a:cubicBezTo>
                  <a:lnTo>
                    <a:pt x="397212" y="421081"/>
                  </a:lnTo>
                  <a:lnTo>
                    <a:pt x="675328" y="421081"/>
                  </a:lnTo>
                  <a:lnTo>
                    <a:pt x="675328" y="107208"/>
                  </a:lnTo>
                  <a:cubicBezTo>
                    <a:pt x="675331" y="101564"/>
                    <a:pt x="676694" y="96004"/>
                    <a:pt x="679301" y="90998"/>
                  </a:cubicBezTo>
                  <a:lnTo>
                    <a:pt x="685183" y="79397"/>
                  </a:lnTo>
                  <a:close/>
                  <a:moveTo>
                    <a:pt x="659435" y="107208"/>
                  </a:moveTo>
                  <a:lnTo>
                    <a:pt x="659435" y="405189"/>
                  </a:lnTo>
                  <a:lnTo>
                    <a:pt x="413105" y="405189"/>
                  </a:lnTo>
                  <a:lnTo>
                    <a:pt x="413105" y="107208"/>
                  </a:lnTo>
                  <a:cubicBezTo>
                    <a:pt x="413109" y="103192"/>
                    <a:pt x="412628" y="99190"/>
                    <a:pt x="411673" y="95289"/>
                  </a:cubicBezTo>
                  <a:lnTo>
                    <a:pt x="660867" y="95289"/>
                  </a:lnTo>
                  <a:cubicBezTo>
                    <a:pt x="659912" y="99190"/>
                    <a:pt x="659431" y="103192"/>
                    <a:pt x="659436" y="107208"/>
                  </a:cubicBezTo>
                  <a:close/>
                  <a:moveTo>
                    <a:pt x="3184402" y="79397"/>
                  </a:moveTo>
                  <a:lnTo>
                    <a:pt x="3190284" y="90998"/>
                  </a:lnTo>
                  <a:cubicBezTo>
                    <a:pt x="3192891" y="96004"/>
                    <a:pt x="3194254" y="101564"/>
                    <a:pt x="3194257" y="107208"/>
                  </a:cubicBezTo>
                  <a:lnTo>
                    <a:pt x="3194257" y="421081"/>
                  </a:lnTo>
                  <a:lnTo>
                    <a:pt x="3472372" y="421081"/>
                  </a:lnTo>
                  <a:lnTo>
                    <a:pt x="3472372" y="107208"/>
                  </a:lnTo>
                  <a:cubicBezTo>
                    <a:pt x="3472376" y="101564"/>
                    <a:pt x="3473738" y="96004"/>
                    <a:pt x="3476345" y="90998"/>
                  </a:cubicBezTo>
                  <a:lnTo>
                    <a:pt x="3482227" y="79397"/>
                  </a:lnTo>
                  <a:close/>
                  <a:moveTo>
                    <a:pt x="3456480" y="107208"/>
                  </a:moveTo>
                  <a:lnTo>
                    <a:pt x="3456480" y="405189"/>
                  </a:lnTo>
                  <a:lnTo>
                    <a:pt x="3210149" y="405189"/>
                  </a:lnTo>
                  <a:lnTo>
                    <a:pt x="3210149" y="107208"/>
                  </a:lnTo>
                  <a:cubicBezTo>
                    <a:pt x="3210154" y="103192"/>
                    <a:pt x="3209673" y="99190"/>
                    <a:pt x="3208718" y="95289"/>
                  </a:cubicBezTo>
                  <a:lnTo>
                    <a:pt x="3457912" y="95289"/>
                  </a:lnTo>
                  <a:cubicBezTo>
                    <a:pt x="3456956" y="99190"/>
                    <a:pt x="3456476" y="103192"/>
                    <a:pt x="3456480" y="107208"/>
                  </a:cubicBezTo>
                  <a:close/>
                  <a:moveTo>
                    <a:pt x="2834771" y="79397"/>
                  </a:moveTo>
                  <a:lnTo>
                    <a:pt x="2840653" y="90998"/>
                  </a:lnTo>
                  <a:cubicBezTo>
                    <a:pt x="2843260" y="96004"/>
                    <a:pt x="2844623" y="101564"/>
                    <a:pt x="2844627" y="107208"/>
                  </a:cubicBezTo>
                  <a:lnTo>
                    <a:pt x="2844627" y="421081"/>
                  </a:lnTo>
                  <a:lnTo>
                    <a:pt x="3122742" y="421081"/>
                  </a:lnTo>
                  <a:lnTo>
                    <a:pt x="3122742" y="107208"/>
                  </a:lnTo>
                  <a:cubicBezTo>
                    <a:pt x="3122746" y="101564"/>
                    <a:pt x="3124108" y="96004"/>
                    <a:pt x="3126715" y="90998"/>
                  </a:cubicBezTo>
                  <a:lnTo>
                    <a:pt x="3132597" y="79397"/>
                  </a:lnTo>
                  <a:close/>
                  <a:moveTo>
                    <a:pt x="3106849" y="107208"/>
                  </a:moveTo>
                  <a:lnTo>
                    <a:pt x="3106849" y="405189"/>
                  </a:lnTo>
                  <a:lnTo>
                    <a:pt x="2860519" y="405189"/>
                  </a:lnTo>
                  <a:lnTo>
                    <a:pt x="2860519" y="107208"/>
                  </a:lnTo>
                  <a:cubicBezTo>
                    <a:pt x="2860523" y="103192"/>
                    <a:pt x="2860043" y="99190"/>
                    <a:pt x="2859087" y="95289"/>
                  </a:cubicBezTo>
                  <a:lnTo>
                    <a:pt x="3108281" y="95289"/>
                  </a:lnTo>
                  <a:cubicBezTo>
                    <a:pt x="3107326" y="99190"/>
                    <a:pt x="3106845" y="103192"/>
                    <a:pt x="3106849" y="107208"/>
                  </a:cubicBezTo>
                  <a:close/>
                  <a:moveTo>
                    <a:pt x="2485141" y="79397"/>
                  </a:moveTo>
                  <a:lnTo>
                    <a:pt x="2491023" y="90998"/>
                  </a:lnTo>
                  <a:cubicBezTo>
                    <a:pt x="2493630" y="96004"/>
                    <a:pt x="2494993" y="101564"/>
                    <a:pt x="2494996" y="107208"/>
                  </a:cubicBezTo>
                  <a:lnTo>
                    <a:pt x="2494996" y="421081"/>
                  </a:lnTo>
                  <a:lnTo>
                    <a:pt x="2773111" y="421081"/>
                  </a:lnTo>
                  <a:lnTo>
                    <a:pt x="2773111" y="107208"/>
                  </a:lnTo>
                  <a:cubicBezTo>
                    <a:pt x="2773115" y="101564"/>
                    <a:pt x="2774477" y="96004"/>
                    <a:pt x="2777084" y="90998"/>
                  </a:cubicBezTo>
                  <a:lnTo>
                    <a:pt x="2782966" y="79397"/>
                  </a:lnTo>
                  <a:close/>
                  <a:moveTo>
                    <a:pt x="2757219" y="107208"/>
                  </a:moveTo>
                  <a:lnTo>
                    <a:pt x="2757219" y="405189"/>
                  </a:lnTo>
                  <a:lnTo>
                    <a:pt x="2510888" y="405189"/>
                  </a:lnTo>
                  <a:lnTo>
                    <a:pt x="2510888" y="107208"/>
                  </a:lnTo>
                  <a:cubicBezTo>
                    <a:pt x="2510893" y="103192"/>
                    <a:pt x="2510412" y="99190"/>
                    <a:pt x="2509457" y="95289"/>
                  </a:cubicBezTo>
                  <a:lnTo>
                    <a:pt x="2758651" y="95289"/>
                  </a:lnTo>
                  <a:cubicBezTo>
                    <a:pt x="2757695" y="99190"/>
                    <a:pt x="2757215" y="103192"/>
                    <a:pt x="2757219" y="107208"/>
                  </a:cubicBezTo>
                  <a:close/>
                  <a:moveTo>
                    <a:pt x="2135510" y="79397"/>
                  </a:moveTo>
                  <a:lnTo>
                    <a:pt x="2141392" y="90998"/>
                  </a:lnTo>
                  <a:cubicBezTo>
                    <a:pt x="2143999" y="96004"/>
                    <a:pt x="2145362" y="101564"/>
                    <a:pt x="2145365" y="107208"/>
                  </a:cubicBezTo>
                  <a:lnTo>
                    <a:pt x="2145365" y="421081"/>
                  </a:lnTo>
                  <a:lnTo>
                    <a:pt x="2423481" y="421081"/>
                  </a:lnTo>
                  <a:lnTo>
                    <a:pt x="2423481" y="107208"/>
                  </a:lnTo>
                  <a:cubicBezTo>
                    <a:pt x="2423485" y="101564"/>
                    <a:pt x="2424847" y="96004"/>
                    <a:pt x="2427454" y="90998"/>
                  </a:cubicBezTo>
                  <a:lnTo>
                    <a:pt x="2433336" y="79397"/>
                  </a:lnTo>
                  <a:close/>
                  <a:moveTo>
                    <a:pt x="2407588" y="107208"/>
                  </a:moveTo>
                  <a:lnTo>
                    <a:pt x="2407588" y="405189"/>
                  </a:lnTo>
                  <a:lnTo>
                    <a:pt x="2161258" y="405189"/>
                  </a:lnTo>
                  <a:lnTo>
                    <a:pt x="2161258" y="107208"/>
                  </a:lnTo>
                  <a:cubicBezTo>
                    <a:pt x="2161262" y="103192"/>
                    <a:pt x="2160781" y="99190"/>
                    <a:pt x="2159826" y="95289"/>
                  </a:cubicBezTo>
                  <a:lnTo>
                    <a:pt x="2409020" y="95289"/>
                  </a:lnTo>
                  <a:cubicBezTo>
                    <a:pt x="2408065" y="99190"/>
                    <a:pt x="2407584" y="103192"/>
                    <a:pt x="2407588" y="107208"/>
                  </a:cubicBezTo>
                  <a:close/>
                  <a:moveTo>
                    <a:pt x="1785880" y="79397"/>
                  </a:moveTo>
                  <a:lnTo>
                    <a:pt x="1791762" y="90998"/>
                  </a:lnTo>
                  <a:cubicBezTo>
                    <a:pt x="1794369" y="96004"/>
                    <a:pt x="1795731" y="101564"/>
                    <a:pt x="1795735" y="107208"/>
                  </a:cubicBezTo>
                  <a:lnTo>
                    <a:pt x="1795735" y="421081"/>
                  </a:lnTo>
                  <a:lnTo>
                    <a:pt x="2073850" y="421081"/>
                  </a:lnTo>
                  <a:lnTo>
                    <a:pt x="2073850" y="107208"/>
                  </a:lnTo>
                  <a:cubicBezTo>
                    <a:pt x="2073854" y="101564"/>
                    <a:pt x="2075216" y="96004"/>
                    <a:pt x="2077823" y="90998"/>
                  </a:cubicBezTo>
                  <a:lnTo>
                    <a:pt x="2083705" y="79397"/>
                  </a:lnTo>
                  <a:close/>
                  <a:moveTo>
                    <a:pt x="2057958" y="107208"/>
                  </a:moveTo>
                  <a:lnTo>
                    <a:pt x="2057958" y="405189"/>
                  </a:lnTo>
                  <a:lnTo>
                    <a:pt x="1811627" y="405189"/>
                  </a:lnTo>
                  <a:lnTo>
                    <a:pt x="1811627" y="107208"/>
                  </a:lnTo>
                  <a:cubicBezTo>
                    <a:pt x="1811632" y="103192"/>
                    <a:pt x="1811151" y="99190"/>
                    <a:pt x="1810195" y="95289"/>
                  </a:cubicBezTo>
                  <a:lnTo>
                    <a:pt x="2059389" y="95289"/>
                  </a:lnTo>
                  <a:cubicBezTo>
                    <a:pt x="2058434" y="99190"/>
                    <a:pt x="2057953" y="103192"/>
                    <a:pt x="2057958" y="107208"/>
                  </a:cubicBezTo>
                  <a:close/>
                  <a:moveTo>
                    <a:pt x="1436249" y="79397"/>
                  </a:moveTo>
                  <a:lnTo>
                    <a:pt x="1442131" y="90998"/>
                  </a:lnTo>
                  <a:cubicBezTo>
                    <a:pt x="1444738" y="96004"/>
                    <a:pt x="1446101" y="101564"/>
                    <a:pt x="1446104" y="107208"/>
                  </a:cubicBezTo>
                  <a:lnTo>
                    <a:pt x="1446104" y="421081"/>
                  </a:lnTo>
                  <a:lnTo>
                    <a:pt x="1724220" y="421081"/>
                  </a:lnTo>
                  <a:lnTo>
                    <a:pt x="1724220" y="107208"/>
                  </a:lnTo>
                  <a:cubicBezTo>
                    <a:pt x="1724223" y="101564"/>
                    <a:pt x="1725586" y="96004"/>
                    <a:pt x="1728193" y="90998"/>
                  </a:cubicBezTo>
                  <a:lnTo>
                    <a:pt x="1734075" y="79397"/>
                  </a:lnTo>
                  <a:close/>
                  <a:moveTo>
                    <a:pt x="1708327" y="107208"/>
                  </a:moveTo>
                  <a:lnTo>
                    <a:pt x="1708327" y="405189"/>
                  </a:lnTo>
                  <a:lnTo>
                    <a:pt x="1461997" y="405189"/>
                  </a:lnTo>
                  <a:lnTo>
                    <a:pt x="1461997" y="107208"/>
                  </a:lnTo>
                  <a:cubicBezTo>
                    <a:pt x="1462001" y="103192"/>
                    <a:pt x="1461520" y="99190"/>
                    <a:pt x="1460565" y="95289"/>
                  </a:cubicBezTo>
                  <a:lnTo>
                    <a:pt x="1709759" y="95289"/>
                  </a:lnTo>
                  <a:cubicBezTo>
                    <a:pt x="1708804" y="99190"/>
                    <a:pt x="1708323" y="103192"/>
                    <a:pt x="1708327" y="107208"/>
                  </a:cubicBezTo>
                  <a:close/>
                  <a:moveTo>
                    <a:pt x="1086619" y="79397"/>
                  </a:moveTo>
                  <a:lnTo>
                    <a:pt x="1092500" y="90998"/>
                  </a:lnTo>
                  <a:cubicBezTo>
                    <a:pt x="1095107" y="96004"/>
                    <a:pt x="1096470" y="101564"/>
                    <a:pt x="1096474" y="107208"/>
                  </a:cubicBezTo>
                  <a:lnTo>
                    <a:pt x="1096474" y="421081"/>
                  </a:lnTo>
                  <a:lnTo>
                    <a:pt x="1374589" y="421081"/>
                  </a:lnTo>
                  <a:lnTo>
                    <a:pt x="1374589" y="107208"/>
                  </a:lnTo>
                  <a:cubicBezTo>
                    <a:pt x="1374593" y="101564"/>
                    <a:pt x="1375955" y="96004"/>
                    <a:pt x="1378562" y="90998"/>
                  </a:cubicBezTo>
                  <a:lnTo>
                    <a:pt x="1384444" y="79397"/>
                  </a:lnTo>
                  <a:close/>
                  <a:moveTo>
                    <a:pt x="1358696" y="107208"/>
                  </a:moveTo>
                  <a:lnTo>
                    <a:pt x="1358696" y="405189"/>
                  </a:lnTo>
                  <a:lnTo>
                    <a:pt x="1112366" y="405189"/>
                  </a:lnTo>
                  <a:lnTo>
                    <a:pt x="1112366" y="107208"/>
                  </a:lnTo>
                  <a:cubicBezTo>
                    <a:pt x="1112370" y="103192"/>
                    <a:pt x="1111890" y="99190"/>
                    <a:pt x="1110934" y="95289"/>
                  </a:cubicBezTo>
                  <a:lnTo>
                    <a:pt x="1360128" y="95289"/>
                  </a:lnTo>
                  <a:cubicBezTo>
                    <a:pt x="1359173" y="99190"/>
                    <a:pt x="1358692" y="103192"/>
                    <a:pt x="1358697" y="107208"/>
                  </a:cubicBezTo>
                  <a:close/>
                  <a:moveTo>
                    <a:pt x="736988" y="79397"/>
                  </a:moveTo>
                  <a:lnTo>
                    <a:pt x="742870" y="90998"/>
                  </a:lnTo>
                  <a:cubicBezTo>
                    <a:pt x="745477" y="96004"/>
                    <a:pt x="746839" y="101564"/>
                    <a:pt x="746843" y="107208"/>
                  </a:cubicBezTo>
                  <a:lnTo>
                    <a:pt x="746843" y="421081"/>
                  </a:lnTo>
                  <a:lnTo>
                    <a:pt x="1024958" y="421081"/>
                  </a:lnTo>
                  <a:lnTo>
                    <a:pt x="1024958" y="107208"/>
                  </a:lnTo>
                  <a:cubicBezTo>
                    <a:pt x="1024962" y="101564"/>
                    <a:pt x="1026325" y="96004"/>
                    <a:pt x="1028931" y="90998"/>
                  </a:cubicBezTo>
                  <a:lnTo>
                    <a:pt x="1034814" y="79397"/>
                  </a:lnTo>
                  <a:close/>
                  <a:moveTo>
                    <a:pt x="1009066" y="107208"/>
                  </a:moveTo>
                  <a:lnTo>
                    <a:pt x="1009066" y="405189"/>
                  </a:lnTo>
                  <a:lnTo>
                    <a:pt x="762735" y="405189"/>
                  </a:lnTo>
                  <a:lnTo>
                    <a:pt x="762735" y="107208"/>
                  </a:lnTo>
                  <a:cubicBezTo>
                    <a:pt x="762740" y="103192"/>
                    <a:pt x="762259" y="99190"/>
                    <a:pt x="761304" y="95289"/>
                  </a:cubicBezTo>
                  <a:lnTo>
                    <a:pt x="1010498" y="95289"/>
                  </a:lnTo>
                  <a:cubicBezTo>
                    <a:pt x="1009542" y="99190"/>
                    <a:pt x="1009062" y="103192"/>
                    <a:pt x="1009066" y="107208"/>
                  </a:cubicBezTo>
                  <a:close/>
                  <a:moveTo>
                    <a:pt x="387358" y="79397"/>
                  </a:moveTo>
                  <a:lnTo>
                    <a:pt x="393239" y="90998"/>
                  </a:lnTo>
                  <a:cubicBezTo>
                    <a:pt x="395846" y="96004"/>
                    <a:pt x="397209" y="101564"/>
                    <a:pt x="397212" y="107208"/>
                  </a:cubicBezTo>
                  <a:lnTo>
                    <a:pt x="397212" y="421081"/>
                  </a:lnTo>
                  <a:lnTo>
                    <a:pt x="675328" y="421081"/>
                  </a:lnTo>
                  <a:lnTo>
                    <a:pt x="675328" y="107208"/>
                  </a:lnTo>
                  <a:cubicBezTo>
                    <a:pt x="675331" y="101564"/>
                    <a:pt x="676694" y="96004"/>
                    <a:pt x="679301" y="90998"/>
                  </a:cubicBezTo>
                  <a:lnTo>
                    <a:pt x="685183" y="79397"/>
                  </a:lnTo>
                  <a:close/>
                  <a:moveTo>
                    <a:pt x="659435" y="107208"/>
                  </a:moveTo>
                  <a:lnTo>
                    <a:pt x="659435" y="405189"/>
                  </a:lnTo>
                  <a:lnTo>
                    <a:pt x="413105" y="405189"/>
                  </a:lnTo>
                  <a:lnTo>
                    <a:pt x="413105" y="107208"/>
                  </a:lnTo>
                  <a:cubicBezTo>
                    <a:pt x="413109" y="103192"/>
                    <a:pt x="412628" y="99190"/>
                    <a:pt x="411673" y="95289"/>
                  </a:cubicBezTo>
                  <a:lnTo>
                    <a:pt x="660867" y="95289"/>
                  </a:lnTo>
                  <a:cubicBezTo>
                    <a:pt x="659912" y="99190"/>
                    <a:pt x="659431" y="103192"/>
                    <a:pt x="659436" y="107208"/>
                  </a:cubicBezTo>
                  <a:close/>
                  <a:moveTo>
                    <a:pt x="3184402" y="79397"/>
                  </a:moveTo>
                  <a:lnTo>
                    <a:pt x="3190284" y="90998"/>
                  </a:lnTo>
                  <a:cubicBezTo>
                    <a:pt x="3192891" y="96004"/>
                    <a:pt x="3194254" y="101564"/>
                    <a:pt x="3194257" y="107208"/>
                  </a:cubicBezTo>
                  <a:lnTo>
                    <a:pt x="3194257" y="421081"/>
                  </a:lnTo>
                  <a:lnTo>
                    <a:pt x="3472372" y="421081"/>
                  </a:lnTo>
                  <a:lnTo>
                    <a:pt x="3472372" y="107208"/>
                  </a:lnTo>
                  <a:cubicBezTo>
                    <a:pt x="3472376" y="101564"/>
                    <a:pt x="3473738" y="96004"/>
                    <a:pt x="3476345" y="90998"/>
                  </a:cubicBezTo>
                  <a:lnTo>
                    <a:pt x="3482227" y="79397"/>
                  </a:lnTo>
                  <a:close/>
                  <a:moveTo>
                    <a:pt x="3456480" y="107208"/>
                  </a:moveTo>
                  <a:lnTo>
                    <a:pt x="3456480" y="405189"/>
                  </a:lnTo>
                  <a:lnTo>
                    <a:pt x="3210149" y="405189"/>
                  </a:lnTo>
                  <a:lnTo>
                    <a:pt x="3210149" y="107208"/>
                  </a:lnTo>
                  <a:cubicBezTo>
                    <a:pt x="3210154" y="103192"/>
                    <a:pt x="3209673" y="99190"/>
                    <a:pt x="3208718" y="95289"/>
                  </a:cubicBezTo>
                  <a:lnTo>
                    <a:pt x="3457912" y="95289"/>
                  </a:lnTo>
                  <a:cubicBezTo>
                    <a:pt x="3456956" y="99190"/>
                    <a:pt x="3456476" y="103192"/>
                    <a:pt x="3456480" y="107208"/>
                  </a:cubicBezTo>
                  <a:close/>
                  <a:moveTo>
                    <a:pt x="2834771" y="79397"/>
                  </a:moveTo>
                  <a:lnTo>
                    <a:pt x="2840653" y="90998"/>
                  </a:lnTo>
                  <a:cubicBezTo>
                    <a:pt x="2843260" y="96004"/>
                    <a:pt x="2844623" y="101564"/>
                    <a:pt x="2844627" y="107208"/>
                  </a:cubicBezTo>
                  <a:lnTo>
                    <a:pt x="2844627" y="421081"/>
                  </a:lnTo>
                  <a:lnTo>
                    <a:pt x="3122742" y="421081"/>
                  </a:lnTo>
                  <a:lnTo>
                    <a:pt x="3122742" y="107208"/>
                  </a:lnTo>
                  <a:cubicBezTo>
                    <a:pt x="3122746" y="101564"/>
                    <a:pt x="3124108" y="96004"/>
                    <a:pt x="3126715" y="90998"/>
                  </a:cubicBezTo>
                  <a:lnTo>
                    <a:pt x="3132597" y="79397"/>
                  </a:lnTo>
                  <a:close/>
                  <a:moveTo>
                    <a:pt x="3106849" y="107208"/>
                  </a:moveTo>
                  <a:lnTo>
                    <a:pt x="3106849" y="405189"/>
                  </a:lnTo>
                  <a:lnTo>
                    <a:pt x="2860519" y="405189"/>
                  </a:lnTo>
                  <a:lnTo>
                    <a:pt x="2860519" y="107208"/>
                  </a:lnTo>
                  <a:cubicBezTo>
                    <a:pt x="2860523" y="103192"/>
                    <a:pt x="2860043" y="99190"/>
                    <a:pt x="2859087" y="95289"/>
                  </a:cubicBezTo>
                  <a:lnTo>
                    <a:pt x="3108281" y="95289"/>
                  </a:lnTo>
                  <a:cubicBezTo>
                    <a:pt x="3107326" y="99190"/>
                    <a:pt x="3106845" y="103192"/>
                    <a:pt x="3106849" y="107208"/>
                  </a:cubicBezTo>
                  <a:close/>
                  <a:moveTo>
                    <a:pt x="2485141" y="79397"/>
                  </a:moveTo>
                  <a:lnTo>
                    <a:pt x="2491023" y="90998"/>
                  </a:lnTo>
                  <a:cubicBezTo>
                    <a:pt x="2493630" y="96004"/>
                    <a:pt x="2494993" y="101564"/>
                    <a:pt x="2494996" y="107208"/>
                  </a:cubicBezTo>
                  <a:lnTo>
                    <a:pt x="2494996" y="421081"/>
                  </a:lnTo>
                  <a:lnTo>
                    <a:pt x="2773111" y="421081"/>
                  </a:lnTo>
                  <a:lnTo>
                    <a:pt x="2773111" y="107208"/>
                  </a:lnTo>
                  <a:cubicBezTo>
                    <a:pt x="2773115" y="101564"/>
                    <a:pt x="2774477" y="96004"/>
                    <a:pt x="2777084" y="90998"/>
                  </a:cubicBezTo>
                  <a:lnTo>
                    <a:pt x="2782966" y="79397"/>
                  </a:lnTo>
                  <a:close/>
                  <a:moveTo>
                    <a:pt x="2757219" y="107208"/>
                  </a:moveTo>
                  <a:lnTo>
                    <a:pt x="2757219" y="405189"/>
                  </a:lnTo>
                  <a:lnTo>
                    <a:pt x="2510888" y="405189"/>
                  </a:lnTo>
                  <a:lnTo>
                    <a:pt x="2510888" y="107208"/>
                  </a:lnTo>
                  <a:cubicBezTo>
                    <a:pt x="2510893" y="103192"/>
                    <a:pt x="2510412" y="99190"/>
                    <a:pt x="2509457" y="95289"/>
                  </a:cubicBezTo>
                  <a:lnTo>
                    <a:pt x="2758651" y="95289"/>
                  </a:lnTo>
                  <a:cubicBezTo>
                    <a:pt x="2757695" y="99190"/>
                    <a:pt x="2757215" y="103192"/>
                    <a:pt x="2757219" y="107208"/>
                  </a:cubicBezTo>
                  <a:close/>
                  <a:moveTo>
                    <a:pt x="2135510" y="79397"/>
                  </a:moveTo>
                  <a:lnTo>
                    <a:pt x="2141392" y="90998"/>
                  </a:lnTo>
                  <a:cubicBezTo>
                    <a:pt x="2143999" y="96004"/>
                    <a:pt x="2145362" y="101564"/>
                    <a:pt x="2145365" y="107208"/>
                  </a:cubicBezTo>
                  <a:lnTo>
                    <a:pt x="2145365" y="421081"/>
                  </a:lnTo>
                  <a:lnTo>
                    <a:pt x="2423481" y="421081"/>
                  </a:lnTo>
                  <a:lnTo>
                    <a:pt x="2423481" y="107208"/>
                  </a:lnTo>
                  <a:cubicBezTo>
                    <a:pt x="2423485" y="101564"/>
                    <a:pt x="2424847" y="96004"/>
                    <a:pt x="2427454" y="90998"/>
                  </a:cubicBezTo>
                  <a:lnTo>
                    <a:pt x="2433336" y="79397"/>
                  </a:lnTo>
                  <a:close/>
                  <a:moveTo>
                    <a:pt x="2407588" y="107208"/>
                  </a:moveTo>
                  <a:lnTo>
                    <a:pt x="2407588" y="405189"/>
                  </a:lnTo>
                  <a:lnTo>
                    <a:pt x="2161258" y="405189"/>
                  </a:lnTo>
                  <a:lnTo>
                    <a:pt x="2161258" y="107208"/>
                  </a:lnTo>
                  <a:cubicBezTo>
                    <a:pt x="2161262" y="103192"/>
                    <a:pt x="2160781" y="99190"/>
                    <a:pt x="2159826" y="95289"/>
                  </a:cubicBezTo>
                  <a:lnTo>
                    <a:pt x="2409020" y="95289"/>
                  </a:lnTo>
                  <a:cubicBezTo>
                    <a:pt x="2408065" y="99190"/>
                    <a:pt x="2407584" y="103192"/>
                    <a:pt x="2407588" y="107208"/>
                  </a:cubicBezTo>
                  <a:close/>
                  <a:moveTo>
                    <a:pt x="1785880" y="79397"/>
                  </a:moveTo>
                  <a:lnTo>
                    <a:pt x="1791762" y="90998"/>
                  </a:lnTo>
                  <a:cubicBezTo>
                    <a:pt x="1794369" y="96004"/>
                    <a:pt x="1795731" y="101564"/>
                    <a:pt x="1795735" y="107208"/>
                  </a:cubicBezTo>
                  <a:lnTo>
                    <a:pt x="1795735" y="421081"/>
                  </a:lnTo>
                  <a:lnTo>
                    <a:pt x="2073850" y="421081"/>
                  </a:lnTo>
                  <a:lnTo>
                    <a:pt x="2073850" y="107208"/>
                  </a:lnTo>
                  <a:cubicBezTo>
                    <a:pt x="2073854" y="101564"/>
                    <a:pt x="2075216" y="96004"/>
                    <a:pt x="2077823" y="90998"/>
                  </a:cubicBezTo>
                  <a:lnTo>
                    <a:pt x="2083705" y="79397"/>
                  </a:lnTo>
                  <a:close/>
                  <a:moveTo>
                    <a:pt x="2057958" y="107208"/>
                  </a:moveTo>
                  <a:lnTo>
                    <a:pt x="2057958" y="405189"/>
                  </a:lnTo>
                  <a:lnTo>
                    <a:pt x="1811627" y="405189"/>
                  </a:lnTo>
                  <a:lnTo>
                    <a:pt x="1811627" y="107208"/>
                  </a:lnTo>
                  <a:cubicBezTo>
                    <a:pt x="1811632" y="103192"/>
                    <a:pt x="1811151" y="99190"/>
                    <a:pt x="1810195" y="95289"/>
                  </a:cubicBezTo>
                  <a:lnTo>
                    <a:pt x="2059389" y="95289"/>
                  </a:lnTo>
                  <a:cubicBezTo>
                    <a:pt x="2058434" y="99190"/>
                    <a:pt x="2057953" y="103192"/>
                    <a:pt x="2057958" y="107208"/>
                  </a:cubicBezTo>
                  <a:close/>
                  <a:moveTo>
                    <a:pt x="1436249" y="79397"/>
                  </a:moveTo>
                  <a:lnTo>
                    <a:pt x="1442131" y="90998"/>
                  </a:lnTo>
                  <a:cubicBezTo>
                    <a:pt x="1444738" y="96004"/>
                    <a:pt x="1446101" y="101564"/>
                    <a:pt x="1446104" y="107208"/>
                  </a:cubicBezTo>
                  <a:lnTo>
                    <a:pt x="1446104" y="421081"/>
                  </a:lnTo>
                  <a:lnTo>
                    <a:pt x="1724220" y="421081"/>
                  </a:lnTo>
                  <a:lnTo>
                    <a:pt x="1724220" y="107208"/>
                  </a:lnTo>
                  <a:cubicBezTo>
                    <a:pt x="1724223" y="101564"/>
                    <a:pt x="1725586" y="96004"/>
                    <a:pt x="1728193" y="90998"/>
                  </a:cubicBezTo>
                  <a:lnTo>
                    <a:pt x="1734075" y="79397"/>
                  </a:lnTo>
                  <a:close/>
                  <a:moveTo>
                    <a:pt x="1708327" y="107208"/>
                  </a:moveTo>
                  <a:lnTo>
                    <a:pt x="1708327" y="405189"/>
                  </a:lnTo>
                  <a:lnTo>
                    <a:pt x="1461997" y="405189"/>
                  </a:lnTo>
                  <a:lnTo>
                    <a:pt x="1461997" y="107208"/>
                  </a:lnTo>
                  <a:cubicBezTo>
                    <a:pt x="1462001" y="103192"/>
                    <a:pt x="1461520" y="99190"/>
                    <a:pt x="1460565" y="95289"/>
                  </a:cubicBezTo>
                  <a:lnTo>
                    <a:pt x="1709759" y="95289"/>
                  </a:lnTo>
                  <a:cubicBezTo>
                    <a:pt x="1708804" y="99190"/>
                    <a:pt x="1708323" y="103192"/>
                    <a:pt x="1708327" y="107208"/>
                  </a:cubicBezTo>
                  <a:close/>
                  <a:moveTo>
                    <a:pt x="1086619" y="79397"/>
                  </a:moveTo>
                  <a:lnTo>
                    <a:pt x="1092500" y="90998"/>
                  </a:lnTo>
                  <a:cubicBezTo>
                    <a:pt x="1095107" y="96004"/>
                    <a:pt x="1096470" y="101564"/>
                    <a:pt x="1096474" y="107208"/>
                  </a:cubicBezTo>
                  <a:lnTo>
                    <a:pt x="1096474" y="421081"/>
                  </a:lnTo>
                  <a:lnTo>
                    <a:pt x="1374589" y="421081"/>
                  </a:lnTo>
                  <a:lnTo>
                    <a:pt x="1374589" y="107208"/>
                  </a:lnTo>
                  <a:cubicBezTo>
                    <a:pt x="1374593" y="101564"/>
                    <a:pt x="1375955" y="96004"/>
                    <a:pt x="1378562" y="90998"/>
                  </a:cubicBezTo>
                  <a:lnTo>
                    <a:pt x="1384444" y="79397"/>
                  </a:lnTo>
                  <a:close/>
                  <a:moveTo>
                    <a:pt x="1358696" y="107208"/>
                  </a:moveTo>
                  <a:lnTo>
                    <a:pt x="1358696" y="405189"/>
                  </a:lnTo>
                  <a:lnTo>
                    <a:pt x="1112366" y="405189"/>
                  </a:lnTo>
                  <a:lnTo>
                    <a:pt x="1112366" y="107208"/>
                  </a:lnTo>
                  <a:cubicBezTo>
                    <a:pt x="1112370" y="103192"/>
                    <a:pt x="1111890" y="99190"/>
                    <a:pt x="1110934" y="95289"/>
                  </a:cubicBezTo>
                  <a:lnTo>
                    <a:pt x="1360128" y="95289"/>
                  </a:lnTo>
                  <a:cubicBezTo>
                    <a:pt x="1359173" y="99190"/>
                    <a:pt x="1358692" y="103192"/>
                    <a:pt x="1358697" y="107208"/>
                  </a:cubicBezTo>
                  <a:close/>
                  <a:moveTo>
                    <a:pt x="736988" y="79397"/>
                  </a:moveTo>
                  <a:lnTo>
                    <a:pt x="742870" y="90998"/>
                  </a:lnTo>
                  <a:cubicBezTo>
                    <a:pt x="745477" y="96004"/>
                    <a:pt x="746839" y="101564"/>
                    <a:pt x="746843" y="107208"/>
                  </a:cubicBezTo>
                  <a:lnTo>
                    <a:pt x="746843" y="421081"/>
                  </a:lnTo>
                  <a:lnTo>
                    <a:pt x="1024958" y="421081"/>
                  </a:lnTo>
                  <a:lnTo>
                    <a:pt x="1024958" y="107208"/>
                  </a:lnTo>
                  <a:cubicBezTo>
                    <a:pt x="1024962" y="101564"/>
                    <a:pt x="1026325" y="96004"/>
                    <a:pt x="1028931" y="90998"/>
                  </a:cubicBezTo>
                  <a:lnTo>
                    <a:pt x="1034814" y="79397"/>
                  </a:lnTo>
                  <a:close/>
                  <a:moveTo>
                    <a:pt x="1009066" y="107208"/>
                  </a:moveTo>
                  <a:lnTo>
                    <a:pt x="1009066" y="405189"/>
                  </a:lnTo>
                  <a:lnTo>
                    <a:pt x="762735" y="405189"/>
                  </a:lnTo>
                  <a:lnTo>
                    <a:pt x="762735" y="107208"/>
                  </a:lnTo>
                  <a:cubicBezTo>
                    <a:pt x="762740" y="103192"/>
                    <a:pt x="762259" y="99190"/>
                    <a:pt x="761304" y="95289"/>
                  </a:cubicBezTo>
                  <a:lnTo>
                    <a:pt x="1010498" y="95289"/>
                  </a:lnTo>
                  <a:cubicBezTo>
                    <a:pt x="1009542" y="99190"/>
                    <a:pt x="1009062" y="103192"/>
                    <a:pt x="1009066" y="107208"/>
                  </a:cubicBezTo>
                  <a:close/>
                  <a:moveTo>
                    <a:pt x="387358" y="79397"/>
                  </a:moveTo>
                  <a:lnTo>
                    <a:pt x="393239" y="90998"/>
                  </a:lnTo>
                  <a:cubicBezTo>
                    <a:pt x="395846" y="96004"/>
                    <a:pt x="397209" y="101564"/>
                    <a:pt x="397212" y="107208"/>
                  </a:cubicBezTo>
                  <a:lnTo>
                    <a:pt x="397212" y="421081"/>
                  </a:lnTo>
                  <a:lnTo>
                    <a:pt x="675328" y="421081"/>
                  </a:lnTo>
                  <a:lnTo>
                    <a:pt x="675328" y="107208"/>
                  </a:lnTo>
                  <a:cubicBezTo>
                    <a:pt x="675331" y="101564"/>
                    <a:pt x="676694" y="96004"/>
                    <a:pt x="679301" y="90998"/>
                  </a:cubicBezTo>
                  <a:lnTo>
                    <a:pt x="685183" y="79397"/>
                  </a:lnTo>
                  <a:close/>
                  <a:moveTo>
                    <a:pt x="659435" y="107208"/>
                  </a:moveTo>
                  <a:lnTo>
                    <a:pt x="659435" y="405189"/>
                  </a:lnTo>
                  <a:lnTo>
                    <a:pt x="413105" y="405189"/>
                  </a:lnTo>
                  <a:lnTo>
                    <a:pt x="413105" y="107208"/>
                  </a:lnTo>
                  <a:cubicBezTo>
                    <a:pt x="413109" y="103192"/>
                    <a:pt x="412628" y="99190"/>
                    <a:pt x="411673" y="95289"/>
                  </a:cubicBezTo>
                  <a:lnTo>
                    <a:pt x="660867" y="95289"/>
                  </a:lnTo>
                  <a:cubicBezTo>
                    <a:pt x="659912" y="99190"/>
                    <a:pt x="659431" y="103192"/>
                    <a:pt x="659436" y="107208"/>
                  </a:cubicBezTo>
                  <a:close/>
                  <a:moveTo>
                    <a:pt x="3184402" y="79397"/>
                  </a:moveTo>
                  <a:lnTo>
                    <a:pt x="3190284" y="90998"/>
                  </a:lnTo>
                  <a:cubicBezTo>
                    <a:pt x="3192891" y="96004"/>
                    <a:pt x="3194254" y="101564"/>
                    <a:pt x="3194257" y="107208"/>
                  </a:cubicBezTo>
                  <a:lnTo>
                    <a:pt x="3194257" y="421081"/>
                  </a:lnTo>
                  <a:lnTo>
                    <a:pt x="3472372" y="421081"/>
                  </a:lnTo>
                  <a:lnTo>
                    <a:pt x="3472372" y="107208"/>
                  </a:lnTo>
                  <a:cubicBezTo>
                    <a:pt x="3472376" y="101564"/>
                    <a:pt x="3473738" y="96004"/>
                    <a:pt x="3476345" y="90998"/>
                  </a:cubicBezTo>
                  <a:lnTo>
                    <a:pt x="3482227" y="79397"/>
                  </a:lnTo>
                  <a:close/>
                  <a:moveTo>
                    <a:pt x="3456480" y="107208"/>
                  </a:moveTo>
                  <a:lnTo>
                    <a:pt x="3456480" y="405189"/>
                  </a:lnTo>
                  <a:lnTo>
                    <a:pt x="3210149" y="405189"/>
                  </a:lnTo>
                  <a:lnTo>
                    <a:pt x="3210149" y="107208"/>
                  </a:lnTo>
                  <a:cubicBezTo>
                    <a:pt x="3210154" y="103192"/>
                    <a:pt x="3209673" y="99190"/>
                    <a:pt x="3208718" y="95289"/>
                  </a:cubicBezTo>
                  <a:lnTo>
                    <a:pt x="3457912" y="95289"/>
                  </a:lnTo>
                  <a:cubicBezTo>
                    <a:pt x="3456956" y="99190"/>
                    <a:pt x="3456476" y="103192"/>
                    <a:pt x="3456480" y="107208"/>
                  </a:cubicBezTo>
                  <a:close/>
                  <a:moveTo>
                    <a:pt x="2834771" y="79397"/>
                  </a:moveTo>
                  <a:lnTo>
                    <a:pt x="2840653" y="90998"/>
                  </a:lnTo>
                  <a:cubicBezTo>
                    <a:pt x="2843260" y="96004"/>
                    <a:pt x="2844623" y="101564"/>
                    <a:pt x="2844627" y="107208"/>
                  </a:cubicBezTo>
                  <a:lnTo>
                    <a:pt x="2844627" y="421081"/>
                  </a:lnTo>
                  <a:lnTo>
                    <a:pt x="3122742" y="421081"/>
                  </a:lnTo>
                  <a:lnTo>
                    <a:pt x="3122742" y="107208"/>
                  </a:lnTo>
                  <a:cubicBezTo>
                    <a:pt x="3122746" y="101564"/>
                    <a:pt x="3124108" y="96004"/>
                    <a:pt x="3126715" y="90998"/>
                  </a:cubicBezTo>
                  <a:lnTo>
                    <a:pt x="3132597" y="79397"/>
                  </a:lnTo>
                  <a:close/>
                  <a:moveTo>
                    <a:pt x="3106849" y="107208"/>
                  </a:moveTo>
                  <a:lnTo>
                    <a:pt x="3106849" y="405189"/>
                  </a:lnTo>
                  <a:lnTo>
                    <a:pt x="2860519" y="405189"/>
                  </a:lnTo>
                  <a:lnTo>
                    <a:pt x="2860519" y="107208"/>
                  </a:lnTo>
                  <a:cubicBezTo>
                    <a:pt x="2860523" y="103192"/>
                    <a:pt x="2860043" y="99190"/>
                    <a:pt x="2859087" y="95289"/>
                  </a:cubicBezTo>
                  <a:lnTo>
                    <a:pt x="3108281" y="95289"/>
                  </a:lnTo>
                  <a:cubicBezTo>
                    <a:pt x="3107326" y="99190"/>
                    <a:pt x="3106845" y="103192"/>
                    <a:pt x="3106849" y="107208"/>
                  </a:cubicBezTo>
                  <a:close/>
                  <a:moveTo>
                    <a:pt x="2485141" y="79397"/>
                  </a:moveTo>
                  <a:lnTo>
                    <a:pt x="2491023" y="90998"/>
                  </a:lnTo>
                  <a:cubicBezTo>
                    <a:pt x="2493630" y="96004"/>
                    <a:pt x="2494993" y="101564"/>
                    <a:pt x="2494996" y="107208"/>
                  </a:cubicBezTo>
                  <a:lnTo>
                    <a:pt x="2494996" y="421081"/>
                  </a:lnTo>
                  <a:lnTo>
                    <a:pt x="2773111" y="421081"/>
                  </a:lnTo>
                  <a:lnTo>
                    <a:pt x="2773111" y="107208"/>
                  </a:lnTo>
                  <a:cubicBezTo>
                    <a:pt x="2773115" y="101564"/>
                    <a:pt x="2774477" y="96004"/>
                    <a:pt x="2777084" y="90998"/>
                  </a:cubicBezTo>
                  <a:lnTo>
                    <a:pt x="2782966" y="79397"/>
                  </a:lnTo>
                  <a:close/>
                  <a:moveTo>
                    <a:pt x="2757219" y="107208"/>
                  </a:moveTo>
                  <a:lnTo>
                    <a:pt x="2757219" y="405189"/>
                  </a:lnTo>
                  <a:lnTo>
                    <a:pt x="2510888" y="405189"/>
                  </a:lnTo>
                  <a:lnTo>
                    <a:pt x="2510888" y="107208"/>
                  </a:lnTo>
                  <a:cubicBezTo>
                    <a:pt x="2510893" y="103192"/>
                    <a:pt x="2510412" y="99190"/>
                    <a:pt x="2509457" y="95289"/>
                  </a:cubicBezTo>
                  <a:lnTo>
                    <a:pt x="2758651" y="95289"/>
                  </a:lnTo>
                  <a:cubicBezTo>
                    <a:pt x="2757695" y="99190"/>
                    <a:pt x="2757215" y="103192"/>
                    <a:pt x="2757219" y="107208"/>
                  </a:cubicBezTo>
                  <a:close/>
                  <a:moveTo>
                    <a:pt x="2135510" y="79397"/>
                  </a:moveTo>
                  <a:lnTo>
                    <a:pt x="2141392" y="90998"/>
                  </a:lnTo>
                  <a:cubicBezTo>
                    <a:pt x="2143999" y="96004"/>
                    <a:pt x="2145362" y="101564"/>
                    <a:pt x="2145365" y="107208"/>
                  </a:cubicBezTo>
                  <a:lnTo>
                    <a:pt x="2145365" y="421081"/>
                  </a:lnTo>
                  <a:lnTo>
                    <a:pt x="2423481" y="421081"/>
                  </a:lnTo>
                  <a:lnTo>
                    <a:pt x="2423481" y="107208"/>
                  </a:lnTo>
                  <a:cubicBezTo>
                    <a:pt x="2423485" y="101564"/>
                    <a:pt x="2424847" y="96004"/>
                    <a:pt x="2427454" y="90998"/>
                  </a:cubicBezTo>
                  <a:lnTo>
                    <a:pt x="2433336" y="79397"/>
                  </a:lnTo>
                  <a:close/>
                  <a:moveTo>
                    <a:pt x="2407588" y="107208"/>
                  </a:moveTo>
                  <a:lnTo>
                    <a:pt x="2407588" y="405189"/>
                  </a:lnTo>
                  <a:lnTo>
                    <a:pt x="2161258" y="405189"/>
                  </a:lnTo>
                  <a:lnTo>
                    <a:pt x="2161258" y="107208"/>
                  </a:lnTo>
                  <a:cubicBezTo>
                    <a:pt x="2161262" y="103192"/>
                    <a:pt x="2160781" y="99190"/>
                    <a:pt x="2159826" y="95289"/>
                  </a:cubicBezTo>
                  <a:lnTo>
                    <a:pt x="2409020" y="95289"/>
                  </a:lnTo>
                  <a:cubicBezTo>
                    <a:pt x="2408065" y="99190"/>
                    <a:pt x="2407584" y="103192"/>
                    <a:pt x="2407588" y="107208"/>
                  </a:cubicBezTo>
                  <a:close/>
                  <a:moveTo>
                    <a:pt x="1785880" y="79397"/>
                  </a:moveTo>
                  <a:lnTo>
                    <a:pt x="1791762" y="90998"/>
                  </a:lnTo>
                  <a:cubicBezTo>
                    <a:pt x="1794369" y="96004"/>
                    <a:pt x="1795731" y="101564"/>
                    <a:pt x="1795735" y="107208"/>
                  </a:cubicBezTo>
                  <a:lnTo>
                    <a:pt x="1795735" y="421081"/>
                  </a:lnTo>
                  <a:lnTo>
                    <a:pt x="2073850" y="421081"/>
                  </a:lnTo>
                  <a:lnTo>
                    <a:pt x="2073850" y="107208"/>
                  </a:lnTo>
                  <a:cubicBezTo>
                    <a:pt x="2073854" y="101564"/>
                    <a:pt x="2075216" y="96004"/>
                    <a:pt x="2077823" y="90998"/>
                  </a:cubicBezTo>
                  <a:lnTo>
                    <a:pt x="2083705" y="79397"/>
                  </a:lnTo>
                  <a:close/>
                  <a:moveTo>
                    <a:pt x="2057958" y="107208"/>
                  </a:moveTo>
                  <a:lnTo>
                    <a:pt x="2057958" y="405189"/>
                  </a:lnTo>
                  <a:lnTo>
                    <a:pt x="1811627" y="405189"/>
                  </a:lnTo>
                  <a:lnTo>
                    <a:pt x="1811627" y="107208"/>
                  </a:lnTo>
                  <a:cubicBezTo>
                    <a:pt x="1811632" y="103192"/>
                    <a:pt x="1811151" y="99190"/>
                    <a:pt x="1810195" y="95289"/>
                  </a:cubicBezTo>
                  <a:lnTo>
                    <a:pt x="2059389" y="95289"/>
                  </a:lnTo>
                  <a:cubicBezTo>
                    <a:pt x="2058434" y="99190"/>
                    <a:pt x="2057953" y="103192"/>
                    <a:pt x="2057958" y="107208"/>
                  </a:cubicBezTo>
                  <a:close/>
                  <a:moveTo>
                    <a:pt x="1436249" y="79397"/>
                  </a:moveTo>
                  <a:lnTo>
                    <a:pt x="1442131" y="90998"/>
                  </a:lnTo>
                  <a:cubicBezTo>
                    <a:pt x="1444738" y="96004"/>
                    <a:pt x="1446101" y="101564"/>
                    <a:pt x="1446104" y="107208"/>
                  </a:cubicBezTo>
                  <a:lnTo>
                    <a:pt x="1446104" y="421081"/>
                  </a:lnTo>
                  <a:lnTo>
                    <a:pt x="1724220" y="421081"/>
                  </a:lnTo>
                  <a:lnTo>
                    <a:pt x="1724220" y="107208"/>
                  </a:lnTo>
                  <a:cubicBezTo>
                    <a:pt x="1724223" y="101564"/>
                    <a:pt x="1725586" y="96004"/>
                    <a:pt x="1728193" y="90998"/>
                  </a:cubicBezTo>
                  <a:lnTo>
                    <a:pt x="1734075" y="79397"/>
                  </a:lnTo>
                  <a:close/>
                  <a:moveTo>
                    <a:pt x="1708327" y="107208"/>
                  </a:moveTo>
                  <a:lnTo>
                    <a:pt x="1708327" y="405189"/>
                  </a:lnTo>
                  <a:lnTo>
                    <a:pt x="1461997" y="405189"/>
                  </a:lnTo>
                  <a:lnTo>
                    <a:pt x="1461997" y="107208"/>
                  </a:lnTo>
                  <a:cubicBezTo>
                    <a:pt x="1462001" y="103192"/>
                    <a:pt x="1461520" y="99190"/>
                    <a:pt x="1460565" y="95289"/>
                  </a:cubicBezTo>
                  <a:lnTo>
                    <a:pt x="1709759" y="95289"/>
                  </a:lnTo>
                  <a:cubicBezTo>
                    <a:pt x="1708804" y="99190"/>
                    <a:pt x="1708323" y="103192"/>
                    <a:pt x="1708327" y="107208"/>
                  </a:cubicBezTo>
                  <a:close/>
                  <a:moveTo>
                    <a:pt x="1086619" y="79397"/>
                  </a:moveTo>
                  <a:lnTo>
                    <a:pt x="1092500" y="90998"/>
                  </a:lnTo>
                  <a:cubicBezTo>
                    <a:pt x="1095107" y="96004"/>
                    <a:pt x="1096470" y="101564"/>
                    <a:pt x="1096474" y="107208"/>
                  </a:cubicBezTo>
                  <a:lnTo>
                    <a:pt x="1096474" y="421081"/>
                  </a:lnTo>
                  <a:lnTo>
                    <a:pt x="1374589" y="421081"/>
                  </a:lnTo>
                  <a:lnTo>
                    <a:pt x="1374589" y="107208"/>
                  </a:lnTo>
                  <a:cubicBezTo>
                    <a:pt x="1374593" y="101564"/>
                    <a:pt x="1375955" y="96004"/>
                    <a:pt x="1378562" y="90998"/>
                  </a:cubicBezTo>
                  <a:lnTo>
                    <a:pt x="1384444" y="79397"/>
                  </a:lnTo>
                  <a:close/>
                  <a:moveTo>
                    <a:pt x="1358696" y="107208"/>
                  </a:moveTo>
                  <a:lnTo>
                    <a:pt x="1358696" y="405189"/>
                  </a:lnTo>
                  <a:lnTo>
                    <a:pt x="1112366" y="405189"/>
                  </a:lnTo>
                  <a:lnTo>
                    <a:pt x="1112366" y="107208"/>
                  </a:lnTo>
                  <a:cubicBezTo>
                    <a:pt x="1112370" y="103192"/>
                    <a:pt x="1111890" y="99190"/>
                    <a:pt x="1110934" y="95289"/>
                  </a:cubicBezTo>
                  <a:lnTo>
                    <a:pt x="1360128" y="95289"/>
                  </a:lnTo>
                  <a:cubicBezTo>
                    <a:pt x="1359173" y="99190"/>
                    <a:pt x="1358692" y="103192"/>
                    <a:pt x="1358697" y="107208"/>
                  </a:cubicBezTo>
                  <a:close/>
                  <a:moveTo>
                    <a:pt x="736988" y="79397"/>
                  </a:moveTo>
                  <a:lnTo>
                    <a:pt x="742870" y="90998"/>
                  </a:lnTo>
                  <a:cubicBezTo>
                    <a:pt x="745477" y="96004"/>
                    <a:pt x="746839" y="101564"/>
                    <a:pt x="746843" y="107208"/>
                  </a:cubicBezTo>
                  <a:lnTo>
                    <a:pt x="746843" y="421081"/>
                  </a:lnTo>
                  <a:lnTo>
                    <a:pt x="1024958" y="421081"/>
                  </a:lnTo>
                  <a:lnTo>
                    <a:pt x="1024958" y="107208"/>
                  </a:lnTo>
                  <a:cubicBezTo>
                    <a:pt x="1024962" y="101564"/>
                    <a:pt x="1026325" y="96004"/>
                    <a:pt x="1028931" y="90998"/>
                  </a:cubicBezTo>
                  <a:lnTo>
                    <a:pt x="1034814" y="79397"/>
                  </a:lnTo>
                  <a:close/>
                  <a:moveTo>
                    <a:pt x="1009066" y="107208"/>
                  </a:moveTo>
                  <a:lnTo>
                    <a:pt x="1009066" y="405189"/>
                  </a:lnTo>
                  <a:lnTo>
                    <a:pt x="762735" y="405189"/>
                  </a:lnTo>
                  <a:lnTo>
                    <a:pt x="762735" y="107208"/>
                  </a:lnTo>
                  <a:cubicBezTo>
                    <a:pt x="762740" y="103192"/>
                    <a:pt x="762259" y="99190"/>
                    <a:pt x="761304" y="95289"/>
                  </a:cubicBezTo>
                  <a:lnTo>
                    <a:pt x="1010498" y="95289"/>
                  </a:lnTo>
                  <a:cubicBezTo>
                    <a:pt x="1009542" y="99190"/>
                    <a:pt x="1009062" y="103192"/>
                    <a:pt x="1009066" y="107208"/>
                  </a:cubicBezTo>
                  <a:close/>
                  <a:moveTo>
                    <a:pt x="387358" y="79397"/>
                  </a:moveTo>
                  <a:lnTo>
                    <a:pt x="393239" y="90998"/>
                  </a:lnTo>
                  <a:cubicBezTo>
                    <a:pt x="395846" y="96004"/>
                    <a:pt x="397209" y="101564"/>
                    <a:pt x="397212" y="107208"/>
                  </a:cubicBezTo>
                  <a:lnTo>
                    <a:pt x="397212" y="421081"/>
                  </a:lnTo>
                  <a:lnTo>
                    <a:pt x="675328" y="421081"/>
                  </a:lnTo>
                  <a:lnTo>
                    <a:pt x="675328" y="107208"/>
                  </a:lnTo>
                  <a:cubicBezTo>
                    <a:pt x="675331" y="101564"/>
                    <a:pt x="676694" y="96004"/>
                    <a:pt x="679301" y="90998"/>
                  </a:cubicBezTo>
                  <a:lnTo>
                    <a:pt x="685183" y="79397"/>
                  </a:lnTo>
                  <a:close/>
                  <a:moveTo>
                    <a:pt x="659435" y="107208"/>
                  </a:moveTo>
                  <a:lnTo>
                    <a:pt x="659435" y="405189"/>
                  </a:lnTo>
                  <a:lnTo>
                    <a:pt x="413105" y="405189"/>
                  </a:lnTo>
                  <a:lnTo>
                    <a:pt x="413105" y="107208"/>
                  </a:lnTo>
                  <a:cubicBezTo>
                    <a:pt x="413109" y="103192"/>
                    <a:pt x="412628" y="99190"/>
                    <a:pt x="411673" y="95289"/>
                  </a:cubicBezTo>
                  <a:lnTo>
                    <a:pt x="660867" y="95289"/>
                  </a:lnTo>
                  <a:cubicBezTo>
                    <a:pt x="659912" y="99190"/>
                    <a:pt x="659431" y="103192"/>
                    <a:pt x="659436" y="107208"/>
                  </a:cubicBezTo>
                  <a:close/>
                  <a:moveTo>
                    <a:pt x="3184402" y="79397"/>
                  </a:moveTo>
                  <a:lnTo>
                    <a:pt x="3190284" y="90998"/>
                  </a:lnTo>
                  <a:cubicBezTo>
                    <a:pt x="3192891" y="96004"/>
                    <a:pt x="3194254" y="101564"/>
                    <a:pt x="3194257" y="107208"/>
                  </a:cubicBezTo>
                  <a:lnTo>
                    <a:pt x="3194257" y="421081"/>
                  </a:lnTo>
                  <a:lnTo>
                    <a:pt x="3472372" y="421081"/>
                  </a:lnTo>
                  <a:lnTo>
                    <a:pt x="3472372" y="107208"/>
                  </a:lnTo>
                  <a:cubicBezTo>
                    <a:pt x="3472376" y="101564"/>
                    <a:pt x="3473738" y="96004"/>
                    <a:pt x="3476345" y="90998"/>
                  </a:cubicBezTo>
                  <a:lnTo>
                    <a:pt x="3482227" y="79397"/>
                  </a:lnTo>
                  <a:close/>
                  <a:moveTo>
                    <a:pt x="3456480" y="107208"/>
                  </a:moveTo>
                  <a:lnTo>
                    <a:pt x="3456480" y="405189"/>
                  </a:lnTo>
                  <a:lnTo>
                    <a:pt x="3210149" y="405189"/>
                  </a:lnTo>
                  <a:lnTo>
                    <a:pt x="3210149" y="107208"/>
                  </a:lnTo>
                  <a:cubicBezTo>
                    <a:pt x="3210154" y="103192"/>
                    <a:pt x="3209673" y="99190"/>
                    <a:pt x="3208718" y="95289"/>
                  </a:cubicBezTo>
                  <a:lnTo>
                    <a:pt x="3457912" y="95289"/>
                  </a:lnTo>
                  <a:cubicBezTo>
                    <a:pt x="3456956" y="99190"/>
                    <a:pt x="3456476" y="103192"/>
                    <a:pt x="3456480" y="107208"/>
                  </a:cubicBezTo>
                  <a:close/>
                  <a:moveTo>
                    <a:pt x="2840653" y="90998"/>
                  </a:moveTo>
                  <a:cubicBezTo>
                    <a:pt x="2843260" y="96004"/>
                    <a:pt x="2844623" y="101564"/>
                    <a:pt x="2844627" y="107208"/>
                  </a:cubicBezTo>
                  <a:lnTo>
                    <a:pt x="2844627" y="421081"/>
                  </a:lnTo>
                  <a:lnTo>
                    <a:pt x="3122742" y="421081"/>
                  </a:lnTo>
                  <a:lnTo>
                    <a:pt x="3122742" y="107208"/>
                  </a:lnTo>
                  <a:cubicBezTo>
                    <a:pt x="3122746" y="101564"/>
                    <a:pt x="3124108" y="96004"/>
                    <a:pt x="3126715" y="90998"/>
                  </a:cubicBezTo>
                  <a:lnTo>
                    <a:pt x="3132597" y="79397"/>
                  </a:lnTo>
                  <a:lnTo>
                    <a:pt x="2834771" y="79397"/>
                  </a:lnTo>
                  <a:close/>
                  <a:moveTo>
                    <a:pt x="3108281" y="95289"/>
                  </a:moveTo>
                  <a:cubicBezTo>
                    <a:pt x="3107326" y="99190"/>
                    <a:pt x="3106845" y="103192"/>
                    <a:pt x="3106849" y="107208"/>
                  </a:cubicBezTo>
                  <a:lnTo>
                    <a:pt x="3106849" y="405189"/>
                  </a:lnTo>
                  <a:lnTo>
                    <a:pt x="2860519" y="405189"/>
                  </a:lnTo>
                  <a:lnTo>
                    <a:pt x="2860519" y="107208"/>
                  </a:lnTo>
                  <a:cubicBezTo>
                    <a:pt x="2860523" y="103192"/>
                    <a:pt x="2860043" y="99190"/>
                    <a:pt x="2859087" y="95289"/>
                  </a:cubicBezTo>
                  <a:close/>
                  <a:moveTo>
                    <a:pt x="2491023" y="90998"/>
                  </a:moveTo>
                  <a:cubicBezTo>
                    <a:pt x="2493630" y="96004"/>
                    <a:pt x="2494993" y="101564"/>
                    <a:pt x="2494996" y="107208"/>
                  </a:cubicBezTo>
                  <a:lnTo>
                    <a:pt x="2494996" y="421081"/>
                  </a:lnTo>
                  <a:lnTo>
                    <a:pt x="2773111" y="421081"/>
                  </a:lnTo>
                  <a:lnTo>
                    <a:pt x="2773111" y="107208"/>
                  </a:lnTo>
                  <a:cubicBezTo>
                    <a:pt x="2773115" y="101564"/>
                    <a:pt x="2774477" y="96004"/>
                    <a:pt x="2777084" y="90998"/>
                  </a:cubicBezTo>
                  <a:lnTo>
                    <a:pt x="2782966" y="79397"/>
                  </a:lnTo>
                  <a:lnTo>
                    <a:pt x="2485141" y="79397"/>
                  </a:lnTo>
                  <a:close/>
                  <a:moveTo>
                    <a:pt x="2758651" y="95289"/>
                  </a:moveTo>
                  <a:cubicBezTo>
                    <a:pt x="2757695" y="99190"/>
                    <a:pt x="2757215" y="103192"/>
                    <a:pt x="2757219" y="107208"/>
                  </a:cubicBezTo>
                  <a:lnTo>
                    <a:pt x="2757219" y="405189"/>
                  </a:lnTo>
                  <a:lnTo>
                    <a:pt x="2510888" y="405189"/>
                  </a:lnTo>
                  <a:lnTo>
                    <a:pt x="2510888" y="107208"/>
                  </a:lnTo>
                  <a:cubicBezTo>
                    <a:pt x="2510893" y="103192"/>
                    <a:pt x="2510412" y="99190"/>
                    <a:pt x="2509457" y="95289"/>
                  </a:cubicBezTo>
                  <a:close/>
                  <a:moveTo>
                    <a:pt x="2141392" y="90998"/>
                  </a:moveTo>
                  <a:cubicBezTo>
                    <a:pt x="2143999" y="96004"/>
                    <a:pt x="2145362" y="101564"/>
                    <a:pt x="2145365" y="107208"/>
                  </a:cubicBezTo>
                  <a:lnTo>
                    <a:pt x="2145365" y="421081"/>
                  </a:lnTo>
                  <a:lnTo>
                    <a:pt x="2423481" y="421081"/>
                  </a:lnTo>
                  <a:lnTo>
                    <a:pt x="2423481" y="107208"/>
                  </a:lnTo>
                  <a:cubicBezTo>
                    <a:pt x="2423485" y="101564"/>
                    <a:pt x="2424847" y="96004"/>
                    <a:pt x="2427454" y="90998"/>
                  </a:cubicBezTo>
                  <a:lnTo>
                    <a:pt x="2433336" y="79397"/>
                  </a:lnTo>
                  <a:lnTo>
                    <a:pt x="2135510" y="79397"/>
                  </a:lnTo>
                  <a:close/>
                  <a:moveTo>
                    <a:pt x="2409020" y="95289"/>
                  </a:moveTo>
                  <a:cubicBezTo>
                    <a:pt x="2408065" y="99190"/>
                    <a:pt x="2407584" y="103192"/>
                    <a:pt x="2407588" y="107208"/>
                  </a:cubicBezTo>
                  <a:lnTo>
                    <a:pt x="2407588" y="405189"/>
                  </a:lnTo>
                  <a:lnTo>
                    <a:pt x="2161258" y="405189"/>
                  </a:lnTo>
                  <a:lnTo>
                    <a:pt x="2161258" y="107208"/>
                  </a:lnTo>
                  <a:cubicBezTo>
                    <a:pt x="2161262" y="103192"/>
                    <a:pt x="2160781" y="99190"/>
                    <a:pt x="2159826" y="95289"/>
                  </a:cubicBezTo>
                  <a:close/>
                  <a:moveTo>
                    <a:pt x="1791762" y="90998"/>
                  </a:moveTo>
                  <a:cubicBezTo>
                    <a:pt x="1794369" y="96004"/>
                    <a:pt x="1795731" y="101564"/>
                    <a:pt x="1795735" y="107208"/>
                  </a:cubicBezTo>
                  <a:lnTo>
                    <a:pt x="1795735" y="421081"/>
                  </a:lnTo>
                  <a:lnTo>
                    <a:pt x="2073850" y="421081"/>
                  </a:lnTo>
                  <a:lnTo>
                    <a:pt x="2073850" y="107208"/>
                  </a:lnTo>
                  <a:cubicBezTo>
                    <a:pt x="2073854" y="101564"/>
                    <a:pt x="2075216" y="96004"/>
                    <a:pt x="2077823" y="90998"/>
                  </a:cubicBezTo>
                  <a:lnTo>
                    <a:pt x="2083705" y="79397"/>
                  </a:lnTo>
                  <a:lnTo>
                    <a:pt x="1785880" y="79397"/>
                  </a:lnTo>
                  <a:close/>
                  <a:moveTo>
                    <a:pt x="2059389" y="95289"/>
                  </a:moveTo>
                  <a:cubicBezTo>
                    <a:pt x="2058434" y="99190"/>
                    <a:pt x="2057953" y="103192"/>
                    <a:pt x="2057958" y="107208"/>
                  </a:cubicBezTo>
                  <a:lnTo>
                    <a:pt x="2057958" y="405189"/>
                  </a:lnTo>
                  <a:lnTo>
                    <a:pt x="1811627" y="405189"/>
                  </a:lnTo>
                  <a:lnTo>
                    <a:pt x="1811627" y="107208"/>
                  </a:lnTo>
                  <a:cubicBezTo>
                    <a:pt x="1811632" y="103192"/>
                    <a:pt x="1811151" y="99190"/>
                    <a:pt x="1810195" y="95289"/>
                  </a:cubicBezTo>
                  <a:close/>
                  <a:moveTo>
                    <a:pt x="1442131" y="90998"/>
                  </a:moveTo>
                  <a:cubicBezTo>
                    <a:pt x="1444738" y="96004"/>
                    <a:pt x="1446101" y="101564"/>
                    <a:pt x="1446104" y="107208"/>
                  </a:cubicBezTo>
                  <a:lnTo>
                    <a:pt x="1446104" y="421081"/>
                  </a:lnTo>
                  <a:lnTo>
                    <a:pt x="1724220" y="421081"/>
                  </a:lnTo>
                  <a:lnTo>
                    <a:pt x="1724220" y="107208"/>
                  </a:lnTo>
                  <a:cubicBezTo>
                    <a:pt x="1724223" y="101564"/>
                    <a:pt x="1725586" y="96004"/>
                    <a:pt x="1728193" y="90998"/>
                  </a:cubicBezTo>
                  <a:lnTo>
                    <a:pt x="1734075" y="79397"/>
                  </a:lnTo>
                  <a:lnTo>
                    <a:pt x="1436249" y="79397"/>
                  </a:lnTo>
                  <a:close/>
                  <a:moveTo>
                    <a:pt x="1709759" y="95289"/>
                  </a:moveTo>
                  <a:cubicBezTo>
                    <a:pt x="1708804" y="99190"/>
                    <a:pt x="1708323" y="103192"/>
                    <a:pt x="1708327" y="107208"/>
                  </a:cubicBezTo>
                  <a:lnTo>
                    <a:pt x="1708327" y="405189"/>
                  </a:lnTo>
                  <a:lnTo>
                    <a:pt x="1461997" y="405189"/>
                  </a:lnTo>
                  <a:lnTo>
                    <a:pt x="1461997" y="107208"/>
                  </a:lnTo>
                  <a:cubicBezTo>
                    <a:pt x="1462001" y="103192"/>
                    <a:pt x="1461520" y="99190"/>
                    <a:pt x="1460565" y="95289"/>
                  </a:cubicBezTo>
                  <a:close/>
                  <a:moveTo>
                    <a:pt x="1092500" y="90998"/>
                  </a:moveTo>
                  <a:cubicBezTo>
                    <a:pt x="1095107" y="96004"/>
                    <a:pt x="1096470" y="101564"/>
                    <a:pt x="1096474" y="107208"/>
                  </a:cubicBezTo>
                  <a:lnTo>
                    <a:pt x="1096474" y="421081"/>
                  </a:lnTo>
                  <a:lnTo>
                    <a:pt x="1374589" y="421081"/>
                  </a:lnTo>
                  <a:lnTo>
                    <a:pt x="1374589" y="107208"/>
                  </a:lnTo>
                  <a:cubicBezTo>
                    <a:pt x="1374593" y="101564"/>
                    <a:pt x="1375955" y="96004"/>
                    <a:pt x="1378562" y="90998"/>
                  </a:cubicBezTo>
                  <a:lnTo>
                    <a:pt x="1384444" y="79397"/>
                  </a:lnTo>
                  <a:lnTo>
                    <a:pt x="1086619" y="79397"/>
                  </a:lnTo>
                  <a:close/>
                  <a:moveTo>
                    <a:pt x="1360128" y="95289"/>
                  </a:moveTo>
                  <a:cubicBezTo>
                    <a:pt x="1359173" y="99190"/>
                    <a:pt x="1358692" y="103192"/>
                    <a:pt x="1358697" y="107208"/>
                  </a:cubicBezTo>
                  <a:lnTo>
                    <a:pt x="1358696" y="405189"/>
                  </a:lnTo>
                  <a:lnTo>
                    <a:pt x="1112366" y="405189"/>
                  </a:lnTo>
                  <a:lnTo>
                    <a:pt x="1112366" y="107208"/>
                  </a:lnTo>
                  <a:cubicBezTo>
                    <a:pt x="1112370" y="103192"/>
                    <a:pt x="1111890" y="99190"/>
                    <a:pt x="1110934" y="95289"/>
                  </a:cubicBezTo>
                  <a:close/>
                  <a:moveTo>
                    <a:pt x="742870" y="90998"/>
                  </a:moveTo>
                  <a:cubicBezTo>
                    <a:pt x="745477" y="96004"/>
                    <a:pt x="746839" y="101564"/>
                    <a:pt x="746843" y="107208"/>
                  </a:cubicBezTo>
                  <a:lnTo>
                    <a:pt x="746843" y="421081"/>
                  </a:lnTo>
                  <a:lnTo>
                    <a:pt x="1024958" y="421081"/>
                  </a:lnTo>
                  <a:lnTo>
                    <a:pt x="1024958" y="107208"/>
                  </a:lnTo>
                  <a:cubicBezTo>
                    <a:pt x="1024962" y="101564"/>
                    <a:pt x="1026325" y="96004"/>
                    <a:pt x="1028931" y="90998"/>
                  </a:cubicBezTo>
                  <a:lnTo>
                    <a:pt x="1034814" y="79397"/>
                  </a:lnTo>
                  <a:lnTo>
                    <a:pt x="736988" y="79397"/>
                  </a:lnTo>
                  <a:close/>
                  <a:moveTo>
                    <a:pt x="1010498" y="95289"/>
                  </a:moveTo>
                  <a:cubicBezTo>
                    <a:pt x="1009542" y="99190"/>
                    <a:pt x="1009062" y="103192"/>
                    <a:pt x="1009066" y="107208"/>
                  </a:cubicBezTo>
                  <a:lnTo>
                    <a:pt x="1009066" y="405189"/>
                  </a:lnTo>
                  <a:lnTo>
                    <a:pt x="762735" y="405189"/>
                  </a:lnTo>
                  <a:lnTo>
                    <a:pt x="762735" y="107208"/>
                  </a:lnTo>
                  <a:cubicBezTo>
                    <a:pt x="762740" y="103192"/>
                    <a:pt x="762259" y="99190"/>
                    <a:pt x="761304" y="95289"/>
                  </a:cubicBezTo>
                  <a:close/>
                  <a:moveTo>
                    <a:pt x="393239" y="90998"/>
                  </a:moveTo>
                  <a:cubicBezTo>
                    <a:pt x="395846" y="96004"/>
                    <a:pt x="397209" y="101564"/>
                    <a:pt x="397212" y="107208"/>
                  </a:cubicBezTo>
                  <a:lnTo>
                    <a:pt x="397212" y="421081"/>
                  </a:lnTo>
                  <a:lnTo>
                    <a:pt x="675328" y="421081"/>
                  </a:lnTo>
                  <a:lnTo>
                    <a:pt x="675328" y="107208"/>
                  </a:lnTo>
                  <a:cubicBezTo>
                    <a:pt x="675331" y="101564"/>
                    <a:pt x="676694" y="96004"/>
                    <a:pt x="679301" y="90998"/>
                  </a:cubicBezTo>
                  <a:lnTo>
                    <a:pt x="685183" y="79397"/>
                  </a:lnTo>
                  <a:lnTo>
                    <a:pt x="387358" y="79397"/>
                  </a:lnTo>
                  <a:close/>
                  <a:moveTo>
                    <a:pt x="660867" y="95289"/>
                  </a:moveTo>
                  <a:cubicBezTo>
                    <a:pt x="659912" y="99190"/>
                    <a:pt x="659431" y="103192"/>
                    <a:pt x="659436" y="107208"/>
                  </a:cubicBezTo>
                  <a:lnTo>
                    <a:pt x="659435" y="405189"/>
                  </a:lnTo>
                  <a:lnTo>
                    <a:pt x="413105" y="405189"/>
                  </a:lnTo>
                  <a:lnTo>
                    <a:pt x="413105" y="107208"/>
                  </a:lnTo>
                  <a:cubicBezTo>
                    <a:pt x="413109" y="103192"/>
                    <a:pt x="412628" y="99190"/>
                    <a:pt x="411673" y="95289"/>
                  </a:cubicBezTo>
                  <a:close/>
                  <a:moveTo>
                    <a:pt x="3190284" y="90998"/>
                  </a:moveTo>
                  <a:cubicBezTo>
                    <a:pt x="3192891" y="96004"/>
                    <a:pt x="3194254" y="101564"/>
                    <a:pt x="3194257" y="107208"/>
                  </a:cubicBezTo>
                  <a:lnTo>
                    <a:pt x="3194257" y="421081"/>
                  </a:lnTo>
                  <a:lnTo>
                    <a:pt x="3472372" y="421081"/>
                  </a:lnTo>
                  <a:lnTo>
                    <a:pt x="3472372" y="107208"/>
                  </a:lnTo>
                  <a:cubicBezTo>
                    <a:pt x="3472376" y="101564"/>
                    <a:pt x="3473738" y="96004"/>
                    <a:pt x="3476345" y="90998"/>
                  </a:cubicBezTo>
                  <a:lnTo>
                    <a:pt x="3482227" y="79397"/>
                  </a:lnTo>
                  <a:lnTo>
                    <a:pt x="3184402" y="79397"/>
                  </a:lnTo>
                  <a:close/>
                  <a:moveTo>
                    <a:pt x="3457912" y="95289"/>
                  </a:moveTo>
                  <a:cubicBezTo>
                    <a:pt x="3456956" y="99190"/>
                    <a:pt x="3456476" y="103192"/>
                    <a:pt x="3456480" y="107208"/>
                  </a:cubicBezTo>
                  <a:lnTo>
                    <a:pt x="3456480" y="405189"/>
                  </a:lnTo>
                  <a:lnTo>
                    <a:pt x="3210149" y="405189"/>
                  </a:lnTo>
                  <a:lnTo>
                    <a:pt x="3210149" y="107208"/>
                  </a:lnTo>
                  <a:cubicBezTo>
                    <a:pt x="3210154" y="103192"/>
                    <a:pt x="3209673" y="99190"/>
                    <a:pt x="3208718" y="95289"/>
                  </a:cubicBezTo>
                  <a:close/>
                  <a:moveTo>
                    <a:pt x="2840653" y="90998"/>
                  </a:moveTo>
                  <a:cubicBezTo>
                    <a:pt x="2843260" y="96004"/>
                    <a:pt x="2844623" y="101564"/>
                    <a:pt x="2844627" y="107208"/>
                  </a:cubicBezTo>
                  <a:lnTo>
                    <a:pt x="2844627" y="421081"/>
                  </a:lnTo>
                  <a:lnTo>
                    <a:pt x="3122742" y="421081"/>
                  </a:lnTo>
                  <a:lnTo>
                    <a:pt x="3122742" y="107208"/>
                  </a:lnTo>
                  <a:cubicBezTo>
                    <a:pt x="3122746" y="101564"/>
                    <a:pt x="3124108" y="96004"/>
                    <a:pt x="3126715" y="90998"/>
                  </a:cubicBezTo>
                  <a:lnTo>
                    <a:pt x="3132597" y="79397"/>
                  </a:lnTo>
                  <a:lnTo>
                    <a:pt x="2834771" y="79397"/>
                  </a:lnTo>
                  <a:close/>
                  <a:moveTo>
                    <a:pt x="3108281" y="95289"/>
                  </a:moveTo>
                  <a:cubicBezTo>
                    <a:pt x="3107326" y="99190"/>
                    <a:pt x="3106845" y="103192"/>
                    <a:pt x="3106849" y="107208"/>
                  </a:cubicBezTo>
                  <a:lnTo>
                    <a:pt x="3106849" y="405189"/>
                  </a:lnTo>
                  <a:lnTo>
                    <a:pt x="2860519" y="405189"/>
                  </a:lnTo>
                  <a:lnTo>
                    <a:pt x="2860519" y="107208"/>
                  </a:lnTo>
                  <a:cubicBezTo>
                    <a:pt x="2860523" y="103192"/>
                    <a:pt x="2860043" y="99190"/>
                    <a:pt x="2859087" y="95289"/>
                  </a:cubicBezTo>
                  <a:close/>
                  <a:moveTo>
                    <a:pt x="2491023" y="90998"/>
                  </a:moveTo>
                  <a:cubicBezTo>
                    <a:pt x="2493630" y="96004"/>
                    <a:pt x="2494993" y="101564"/>
                    <a:pt x="2494996" y="107208"/>
                  </a:cubicBezTo>
                  <a:lnTo>
                    <a:pt x="2494996" y="421081"/>
                  </a:lnTo>
                  <a:lnTo>
                    <a:pt x="2773111" y="421081"/>
                  </a:lnTo>
                  <a:lnTo>
                    <a:pt x="2773111" y="107208"/>
                  </a:lnTo>
                  <a:cubicBezTo>
                    <a:pt x="2773115" y="101564"/>
                    <a:pt x="2774477" y="96004"/>
                    <a:pt x="2777084" y="90998"/>
                  </a:cubicBezTo>
                  <a:lnTo>
                    <a:pt x="2782966" y="79397"/>
                  </a:lnTo>
                  <a:lnTo>
                    <a:pt x="2485141" y="79397"/>
                  </a:lnTo>
                  <a:close/>
                  <a:moveTo>
                    <a:pt x="2758651" y="95289"/>
                  </a:moveTo>
                  <a:cubicBezTo>
                    <a:pt x="2757695" y="99190"/>
                    <a:pt x="2757215" y="103192"/>
                    <a:pt x="2757219" y="107208"/>
                  </a:cubicBezTo>
                  <a:lnTo>
                    <a:pt x="2757219" y="405189"/>
                  </a:lnTo>
                  <a:lnTo>
                    <a:pt x="2510888" y="405189"/>
                  </a:lnTo>
                  <a:lnTo>
                    <a:pt x="2510888" y="107208"/>
                  </a:lnTo>
                  <a:cubicBezTo>
                    <a:pt x="2510893" y="103192"/>
                    <a:pt x="2510412" y="99190"/>
                    <a:pt x="2509457" y="95289"/>
                  </a:cubicBezTo>
                  <a:close/>
                  <a:moveTo>
                    <a:pt x="2141392" y="90998"/>
                  </a:moveTo>
                  <a:cubicBezTo>
                    <a:pt x="2143999" y="96004"/>
                    <a:pt x="2145362" y="101564"/>
                    <a:pt x="2145365" y="107208"/>
                  </a:cubicBezTo>
                  <a:lnTo>
                    <a:pt x="2145365" y="421081"/>
                  </a:lnTo>
                  <a:lnTo>
                    <a:pt x="2423481" y="421081"/>
                  </a:lnTo>
                  <a:lnTo>
                    <a:pt x="2423481" y="107208"/>
                  </a:lnTo>
                  <a:cubicBezTo>
                    <a:pt x="2423485" y="101564"/>
                    <a:pt x="2424847" y="96004"/>
                    <a:pt x="2427454" y="90998"/>
                  </a:cubicBezTo>
                  <a:lnTo>
                    <a:pt x="2433336" y="79397"/>
                  </a:lnTo>
                  <a:lnTo>
                    <a:pt x="2135510" y="79397"/>
                  </a:lnTo>
                  <a:close/>
                  <a:moveTo>
                    <a:pt x="2409020" y="95289"/>
                  </a:moveTo>
                  <a:cubicBezTo>
                    <a:pt x="2408065" y="99190"/>
                    <a:pt x="2407584" y="103192"/>
                    <a:pt x="2407588" y="107208"/>
                  </a:cubicBezTo>
                  <a:lnTo>
                    <a:pt x="2407588" y="405189"/>
                  </a:lnTo>
                  <a:lnTo>
                    <a:pt x="2161258" y="405189"/>
                  </a:lnTo>
                  <a:lnTo>
                    <a:pt x="2161258" y="107208"/>
                  </a:lnTo>
                  <a:cubicBezTo>
                    <a:pt x="2161262" y="103192"/>
                    <a:pt x="2160781" y="99190"/>
                    <a:pt x="2159826" y="95289"/>
                  </a:cubicBezTo>
                  <a:close/>
                  <a:moveTo>
                    <a:pt x="1791762" y="90998"/>
                  </a:moveTo>
                  <a:cubicBezTo>
                    <a:pt x="1794369" y="96004"/>
                    <a:pt x="1795731" y="101564"/>
                    <a:pt x="1795735" y="107208"/>
                  </a:cubicBezTo>
                  <a:lnTo>
                    <a:pt x="1795735" y="421081"/>
                  </a:lnTo>
                  <a:lnTo>
                    <a:pt x="2073850" y="421081"/>
                  </a:lnTo>
                  <a:lnTo>
                    <a:pt x="2073850" y="107208"/>
                  </a:lnTo>
                  <a:cubicBezTo>
                    <a:pt x="2073854" y="101564"/>
                    <a:pt x="2075216" y="96004"/>
                    <a:pt x="2077823" y="90998"/>
                  </a:cubicBezTo>
                  <a:lnTo>
                    <a:pt x="2083705" y="79397"/>
                  </a:lnTo>
                  <a:lnTo>
                    <a:pt x="1785880" y="79397"/>
                  </a:lnTo>
                  <a:close/>
                  <a:moveTo>
                    <a:pt x="2059389" y="95289"/>
                  </a:moveTo>
                  <a:cubicBezTo>
                    <a:pt x="2058434" y="99190"/>
                    <a:pt x="2057953" y="103192"/>
                    <a:pt x="2057958" y="107208"/>
                  </a:cubicBezTo>
                  <a:lnTo>
                    <a:pt x="2057958" y="405189"/>
                  </a:lnTo>
                  <a:lnTo>
                    <a:pt x="1811627" y="405189"/>
                  </a:lnTo>
                  <a:lnTo>
                    <a:pt x="1811627" y="107208"/>
                  </a:lnTo>
                  <a:cubicBezTo>
                    <a:pt x="1811632" y="103192"/>
                    <a:pt x="1811151" y="99190"/>
                    <a:pt x="1810195" y="95289"/>
                  </a:cubicBezTo>
                  <a:close/>
                  <a:moveTo>
                    <a:pt x="1442131" y="90998"/>
                  </a:moveTo>
                  <a:cubicBezTo>
                    <a:pt x="1444738" y="96004"/>
                    <a:pt x="1446101" y="101564"/>
                    <a:pt x="1446104" y="107208"/>
                  </a:cubicBezTo>
                  <a:lnTo>
                    <a:pt x="1446104" y="421081"/>
                  </a:lnTo>
                  <a:lnTo>
                    <a:pt x="1724220" y="421081"/>
                  </a:lnTo>
                  <a:lnTo>
                    <a:pt x="1724220" y="107208"/>
                  </a:lnTo>
                  <a:cubicBezTo>
                    <a:pt x="1724223" y="101564"/>
                    <a:pt x="1725586" y="96004"/>
                    <a:pt x="1728193" y="90998"/>
                  </a:cubicBezTo>
                  <a:lnTo>
                    <a:pt x="1734075" y="79397"/>
                  </a:lnTo>
                  <a:lnTo>
                    <a:pt x="1436249" y="79397"/>
                  </a:lnTo>
                  <a:close/>
                  <a:moveTo>
                    <a:pt x="1709759" y="95289"/>
                  </a:moveTo>
                  <a:cubicBezTo>
                    <a:pt x="1708804" y="99190"/>
                    <a:pt x="1708323" y="103192"/>
                    <a:pt x="1708327" y="107208"/>
                  </a:cubicBezTo>
                  <a:lnTo>
                    <a:pt x="1708327" y="405189"/>
                  </a:lnTo>
                  <a:lnTo>
                    <a:pt x="1461997" y="405189"/>
                  </a:lnTo>
                  <a:lnTo>
                    <a:pt x="1461997" y="107208"/>
                  </a:lnTo>
                  <a:cubicBezTo>
                    <a:pt x="1462001" y="103192"/>
                    <a:pt x="1461520" y="99190"/>
                    <a:pt x="1460565" y="95289"/>
                  </a:cubicBezTo>
                  <a:close/>
                  <a:moveTo>
                    <a:pt x="1092500" y="90998"/>
                  </a:moveTo>
                  <a:cubicBezTo>
                    <a:pt x="1095107" y="96004"/>
                    <a:pt x="1096470" y="101564"/>
                    <a:pt x="1096474" y="107208"/>
                  </a:cubicBezTo>
                  <a:lnTo>
                    <a:pt x="1096474" y="421081"/>
                  </a:lnTo>
                  <a:lnTo>
                    <a:pt x="1374589" y="421081"/>
                  </a:lnTo>
                  <a:lnTo>
                    <a:pt x="1374589" y="107208"/>
                  </a:lnTo>
                  <a:cubicBezTo>
                    <a:pt x="1374593" y="101564"/>
                    <a:pt x="1375955" y="96004"/>
                    <a:pt x="1378562" y="90998"/>
                  </a:cubicBezTo>
                  <a:lnTo>
                    <a:pt x="1384444" y="79397"/>
                  </a:lnTo>
                  <a:lnTo>
                    <a:pt x="1086619" y="79397"/>
                  </a:lnTo>
                  <a:close/>
                  <a:moveTo>
                    <a:pt x="1360128" y="95289"/>
                  </a:moveTo>
                  <a:cubicBezTo>
                    <a:pt x="1359173" y="99190"/>
                    <a:pt x="1358692" y="103192"/>
                    <a:pt x="1358697" y="107208"/>
                  </a:cubicBezTo>
                  <a:lnTo>
                    <a:pt x="1358696" y="405189"/>
                  </a:lnTo>
                  <a:lnTo>
                    <a:pt x="1112366" y="405189"/>
                  </a:lnTo>
                  <a:lnTo>
                    <a:pt x="1112366" y="107208"/>
                  </a:lnTo>
                  <a:cubicBezTo>
                    <a:pt x="1112370" y="103192"/>
                    <a:pt x="1111890" y="99190"/>
                    <a:pt x="1110934" y="95289"/>
                  </a:cubicBezTo>
                  <a:close/>
                  <a:moveTo>
                    <a:pt x="742870" y="90998"/>
                  </a:moveTo>
                  <a:cubicBezTo>
                    <a:pt x="745477" y="96004"/>
                    <a:pt x="746839" y="101564"/>
                    <a:pt x="746843" y="107208"/>
                  </a:cubicBezTo>
                  <a:lnTo>
                    <a:pt x="746843" y="421081"/>
                  </a:lnTo>
                  <a:lnTo>
                    <a:pt x="1024958" y="421081"/>
                  </a:lnTo>
                  <a:lnTo>
                    <a:pt x="1024958" y="107208"/>
                  </a:lnTo>
                  <a:cubicBezTo>
                    <a:pt x="1024962" y="101564"/>
                    <a:pt x="1026325" y="96004"/>
                    <a:pt x="1028931" y="90998"/>
                  </a:cubicBezTo>
                  <a:lnTo>
                    <a:pt x="1034814" y="79397"/>
                  </a:lnTo>
                  <a:lnTo>
                    <a:pt x="736988" y="79397"/>
                  </a:lnTo>
                  <a:close/>
                  <a:moveTo>
                    <a:pt x="1010498" y="95289"/>
                  </a:moveTo>
                  <a:cubicBezTo>
                    <a:pt x="1009542" y="99190"/>
                    <a:pt x="1009062" y="103192"/>
                    <a:pt x="1009066" y="107208"/>
                  </a:cubicBezTo>
                  <a:lnTo>
                    <a:pt x="1009066" y="405189"/>
                  </a:lnTo>
                  <a:lnTo>
                    <a:pt x="762735" y="405189"/>
                  </a:lnTo>
                  <a:lnTo>
                    <a:pt x="762735" y="107208"/>
                  </a:lnTo>
                  <a:cubicBezTo>
                    <a:pt x="762740" y="103192"/>
                    <a:pt x="762259" y="99190"/>
                    <a:pt x="761304" y="95289"/>
                  </a:cubicBezTo>
                  <a:close/>
                  <a:moveTo>
                    <a:pt x="393239" y="90998"/>
                  </a:moveTo>
                  <a:cubicBezTo>
                    <a:pt x="395846" y="96004"/>
                    <a:pt x="397209" y="101564"/>
                    <a:pt x="397212" y="107208"/>
                  </a:cubicBezTo>
                  <a:lnTo>
                    <a:pt x="397212" y="421081"/>
                  </a:lnTo>
                  <a:lnTo>
                    <a:pt x="675328" y="421081"/>
                  </a:lnTo>
                  <a:lnTo>
                    <a:pt x="675328" y="107208"/>
                  </a:lnTo>
                  <a:cubicBezTo>
                    <a:pt x="675331" y="101564"/>
                    <a:pt x="676694" y="96004"/>
                    <a:pt x="679301" y="90998"/>
                  </a:cubicBezTo>
                  <a:lnTo>
                    <a:pt x="685183" y="79397"/>
                  </a:lnTo>
                  <a:lnTo>
                    <a:pt x="387358" y="79397"/>
                  </a:lnTo>
                  <a:close/>
                  <a:moveTo>
                    <a:pt x="660867" y="95289"/>
                  </a:moveTo>
                  <a:cubicBezTo>
                    <a:pt x="659912" y="99190"/>
                    <a:pt x="659431" y="103192"/>
                    <a:pt x="659436" y="107208"/>
                  </a:cubicBezTo>
                  <a:lnTo>
                    <a:pt x="659435" y="405189"/>
                  </a:lnTo>
                  <a:lnTo>
                    <a:pt x="413105" y="405189"/>
                  </a:lnTo>
                  <a:lnTo>
                    <a:pt x="413105" y="107208"/>
                  </a:lnTo>
                  <a:cubicBezTo>
                    <a:pt x="413109" y="103192"/>
                    <a:pt x="412628" y="99190"/>
                    <a:pt x="411673" y="95289"/>
                  </a:cubicBezTo>
                  <a:close/>
                  <a:moveTo>
                    <a:pt x="3790218" y="468758"/>
                  </a:moveTo>
                  <a:lnTo>
                    <a:pt x="3695501" y="468758"/>
                  </a:lnTo>
                  <a:cubicBezTo>
                    <a:pt x="3684769" y="431205"/>
                    <a:pt x="3650486" y="405282"/>
                    <a:pt x="3611430" y="405189"/>
                  </a:cubicBezTo>
                  <a:lnTo>
                    <a:pt x="3559780" y="405189"/>
                  </a:lnTo>
                  <a:lnTo>
                    <a:pt x="3559780" y="107208"/>
                  </a:lnTo>
                  <a:cubicBezTo>
                    <a:pt x="3559801" y="100812"/>
                    <a:pt x="3558586" y="94471"/>
                    <a:pt x="3556203" y="88535"/>
                  </a:cubicBezTo>
                  <a:cubicBezTo>
                    <a:pt x="3578851" y="75198"/>
                    <a:pt x="3586400" y="46026"/>
                    <a:pt x="3573063" y="23377"/>
                  </a:cubicBezTo>
                  <a:cubicBezTo>
                    <a:pt x="3564494" y="8826"/>
                    <a:pt x="3548855" y="-95"/>
                    <a:pt x="3531968" y="-65"/>
                  </a:cubicBezTo>
                  <a:lnTo>
                    <a:pt x="337616" y="-65"/>
                  </a:lnTo>
                  <a:cubicBezTo>
                    <a:pt x="311333" y="-112"/>
                    <a:pt x="289987" y="21157"/>
                    <a:pt x="289940" y="47440"/>
                  </a:cubicBezTo>
                  <a:cubicBezTo>
                    <a:pt x="289909" y="64327"/>
                    <a:pt x="298830" y="79966"/>
                    <a:pt x="313382" y="88535"/>
                  </a:cubicBezTo>
                  <a:cubicBezTo>
                    <a:pt x="310999" y="94471"/>
                    <a:pt x="309784" y="100812"/>
                    <a:pt x="309805" y="107208"/>
                  </a:cubicBezTo>
                  <a:lnTo>
                    <a:pt x="309805" y="405189"/>
                  </a:lnTo>
                  <a:lnTo>
                    <a:pt x="258155" y="405189"/>
                  </a:lnTo>
                  <a:cubicBezTo>
                    <a:pt x="219098" y="405282"/>
                    <a:pt x="184815" y="431205"/>
                    <a:pt x="174084" y="468758"/>
                  </a:cubicBezTo>
                  <a:lnTo>
                    <a:pt x="71420" y="468758"/>
                  </a:lnTo>
                  <a:cubicBezTo>
                    <a:pt x="31948" y="468818"/>
                    <a:pt x="-36" y="500801"/>
                    <a:pt x="-95" y="540273"/>
                  </a:cubicBezTo>
                  <a:lnTo>
                    <a:pt x="-95" y="4735840"/>
                  </a:lnTo>
                  <a:cubicBezTo>
                    <a:pt x="-9" y="4775301"/>
                    <a:pt x="31959" y="4807270"/>
                    <a:pt x="71420" y="4807355"/>
                  </a:cubicBezTo>
                  <a:lnTo>
                    <a:pt x="3790218" y="4807355"/>
                  </a:lnTo>
                  <a:cubicBezTo>
                    <a:pt x="3829691" y="4807298"/>
                    <a:pt x="3861676" y="4775313"/>
                    <a:pt x="3861734" y="4735840"/>
                  </a:cubicBezTo>
                  <a:lnTo>
                    <a:pt x="3861734" y="540273"/>
                  </a:lnTo>
                  <a:cubicBezTo>
                    <a:pt x="3861674" y="500801"/>
                    <a:pt x="3829690" y="468818"/>
                    <a:pt x="3790218" y="468758"/>
                  </a:cubicBezTo>
                  <a:close/>
                  <a:moveTo>
                    <a:pt x="3845841" y="4735840"/>
                  </a:moveTo>
                  <a:cubicBezTo>
                    <a:pt x="3845815" y="4759095"/>
                    <a:pt x="3831334" y="4779882"/>
                    <a:pt x="3809529" y="4787966"/>
                  </a:cubicBezTo>
                  <a:cubicBezTo>
                    <a:pt x="3803363" y="4790314"/>
                    <a:pt x="3796816" y="4791500"/>
                    <a:pt x="3790218" y="4791463"/>
                  </a:cubicBezTo>
                  <a:lnTo>
                    <a:pt x="71420" y="4791463"/>
                  </a:lnTo>
                  <a:cubicBezTo>
                    <a:pt x="64823" y="4791500"/>
                    <a:pt x="58276" y="4790314"/>
                    <a:pt x="52110" y="4787966"/>
                  </a:cubicBezTo>
                  <a:cubicBezTo>
                    <a:pt x="30305" y="4779882"/>
                    <a:pt x="15824" y="4759095"/>
                    <a:pt x="15797" y="4735840"/>
                  </a:cubicBezTo>
                  <a:lnTo>
                    <a:pt x="15797" y="540273"/>
                  </a:lnTo>
                  <a:cubicBezTo>
                    <a:pt x="15831" y="509568"/>
                    <a:pt x="40715" y="484685"/>
                    <a:pt x="71420" y="484650"/>
                  </a:cubicBezTo>
                  <a:lnTo>
                    <a:pt x="186799" y="484650"/>
                  </a:lnTo>
                  <a:lnTo>
                    <a:pt x="188071" y="478294"/>
                  </a:lnTo>
                  <a:cubicBezTo>
                    <a:pt x="194958" y="445046"/>
                    <a:pt x="224201" y="421173"/>
                    <a:pt x="258155" y="421081"/>
                  </a:cubicBezTo>
                  <a:lnTo>
                    <a:pt x="325697" y="421081"/>
                  </a:lnTo>
                  <a:lnTo>
                    <a:pt x="325697" y="107208"/>
                  </a:lnTo>
                  <a:cubicBezTo>
                    <a:pt x="325700" y="100742"/>
                    <a:pt x="327458" y="94398"/>
                    <a:pt x="330784" y="88853"/>
                  </a:cubicBezTo>
                  <a:lnTo>
                    <a:pt x="335707" y="80668"/>
                  </a:lnTo>
                  <a:lnTo>
                    <a:pt x="326729" y="77331"/>
                  </a:lnTo>
                  <a:cubicBezTo>
                    <a:pt x="310269" y="71365"/>
                    <a:pt x="301763" y="53185"/>
                    <a:pt x="307729" y="36725"/>
                  </a:cubicBezTo>
                  <a:cubicBezTo>
                    <a:pt x="312286" y="24153"/>
                    <a:pt x="324243" y="15792"/>
                    <a:pt x="337616" y="15828"/>
                  </a:cubicBezTo>
                  <a:lnTo>
                    <a:pt x="3531968" y="15828"/>
                  </a:lnTo>
                  <a:cubicBezTo>
                    <a:pt x="3549475" y="15781"/>
                    <a:pt x="3563706" y="29936"/>
                    <a:pt x="3563752" y="47443"/>
                  </a:cubicBezTo>
                  <a:cubicBezTo>
                    <a:pt x="3563788" y="60817"/>
                    <a:pt x="3555428" y="72774"/>
                    <a:pt x="3542855" y="77331"/>
                  </a:cubicBezTo>
                  <a:lnTo>
                    <a:pt x="3533877" y="80668"/>
                  </a:lnTo>
                  <a:lnTo>
                    <a:pt x="3538800" y="88853"/>
                  </a:lnTo>
                  <a:cubicBezTo>
                    <a:pt x="3542129" y="94397"/>
                    <a:pt x="3543887" y="100742"/>
                    <a:pt x="3543887" y="107208"/>
                  </a:cubicBezTo>
                  <a:lnTo>
                    <a:pt x="3543887" y="421081"/>
                  </a:lnTo>
                  <a:lnTo>
                    <a:pt x="3611429" y="421081"/>
                  </a:lnTo>
                  <a:cubicBezTo>
                    <a:pt x="3645383" y="421171"/>
                    <a:pt x="3674628" y="445045"/>
                    <a:pt x="3681513" y="478294"/>
                  </a:cubicBezTo>
                  <a:lnTo>
                    <a:pt x="3682786" y="484650"/>
                  </a:lnTo>
                  <a:lnTo>
                    <a:pt x="3790218" y="484650"/>
                  </a:lnTo>
                  <a:cubicBezTo>
                    <a:pt x="3820923" y="484684"/>
                    <a:pt x="3845807" y="509568"/>
                    <a:pt x="3845841" y="540273"/>
                  </a:cubicBezTo>
                  <a:close/>
                  <a:moveTo>
                    <a:pt x="387358" y="79397"/>
                  </a:moveTo>
                  <a:lnTo>
                    <a:pt x="393239" y="90998"/>
                  </a:lnTo>
                  <a:cubicBezTo>
                    <a:pt x="395846" y="96004"/>
                    <a:pt x="397209" y="101564"/>
                    <a:pt x="397212" y="107208"/>
                  </a:cubicBezTo>
                  <a:lnTo>
                    <a:pt x="397212" y="421081"/>
                  </a:lnTo>
                  <a:lnTo>
                    <a:pt x="675328" y="421081"/>
                  </a:lnTo>
                  <a:lnTo>
                    <a:pt x="675328" y="107208"/>
                  </a:lnTo>
                  <a:cubicBezTo>
                    <a:pt x="675331" y="101564"/>
                    <a:pt x="676694" y="96004"/>
                    <a:pt x="679301" y="90998"/>
                  </a:cubicBezTo>
                  <a:lnTo>
                    <a:pt x="685183" y="79397"/>
                  </a:lnTo>
                  <a:close/>
                  <a:moveTo>
                    <a:pt x="659435" y="107208"/>
                  </a:moveTo>
                  <a:lnTo>
                    <a:pt x="659435" y="405189"/>
                  </a:lnTo>
                  <a:lnTo>
                    <a:pt x="413105" y="405189"/>
                  </a:lnTo>
                  <a:lnTo>
                    <a:pt x="413105" y="107208"/>
                  </a:lnTo>
                  <a:cubicBezTo>
                    <a:pt x="413109" y="103192"/>
                    <a:pt x="412628" y="99190"/>
                    <a:pt x="411673" y="95289"/>
                  </a:cubicBezTo>
                  <a:lnTo>
                    <a:pt x="660867" y="95289"/>
                  </a:lnTo>
                  <a:cubicBezTo>
                    <a:pt x="659912" y="99190"/>
                    <a:pt x="659431" y="103192"/>
                    <a:pt x="659436" y="107208"/>
                  </a:cubicBezTo>
                  <a:close/>
                  <a:moveTo>
                    <a:pt x="736988" y="79397"/>
                  </a:moveTo>
                  <a:lnTo>
                    <a:pt x="742870" y="90998"/>
                  </a:lnTo>
                  <a:cubicBezTo>
                    <a:pt x="745477" y="96004"/>
                    <a:pt x="746839" y="101564"/>
                    <a:pt x="746843" y="107208"/>
                  </a:cubicBezTo>
                  <a:lnTo>
                    <a:pt x="746843" y="421081"/>
                  </a:lnTo>
                  <a:lnTo>
                    <a:pt x="1024958" y="421081"/>
                  </a:lnTo>
                  <a:lnTo>
                    <a:pt x="1024958" y="107208"/>
                  </a:lnTo>
                  <a:cubicBezTo>
                    <a:pt x="1024962" y="101564"/>
                    <a:pt x="1026325" y="96004"/>
                    <a:pt x="1028931" y="90998"/>
                  </a:cubicBezTo>
                  <a:lnTo>
                    <a:pt x="1034814" y="79397"/>
                  </a:lnTo>
                  <a:close/>
                  <a:moveTo>
                    <a:pt x="1009066" y="107208"/>
                  </a:moveTo>
                  <a:lnTo>
                    <a:pt x="1009066" y="405189"/>
                  </a:lnTo>
                  <a:lnTo>
                    <a:pt x="762735" y="405189"/>
                  </a:lnTo>
                  <a:lnTo>
                    <a:pt x="762735" y="107208"/>
                  </a:lnTo>
                  <a:cubicBezTo>
                    <a:pt x="762740" y="103192"/>
                    <a:pt x="762259" y="99190"/>
                    <a:pt x="761304" y="95289"/>
                  </a:cubicBezTo>
                  <a:lnTo>
                    <a:pt x="1010498" y="95289"/>
                  </a:lnTo>
                  <a:cubicBezTo>
                    <a:pt x="1009542" y="99190"/>
                    <a:pt x="1009062" y="103192"/>
                    <a:pt x="1009066" y="107208"/>
                  </a:cubicBezTo>
                  <a:close/>
                  <a:moveTo>
                    <a:pt x="1086619" y="79397"/>
                  </a:moveTo>
                  <a:lnTo>
                    <a:pt x="1092500" y="90998"/>
                  </a:lnTo>
                  <a:cubicBezTo>
                    <a:pt x="1095107" y="96004"/>
                    <a:pt x="1096470" y="101564"/>
                    <a:pt x="1096474" y="107208"/>
                  </a:cubicBezTo>
                  <a:lnTo>
                    <a:pt x="1096474" y="421081"/>
                  </a:lnTo>
                  <a:lnTo>
                    <a:pt x="1374589" y="421081"/>
                  </a:lnTo>
                  <a:lnTo>
                    <a:pt x="1374589" y="107208"/>
                  </a:lnTo>
                  <a:cubicBezTo>
                    <a:pt x="1374593" y="101564"/>
                    <a:pt x="1375955" y="96004"/>
                    <a:pt x="1378562" y="90998"/>
                  </a:cubicBezTo>
                  <a:lnTo>
                    <a:pt x="1384444" y="79397"/>
                  </a:lnTo>
                  <a:close/>
                  <a:moveTo>
                    <a:pt x="1358696" y="107208"/>
                  </a:moveTo>
                  <a:lnTo>
                    <a:pt x="1358696" y="405189"/>
                  </a:lnTo>
                  <a:lnTo>
                    <a:pt x="1112366" y="405189"/>
                  </a:lnTo>
                  <a:lnTo>
                    <a:pt x="1112366" y="107208"/>
                  </a:lnTo>
                  <a:cubicBezTo>
                    <a:pt x="1112370" y="103192"/>
                    <a:pt x="1111890" y="99190"/>
                    <a:pt x="1110934" y="95289"/>
                  </a:cubicBezTo>
                  <a:lnTo>
                    <a:pt x="1360128" y="95289"/>
                  </a:lnTo>
                  <a:cubicBezTo>
                    <a:pt x="1359173" y="99190"/>
                    <a:pt x="1358692" y="103192"/>
                    <a:pt x="1358697" y="107208"/>
                  </a:cubicBezTo>
                  <a:close/>
                  <a:moveTo>
                    <a:pt x="1436249" y="79397"/>
                  </a:moveTo>
                  <a:lnTo>
                    <a:pt x="1442131" y="90998"/>
                  </a:lnTo>
                  <a:cubicBezTo>
                    <a:pt x="1444738" y="96004"/>
                    <a:pt x="1446101" y="101564"/>
                    <a:pt x="1446104" y="107208"/>
                  </a:cubicBezTo>
                  <a:lnTo>
                    <a:pt x="1446104" y="421081"/>
                  </a:lnTo>
                  <a:lnTo>
                    <a:pt x="1724220" y="421081"/>
                  </a:lnTo>
                  <a:lnTo>
                    <a:pt x="1724220" y="107208"/>
                  </a:lnTo>
                  <a:cubicBezTo>
                    <a:pt x="1724223" y="101564"/>
                    <a:pt x="1725586" y="96004"/>
                    <a:pt x="1728193" y="90998"/>
                  </a:cubicBezTo>
                  <a:lnTo>
                    <a:pt x="1734075" y="79397"/>
                  </a:lnTo>
                  <a:close/>
                  <a:moveTo>
                    <a:pt x="1708327" y="107208"/>
                  </a:moveTo>
                  <a:lnTo>
                    <a:pt x="1708327" y="405189"/>
                  </a:lnTo>
                  <a:lnTo>
                    <a:pt x="1461997" y="405189"/>
                  </a:lnTo>
                  <a:lnTo>
                    <a:pt x="1461997" y="107208"/>
                  </a:lnTo>
                  <a:cubicBezTo>
                    <a:pt x="1462001" y="103192"/>
                    <a:pt x="1461520" y="99190"/>
                    <a:pt x="1460565" y="95289"/>
                  </a:cubicBezTo>
                  <a:lnTo>
                    <a:pt x="1709759" y="95289"/>
                  </a:lnTo>
                  <a:cubicBezTo>
                    <a:pt x="1708804" y="99190"/>
                    <a:pt x="1708323" y="103192"/>
                    <a:pt x="1708327" y="107208"/>
                  </a:cubicBezTo>
                  <a:close/>
                  <a:moveTo>
                    <a:pt x="1785880" y="79397"/>
                  </a:moveTo>
                  <a:lnTo>
                    <a:pt x="1791762" y="90998"/>
                  </a:lnTo>
                  <a:cubicBezTo>
                    <a:pt x="1794369" y="96004"/>
                    <a:pt x="1795731" y="101564"/>
                    <a:pt x="1795735" y="107208"/>
                  </a:cubicBezTo>
                  <a:lnTo>
                    <a:pt x="1795735" y="421081"/>
                  </a:lnTo>
                  <a:lnTo>
                    <a:pt x="2073850" y="421081"/>
                  </a:lnTo>
                  <a:lnTo>
                    <a:pt x="2073850" y="107208"/>
                  </a:lnTo>
                  <a:cubicBezTo>
                    <a:pt x="2073854" y="101564"/>
                    <a:pt x="2075216" y="96004"/>
                    <a:pt x="2077823" y="90998"/>
                  </a:cubicBezTo>
                  <a:lnTo>
                    <a:pt x="2083705" y="79397"/>
                  </a:lnTo>
                  <a:close/>
                  <a:moveTo>
                    <a:pt x="2057958" y="107208"/>
                  </a:moveTo>
                  <a:lnTo>
                    <a:pt x="2057958" y="405189"/>
                  </a:lnTo>
                  <a:lnTo>
                    <a:pt x="1811627" y="405189"/>
                  </a:lnTo>
                  <a:lnTo>
                    <a:pt x="1811627" y="107208"/>
                  </a:lnTo>
                  <a:cubicBezTo>
                    <a:pt x="1811632" y="103192"/>
                    <a:pt x="1811151" y="99190"/>
                    <a:pt x="1810195" y="95289"/>
                  </a:cubicBezTo>
                  <a:lnTo>
                    <a:pt x="2059389" y="95289"/>
                  </a:lnTo>
                  <a:cubicBezTo>
                    <a:pt x="2058434" y="99190"/>
                    <a:pt x="2057953" y="103192"/>
                    <a:pt x="2057958" y="107208"/>
                  </a:cubicBezTo>
                  <a:close/>
                  <a:moveTo>
                    <a:pt x="2135510" y="79397"/>
                  </a:moveTo>
                  <a:lnTo>
                    <a:pt x="2141392" y="90998"/>
                  </a:lnTo>
                  <a:cubicBezTo>
                    <a:pt x="2143999" y="96004"/>
                    <a:pt x="2145362" y="101564"/>
                    <a:pt x="2145365" y="107208"/>
                  </a:cubicBezTo>
                  <a:lnTo>
                    <a:pt x="2145365" y="421081"/>
                  </a:lnTo>
                  <a:lnTo>
                    <a:pt x="2423481" y="421081"/>
                  </a:lnTo>
                  <a:lnTo>
                    <a:pt x="2423481" y="107208"/>
                  </a:lnTo>
                  <a:cubicBezTo>
                    <a:pt x="2423485" y="101564"/>
                    <a:pt x="2424847" y="96004"/>
                    <a:pt x="2427454" y="90998"/>
                  </a:cubicBezTo>
                  <a:lnTo>
                    <a:pt x="2433336" y="79397"/>
                  </a:lnTo>
                  <a:close/>
                  <a:moveTo>
                    <a:pt x="2407588" y="107208"/>
                  </a:moveTo>
                  <a:lnTo>
                    <a:pt x="2407588" y="405189"/>
                  </a:lnTo>
                  <a:lnTo>
                    <a:pt x="2161258" y="405189"/>
                  </a:lnTo>
                  <a:lnTo>
                    <a:pt x="2161258" y="107208"/>
                  </a:lnTo>
                  <a:cubicBezTo>
                    <a:pt x="2161262" y="103192"/>
                    <a:pt x="2160781" y="99190"/>
                    <a:pt x="2159826" y="95289"/>
                  </a:cubicBezTo>
                  <a:lnTo>
                    <a:pt x="2409020" y="95289"/>
                  </a:lnTo>
                  <a:cubicBezTo>
                    <a:pt x="2408065" y="99190"/>
                    <a:pt x="2407584" y="103192"/>
                    <a:pt x="2407588" y="107208"/>
                  </a:cubicBezTo>
                  <a:close/>
                  <a:moveTo>
                    <a:pt x="2485141" y="79397"/>
                  </a:moveTo>
                  <a:lnTo>
                    <a:pt x="2491023" y="90998"/>
                  </a:lnTo>
                  <a:cubicBezTo>
                    <a:pt x="2493630" y="96004"/>
                    <a:pt x="2494993" y="101564"/>
                    <a:pt x="2494996" y="107208"/>
                  </a:cubicBezTo>
                  <a:lnTo>
                    <a:pt x="2494996" y="421081"/>
                  </a:lnTo>
                  <a:lnTo>
                    <a:pt x="2773111" y="421081"/>
                  </a:lnTo>
                  <a:lnTo>
                    <a:pt x="2773111" y="107208"/>
                  </a:lnTo>
                  <a:cubicBezTo>
                    <a:pt x="2773115" y="101564"/>
                    <a:pt x="2774477" y="96004"/>
                    <a:pt x="2777084" y="90998"/>
                  </a:cubicBezTo>
                  <a:lnTo>
                    <a:pt x="2782966" y="79397"/>
                  </a:lnTo>
                  <a:close/>
                  <a:moveTo>
                    <a:pt x="2757219" y="107208"/>
                  </a:moveTo>
                  <a:lnTo>
                    <a:pt x="2757219" y="405189"/>
                  </a:lnTo>
                  <a:lnTo>
                    <a:pt x="2510888" y="405189"/>
                  </a:lnTo>
                  <a:lnTo>
                    <a:pt x="2510888" y="107208"/>
                  </a:lnTo>
                  <a:cubicBezTo>
                    <a:pt x="2510893" y="103192"/>
                    <a:pt x="2510412" y="99190"/>
                    <a:pt x="2509457" y="95289"/>
                  </a:cubicBezTo>
                  <a:lnTo>
                    <a:pt x="2758651" y="95289"/>
                  </a:lnTo>
                  <a:cubicBezTo>
                    <a:pt x="2757695" y="99190"/>
                    <a:pt x="2757215" y="103192"/>
                    <a:pt x="2757219" y="107208"/>
                  </a:cubicBezTo>
                  <a:close/>
                  <a:moveTo>
                    <a:pt x="2834771" y="79397"/>
                  </a:moveTo>
                  <a:lnTo>
                    <a:pt x="2840653" y="90998"/>
                  </a:lnTo>
                  <a:cubicBezTo>
                    <a:pt x="2843260" y="96004"/>
                    <a:pt x="2844623" y="101564"/>
                    <a:pt x="2844627" y="107208"/>
                  </a:cubicBezTo>
                  <a:lnTo>
                    <a:pt x="2844627" y="421081"/>
                  </a:lnTo>
                  <a:lnTo>
                    <a:pt x="3122742" y="421081"/>
                  </a:lnTo>
                  <a:lnTo>
                    <a:pt x="3122742" y="107208"/>
                  </a:lnTo>
                  <a:cubicBezTo>
                    <a:pt x="3122746" y="101564"/>
                    <a:pt x="3124108" y="96004"/>
                    <a:pt x="3126715" y="90998"/>
                  </a:cubicBezTo>
                  <a:lnTo>
                    <a:pt x="3132597" y="79397"/>
                  </a:lnTo>
                  <a:close/>
                  <a:moveTo>
                    <a:pt x="3106849" y="107208"/>
                  </a:moveTo>
                  <a:lnTo>
                    <a:pt x="3106849" y="405189"/>
                  </a:lnTo>
                  <a:lnTo>
                    <a:pt x="2860519" y="405189"/>
                  </a:lnTo>
                  <a:lnTo>
                    <a:pt x="2860519" y="107208"/>
                  </a:lnTo>
                  <a:cubicBezTo>
                    <a:pt x="2860523" y="103192"/>
                    <a:pt x="2860043" y="99190"/>
                    <a:pt x="2859087" y="95289"/>
                  </a:cubicBezTo>
                  <a:lnTo>
                    <a:pt x="3108281" y="95289"/>
                  </a:lnTo>
                  <a:cubicBezTo>
                    <a:pt x="3107326" y="99190"/>
                    <a:pt x="3106845" y="103192"/>
                    <a:pt x="3106849" y="107208"/>
                  </a:cubicBezTo>
                  <a:close/>
                  <a:moveTo>
                    <a:pt x="3184402" y="79397"/>
                  </a:moveTo>
                  <a:lnTo>
                    <a:pt x="3190284" y="90998"/>
                  </a:lnTo>
                  <a:cubicBezTo>
                    <a:pt x="3192891" y="96004"/>
                    <a:pt x="3194254" y="101564"/>
                    <a:pt x="3194257" y="107208"/>
                  </a:cubicBezTo>
                  <a:lnTo>
                    <a:pt x="3194257" y="421081"/>
                  </a:lnTo>
                  <a:lnTo>
                    <a:pt x="3472372" y="421081"/>
                  </a:lnTo>
                  <a:lnTo>
                    <a:pt x="3472372" y="107208"/>
                  </a:lnTo>
                  <a:cubicBezTo>
                    <a:pt x="3472376" y="101564"/>
                    <a:pt x="3473738" y="96004"/>
                    <a:pt x="3476345" y="90998"/>
                  </a:cubicBezTo>
                  <a:lnTo>
                    <a:pt x="3482227" y="79397"/>
                  </a:lnTo>
                  <a:close/>
                  <a:moveTo>
                    <a:pt x="3456480" y="107208"/>
                  </a:moveTo>
                  <a:lnTo>
                    <a:pt x="3456480" y="405189"/>
                  </a:lnTo>
                  <a:lnTo>
                    <a:pt x="3210149" y="405189"/>
                  </a:lnTo>
                  <a:lnTo>
                    <a:pt x="3210149" y="107208"/>
                  </a:lnTo>
                  <a:cubicBezTo>
                    <a:pt x="3210154" y="103192"/>
                    <a:pt x="3209673" y="99190"/>
                    <a:pt x="3208718" y="95289"/>
                  </a:cubicBezTo>
                  <a:lnTo>
                    <a:pt x="3457912" y="95289"/>
                  </a:lnTo>
                  <a:cubicBezTo>
                    <a:pt x="3456956" y="99190"/>
                    <a:pt x="3456476" y="103192"/>
                    <a:pt x="3456480" y="107208"/>
                  </a:cubicBezTo>
                  <a:close/>
                  <a:moveTo>
                    <a:pt x="387358" y="79397"/>
                  </a:moveTo>
                  <a:lnTo>
                    <a:pt x="393239" y="90998"/>
                  </a:lnTo>
                  <a:cubicBezTo>
                    <a:pt x="395846" y="96004"/>
                    <a:pt x="397209" y="101564"/>
                    <a:pt x="397212" y="107208"/>
                  </a:cubicBezTo>
                  <a:lnTo>
                    <a:pt x="397212" y="421081"/>
                  </a:lnTo>
                  <a:lnTo>
                    <a:pt x="675328" y="421081"/>
                  </a:lnTo>
                  <a:lnTo>
                    <a:pt x="675328" y="107208"/>
                  </a:lnTo>
                  <a:cubicBezTo>
                    <a:pt x="675331" y="101564"/>
                    <a:pt x="676694" y="96004"/>
                    <a:pt x="679301" y="90998"/>
                  </a:cubicBezTo>
                  <a:lnTo>
                    <a:pt x="685183" y="79397"/>
                  </a:lnTo>
                  <a:close/>
                  <a:moveTo>
                    <a:pt x="659435" y="107208"/>
                  </a:moveTo>
                  <a:lnTo>
                    <a:pt x="659435" y="405189"/>
                  </a:lnTo>
                  <a:lnTo>
                    <a:pt x="413105" y="405189"/>
                  </a:lnTo>
                  <a:lnTo>
                    <a:pt x="413105" y="107208"/>
                  </a:lnTo>
                  <a:cubicBezTo>
                    <a:pt x="413109" y="103192"/>
                    <a:pt x="412628" y="99190"/>
                    <a:pt x="411673" y="95289"/>
                  </a:cubicBezTo>
                  <a:lnTo>
                    <a:pt x="660867" y="95289"/>
                  </a:lnTo>
                  <a:cubicBezTo>
                    <a:pt x="659912" y="99190"/>
                    <a:pt x="659431" y="103192"/>
                    <a:pt x="659436" y="107208"/>
                  </a:cubicBezTo>
                  <a:close/>
                  <a:moveTo>
                    <a:pt x="736988" y="79397"/>
                  </a:moveTo>
                  <a:lnTo>
                    <a:pt x="742870" y="90998"/>
                  </a:lnTo>
                  <a:cubicBezTo>
                    <a:pt x="745477" y="96004"/>
                    <a:pt x="746839" y="101564"/>
                    <a:pt x="746843" y="107208"/>
                  </a:cubicBezTo>
                  <a:lnTo>
                    <a:pt x="746843" y="421081"/>
                  </a:lnTo>
                  <a:lnTo>
                    <a:pt x="1024958" y="421081"/>
                  </a:lnTo>
                  <a:lnTo>
                    <a:pt x="1024958" y="107208"/>
                  </a:lnTo>
                  <a:cubicBezTo>
                    <a:pt x="1024962" y="101564"/>
                    <a:pt x="1026325" y="96004"/>
                    <a:pt x="1028931" y="90998"/>
                  </a:cubicBezTo>
                  <a:lnTo>
                    <a:pt x="1034814" y="79397"/>
                  </a:lnTo>
                  <a:close/>
                  <a:moveTo>
                    <a:pt x="1009066" y="107208"/>
                  </a:moveTo>
                  <a:lnTo>
                    <a:pt x="1009066" y="405189"/>
                  </a:lnTo>
                  <a:lnTo>
                    <a:pt x="762735" y="405189"/>
                  </a:lnTo>
                  <a:lnTo>
                    <a:pt x="762735" y="107208"/>
                  </a:lnTo>
                  <a:cubicBezTo>
                    <a:pt x="762740" y="103192"/>
                    <a:pt x="762259" y="99190"/>
                    <a:pt x="761304" y="95289"/>
                  </a:cubicBezTo>
                  <a:lnTo>
                    <a:pt x="1010498" y="95289"/>
                  </a:lnTo>
                  <a:cubicBezTo>
                    <a:pt x="1009542" y="99190"/>
                    <a:pt x="1009062" y="103192"/>
                    <a:pt x="1009066" y="107208"/>
                  </a:cubicBezTo>
                  <a:close/>
                  <a:moveTo>
                    <a:pt x="1086619" y="79397"/>
                  </a:moveTo>
                  <a:lnTo>
                    <a:pt x="1092500" y="90998"/>
                  </a:lnTo>
                  <a:cubicBezTo>
                    <a:pt x="1095107" y="96004"/>
                    <a:pt x="1096470" y="101564"/>
                    <a:pt x="1096474" y="107208"/>
                  </a:cubicBezTo>
                  <a:lnTo>
                    <a:pt x="1096474" y="421081"/>
                  </a:lnTo>
                  <a:lnTo>
                    <a:pt x="1374589" y="421081"/>
                  </a:lnTo>
                  <a:lnTo>
                    <a:pt x="1374589" y="107208"/>
                  </a:lnTo>
                  <a:cubicBezTo>
                    <a:pt x="1374593" y="101564"/>
                    <a:pt x="1375955" y="96004"/>
                    <a:pt x="1378562" y="90998"/>
                  </a:cubicBezTo>
                  <a:lnTo>
                    <a:pt x="1384444" y="79397"/>
                  </a:lnTo>
                  <a:close/>
                  <a:moveTo>
                    <a:pt x="1358696" y="107208"/>
                  </a:moveTo>
                  <a:lnTo>
                    <a:pt x="1358696" y="405189"/>
                  </a:lnTo>
                  <a:lnTo>
                    <a:pt x="1112366" y="405189"/>
                  </a:lnTo>
                  <a:lnTo>
                    <a:pt x="1112366" y="107208"/>
                  </a:lnTo>
                  <a:cubicBezTo>
                    <a:pt x="1112370" y="103192"/>
                    <a:pt x="1111890" y="99190"/>
                    <a:pt x="1110934" y="95289"/>
                  </a:cubicBezTo>
                  <a:lnTo>
                    <a:pt x="1360128" y="95289"/>
                  </a:lnTo>
                  <a:cubicBezTo>
                    <a:pt x="1359173" y="99190"/>
                    <a:pt x="1358692" y="103192"/>
                    <a:pt x="1358697" y="107208"/>
                  </a:cubicBezTo>
                  <a:close/>
                  <a:moveTo>
                    <a:pt x="1436249" y="79397"/>
                  </a:moveTo>
                  <a:lnTo>
                    <a:pt x="1442131" y="90998"/>
                  </a:lnTo>
                  <a:cubicBezTo>
                    <a:pt x="1444738" y="96004"/>
                    <a:pt x="1446101" y="101564"/>
                    <a:pt x="1446104" y="107208"/>
                  </a:cubicBezTo>
                  <a:lnTo>
                    <a:pt x="1446104" y="421081"/>
                  </a:lnTo>
                  <a:lnTo>
                    <a:pt x="1724220" y="421081"/>
                  </a:lnTo>
                  <a:lnTo>
                    <a:pt x="1724220" y="107208"/>
                  </a:lnTo>
                  <a:cubicBezTo>
                    <a:pt x="1724223" y="101564"/>
                    <a:pt x="1725586" y="96004"/>
                    <a:pt x="1728193" y="90998"/>
                  </a:cubicBezTo>
                  <a:lnTo>
                    <a:pt x="1734075" y="79397"/>
                  </a:lnTo>
                  <a:close/>
                  <a:moveTo>
                    <a:pt x="1708327" y="107208"/>
                  </a:moveTo>
                  <a:lnTo>
                    <a:pt x="1708327" y="405189"/>
                  </a:lnTo>
                  <a:lnTo>
                    <a:pt x="1461997" y="405189"/>
                  </a:lnTo>
                  <a:lnTo>
                    <a:pt x="1461997" y="107208"/>
                  </a:lnTo>
                  <a:cubicBezTo>
                    <a:pt x="1462001" y="103192"/>
                    <a:pt x="1461520" y="99190"/>
                    <a:pt x="1460565" y="95289"/>
                  </a:cubicBezTo>
                  <a:lnTo>
                    <a:pt x="1709759" y="95289"/>
                  </a:lnTo>
                  <a:cubicBezTo>
                    <a:pt x="1708804" y="99190"/>
                    <a:pt x="1708323" y="103192"/>
                    <a:pt x="1708327" y="107208"/>
                  </a:cubicBezTo>
                  <a:close/>
                  <a:moveTo>
                    <a:pt x="1785880" y="79397"/>
                  </a:moveTo>
                  <a:lnTo>
                    <a:pt x="1791762" y="90998"/>
                  </a:lnTo>
                  <a:cubicBezTo>
                    <a:pt x="1794369" y="96004"/>
                    <a:pt x="1795731" y="101564"/>
                    <a:pt x="1795735" y="107208"/>
                  </a:cubicBezTo>
                  <a:lnTo>
                    <a:pt x="1795735" y="421081"/>
                  </a:lnTo>
                  <a:lnTo>
                    <a:pt x="2073850" y="421081"/>
                  </a:lnTo>
                  <a:lnTo>
                    <a:pt x="2073850" y="107208"/>
                  </a:lnTo>
                  <a:cubicBezTo>
                    <a:pt x="2073854" y="101564"/>
                    <a:pt x="2075216" y="96004"/>
                    <a:pt x="2077823" y="90998"/>
                  </a:cubicBezTo>
                  <a:lnTo>
                    <a:pt x="2083705" y="79397"/>
                  </a:lnTo>
                  <a:close/>
                  <a:moveTo>
                    <a:pt x="2057958" y="107208"/>
                  </a:moveTo>
                  <a:lnTo>
                    <a:pt x="2057958" y="405189"/>
                  </a:lnTo>
                  <a:lnTo>
                    <a:pt x="1811627" y="405189"/>
                  </a:lnTo>
                  <a:lnTo>
                    <a:pt x="1811627" y="107208"/>
                  </a:lnTo>
                  <a:cubicBezTo>
                    <a:pt x="1811632" y="103192"/>
                    <a:pt x="1811151" y="99190"/>
                    <a:pt x="1810195" y="95289"/>
                  </a:cubicBezTo>
                  <a:lnTo>
                    <a:pt x="2059389" y="95289"/>
                  </a:lnTo>
                  <a:cubicBezTo>
                    <a:pt x="2058434" y="99190"/>
                    <a:pt x="2057953" y="103192"/>
                    <a:pt x="2057958" y="107208"/>
                  </a:cubicBezTo>
                  <a:close/>
                  <a:moveTo>
                    <a:pt x="2135510" y="79397"/>
                  </a:moveTo>
                  <a:lnTo>
                    <a:pt x="2141392" y="90998"/>
                  </a:lnTo>
                  <a:cubicBezTo>
                    <a:pt x="2143999" y="96004"/>
                    <a:pt x="2145362" y="101564"/>
                    <a:pt x="2145365" y="107208"/>
                  </a:cubicBezTo>
                  <a:lnTo>
                    <a:pt x="2145365" y="421081"/>
                  </a:lnTo>
                  <a:lnTo>
                    <a:pt x="2423481" y="421081"/>
                  </a:lnTo>
                  <a:lnTo>
                    <a:pt x="2423481" y="107208"/>
                  </a:lnTo>
                  <a:cubicBezTo>
                    <a:pt x="2423485" y="101564"/>
                    <a:pt x="2424847" y="96004"/>
                    <a:pt x="2427454" y="90998"/>
                  </a:cubicBezTo>
                  <a:lnTo>
                    <a:pt x="2433336" y="79397"/>
                  </a:lnTo>
                  <a:close/>
                  <a:moveTo>
                    <a:pt x="2407588" y="107208"/>
                  </a:moveTo>
                  <a:lnTo>
                    <a:pt x="2407588" y="405189"/>
                  </a:lnTo>
                  <a:lnTo>
                    <a:pt x="2161258" y="405189"/>
                  </a:lnTo>
                  <a:lnTo>
                    <a:pt x="2161258" y="107208"/>
                  </a:lnTo>
                  <a:cubicBezTo>
                    <a:pt x="2161262" y="103192"/>
                    <a:pt x="2160781" y="99190"/>
                    <a:pt x="2159826" y="95289"/>
                  </a:cubicBezTo>
                  <a:lnTo>
                    <a:pt x="2409020" y="95289"/>
                  </a:lnTo>
                  <a:cubicBezTo>
                    <a:pt x="2408065" y="99190"/>
                    <a:pt x="2407584" y="103192"/>
                    <a:pt x="2407588" y="107208"/>
                  </a:cubicBezTo>
                  <a:close/>
                  <a:moveTo>
                    <a:pt x="2485141" y="79397"/>
                  </a:moveTo>
                  <a:lnTo>
                    <a:pt x="2491023" y="90998"/>
                  </a:lnTo>
                  <a:cubicBezTo>
                    <a:pt x="2493630" y="96004"/>
                    <a:pt x="2494993" y="101564"/>
                    <a:pt x="2494996" y="107208"/>
                  </a:cubicBezTo>
                  <a:lnTo>
                    <a:pt x="2494996" y="421081"/>
                  </a:lnTo>
                  <a:lnTo>
                    <a:pt x="2773111" y="421081"/>
                  </a:lnTo>
                  <a:lnTo>
                    <a:pt x="2773111" y="107208"/>
                  </a:lnTo>
                  <a:cubicBezTo>
                    <a:pt x="2773115" y="101564"/>
                    <a:pt x="2774477" y="96004"/>
                    <a:pt x="2777084" y="90998"/>
                  </a:cubicBezTo>
                  <a:lnTo>
                    <a:pt x="2782966" y="79397"/>
                  </a:lnTo>
                  <a:close/>
                  <a:moveTo>
                    <a:pt x="2757219" y="107208"/>
                  </a:moveTo>
                  <a:lnTo>
                    <a:pt x="2757219" y="405189"/>
                  </a:lnTo>
                  <a:lnTo>
                    <a:pt x="2510888" y="405189"/>
                  </a:lnTo>
                  <a:lnTo>
                    <a:pt x="2510888" y="107208"/>
                  </a:lnTo>
                  <a:cubicBezTo>
                    <a:pt x="2510893" y="103192"/>
                    <a:pt x="2510412" y="99190"/>
                    <a:pt x="2509457" y="95289"/>
                  </a:cubicBezTo>
                  <a:lnTo>
                    <a:pt x="2758651" y="95289"/>
                  </a:lnTo>
                  <a:cubicBezTo>
                    <a:pt x="2757695" y="99190"/>
                    <a:pt x="2757215" y="103192"/>
                    <a:pt x="2757219" y="107208"/>
                  </a:cubicBezTo>
                  <a:close/>
                  <a:moveTo>
                    <a:pt x="2834771" y="79397"/>
                  </a:moveTo>
                  <a:lnTo>
                    <a:pt x="2840653" y="90998"/>
                  </a:lnTo>
                  <a:cubicBezTo>
                    <a:pt x="2843260" y="96004"/>
                    <a:pt x="2844623" y="101564"/>
                    <a:pt x="2844627" y="107208"/>
                  </a:cubicBezTo>
                  <a:lnTo>
                    <a:pt x="2844627" y="421081"/>
                  </a:lnTo>
                  <a:lnTo>
                    <a:pt x="3122742" y="421081"/>
                  </a:lnTo>
                  <a:lnTo>
                    <a:pt x="3122742" y="107208"/>
                  </a:lnTo>
                  <a:cubicBezTo>
                    <a:pt x="3122746" y="101564"/>
                    <a:pt x="3124108" y="96004"/>
                    <a:pt x="3126715" y="90998"/>
                  </a:cubicBezTo>
                  <a:lnTo>
                    <a:pt x="3132597" y="79397"/>
                  </a:lnTo>
                  <a:close/>
                  <a:moveTo>
                    <a:pt x="3106849" y="107208"/>
                  </a:moveTo>
                  <a:lnTo>
                    <a:pt x="3106849" y="405189"/>
                  </a:lnTo>
                  <a:lnTo>
                    <a:pt x="2860519" y="405189"/>
                  </a:lnTo>
                  <a:lnTo>
                    <a:pt x="2860519" y="107208"/>
                  </a:lnTo>
                  <a:cubicBezTo>
                    <a:pt x="2860523" y="103192"/>
                    <a:pt x="2860043" y="99190"/>
                    <a:pt x="2859087" y="95289"/>
                  </a:cubicBezTo>
                  <a:lnTo>
                    <a:pt x="3108281" y="95289"/>
                  </a:lnTo>
                  <a:cubicBezTo>
                    <a:pt x="3107326" y="99190"/>
                    <a:pt x="3106845" y="103192"/>
                    <a:pt x="3106849" y="107208"/>
                  </a:cubicBezTo>
                  <a:close/>
                  <a:moveTo>
                    <a:pt x="3184402" y="79397"/>
                  </a:moveTo>
                  <a:lnTo>
                    <a:pt x="3190284" y="90998"/>
                  </a:lnTo>
                  <a:cubicBezTo>
                    <a:pt x="3192891" y="96004"/>
                    <a:pt x="3194254" y="101564"/>
                    <a:pt x="3194257" y="107208"/>
                  </a:cubicBezTo>
                  <a:lnTo>
                    <a:pt x="3194257" y="421081"/>
                  </a:lnTo>
                  <a:lnTo>
                    <a:pt x="3472372" y="421081"/>
                  </a:lnTo>
                  <a:lnTo>
                    <a:pt x="3472372" y="107208"/>
                  </a:lnTo>
                  <a:cubicBezTo>
                    <a:pt x="3472376" y="101564"/>
                    <a:pt x="3473738" y="96004"/>
                    <a:pt x="3476345" y="90998"/>
                  </a:cubicBezTo>
                  <a:lnTo>
                    <a:pt x="3482227" y="79397"/>
                  </a:lnTo>
                  <a:close/>
                  <a:moveTo>
                    <a:pt x="3456480" y="107208"/>
                  </a:moveTo>
                  <a:lnTo>
                    <a:pt x="3456480" y="405189"/>
                  </a:lnTo>
                  <a:lnTo>
                    <a:pt x="3210149" y="405189"/>
                  </a:lnTo>
                  <a:lnTo>
                    <a:pt x="3210149" y="107208"/>
                  </a:lnTo>
                  <a:cubicBezTo>
                    <a:pt x="3210154" y="103192"/>
                    <a:pt x="3209673" y="99190"/>
                    <a:pt x="3208718" y="95289"/>
                  </a:cubicBezTo>
                  <a:lnTo>
                    <a:pt x="3457912" y="95289"/>
                  </a:lnTo>
                  <a:cubicBezTo>
                    <a:pt x="3456956" y="99190"/>
                    <a:pt x="3456476" y="103192"/>
                    <a:pt x="3456480" y="107208"/>
                  </a:cubicBezTo>
                  <a:close/>
                  <a:moveTo>
                    <a:pt x="387358" y="79397"/>
                  </a:moveTo>
                  <a:lnTo>
                    <a:pt x="393239" y="90998"/>
                  </a:lnTo>
                  <a:cubicBezTo>
                    <a:pt x="395846" y="96004"/>
                    <a:pt x="397209" y="101564"/>
                    <a:pt x="397212" y="107208"/>
                  </a:cubicBezTo>
                  <a:lnTo>
                    <a:pt x="397212" y="421081"/>
                  </a:lnTo>
                  <a:lnTo>
                    <a:pt x="675328" y="421081"/>
                  </a:lnTo>
                  <a:lnTo>
                    <a:pt x="675328" y="107208"/>
                  </a:lnTo>
                  <a:cubicBezTo>
                    <a:pt x="675331" y="101564"/>
                    <a:pt x="676694" y="96004"/>
                    <a:pt x="679301" y="90998"/>
                  </a:cubicBezTo>
                  <a:lnTo>
                    <a:pt x="685183" y="79397"/>
                  </a:lnTo>
                  <a:close/>
                  <a:moveTo>
                    <a:pt x="659435" y="107208"/>
                  </a:moveTo>
                  <a:lnTo>
                    <a:pt x="659435" y="405189"/>
                  </a:lnTo>
                  <a:lnTo>
                    <a:pt x="413105" y="405189"/>
                  </a:lnTo>
                  <a:lnTo>
                    <a:pt x="413105" y="107208"/>
                  </a:lnTo>
                  <a:cubicBezTo>
                    <a:pt x="413109" y="103192"/>
                    <a:pt x="412628" y="99190"/>
                    <a:pt x="411673" y="95289"/>
                  </a:cubicBezTo>
                  <a:lnTo>
                    <a:pt x="660867" y="95289"/>
                  </a:lnTo>
                  <a:cubicBezTo>
                    <a:pt x="659912" y="99190"/>
                    <a:pt x="659431" y="103192"/>
                    <a:pt x="659436" y="107208"/>
                  </a:cubicBezTo>
                  <a:close/>
                  <a:moveTo>
                    <a:pt x="736988" y="79397"/>
                  </a:moveTo>
                  <a:lnTo>
                    <a:pt x="742870" y="90998"/>
                  </a:lnTo>
                  <a:cubicBezTo>
                    <a:pt x="745477" y="96004"/>
                    <a:pt x="746839" y="101564"/>
                    <a:pt x="746843" y="107208"/>
                  </a:cubicBezTo>
                  <a:lnTo>
                    <a:pt x="746843" y="421081"/>
                  </a:lnTo>
                  <a:lnTo>
                    <a:pt x="1024958" y="421081"/>
                  </a:lnTo>
                  <a:lnTo>
                    <a:pt x="1024958" y="107208"/>
                  </a:lnTo>
                  <a:cubicBezTo>
                    <a:pt x="1024962" y="101564"/>
                    <a:pt x="1026325" y="96004"/>
                    <a:pt x="1028931" y="90998"/>
                  </a:cubicBezTo>
                  <a:lnTo>
                    <a:pt x="1034814" y="79397"/>
                  </a:lnTo>
                  <a:close/>
                  <a:moveTo>
                    <a:pt x="1009066" y="107208"/>
                  </a:moveTo>
                  <a:lnTo>
                    <a:pt x="1009066" y="405189"/>
                  </a:lnTo>
                  <a:lnTo>
                    <a:pt x="762735" y="405189"/>
                  </a:lnTo>
                  <a:lnTo>
                    <a:pt x="762735" y="107208"/>
                  </a:lnTo>
                  <a:cubicBezTo>
                    <a:pt x="762740" y="103192"/>
                    <a:pt x="762259" y="99190"/>
                    <a:pt x="761304" y="95289"/>
                  </a:cubicBezTo>
                  <a:lnTo>
                    <a:pt x="1010498" y="95289"/>
                  </a:lnTo>
                  <a:cubicBezTo>
                    <a:pt x="1009542" y="99190"/>
                    <a:pt x="1009062" y="103192"/>
                    <a:pt x="1009066" y="107208"/>
                  </a:cubicBezTo>
                  <a:close/>
                  <a:moveTo>
                    <a:pt x="1086619" y="79397"/>
                  </a:moveTo>
                  <a:lnTo>
                    <a:pt x="1092500" y="90998"/>
                  </a:lnTo>
                  <a:cubicBezTo>
                    <a:pt x="1095107" y="96004"/>
                    <a:pt x="1096470" y="101564"/>
                    <a:pt x="1096474" y="107208"/>
                  </a:cubicBezTo>
                  <a:lnTo>
                    <a:pt x="1096474" y="421081"/>
                  </a:lnTo>
                  <a:lnTo>
                    <a:pt x="1374589" y="421081"/>
                  </a:lnTo>
                  <a:lnTo>
                    <a:pt x="1374589" y="107208"/>
                  </a:lnTo>
                  <a:cubicBezTo>
                    <a:pt x="1374593" y="101564"/>
                    <a:pt x="1375955" y="96004"/>
                    <a:pt x="1378562" y="90998"/>
                  </a:cubicBezTo>
                  <a:lnTo>
                    <a:pt x="1384444" y="79397"/>
                  </a:lnTo>
                  <a:close/>
                  <a:moveTo>
                    <a:pt x="1358696" y="107208"/>
                  </a:moveTo>
                  <a:lnTo>
                    <a:pt x="1358696" y="405189"/>
                  </a:lnTo>
                  <a:lnTo>
                    <a:pt x="1112366" y="405189"/>
                  </a:lnTo>
                  <a:lnTo>
                    <a:pt x="1112366" y="107208"/>
                  </a:lnTo>
                  <a:cubicBezTo>
                    <a:pt x="1112370" y="103192"/>
                    <a:pt x="1111890" y="99190"/>
                    <a:pt x="1110934" y="95289"/>
                  </a:cubicBezTo>
                  <a:lnTo>
                    <a:pt x="1360128" y="95289"/>
                  </a:lnTo>
                  <a:cubicBezTo>
                    <a:pt x="1359173" y="99190"/>
                    <a:pt x="1358692" y="103192"/>
                    <a:pt x="1358697" y="107208"/>
                  </a:cubicBezTo>
                  <a:close/>
                  <a:moveTo>
                    <a:pt x="1436249" y="79397"/>
                  </a:moveTo>
                  <a:lnTo>
                    <a:pt x="1442131" y="90998"/>
                  </a:lnTo>
                  <a:cubicBezTo>
                    <a:pt x="1444738" y="96004"/>
                    <a:pt x="1446101" y="101564"/>
                    <a:pt x="1446104" y="107208"/>
                  </a:cubicBezTo>
                  <a:lnTo>
                    <a:pt x="1446104" y="421081"/>
                  </a:lnTo>
                  <a:lnTo>
                    <a:pt x="1724220" y="421081"/>
                  </a:lnTo>
                  <a:lnTo>
                    <a:pt x="1724220" y="107208"/>
                  </a:lnTo>
                  <a:cubicBezTo>
                    <a:pt x="1724223" y="101564"/>
                    <a:pt x="1725586" y="96004"/>
                    <a:pt x="1728193" y="90998"/>
                  </a:cubicBezTo>
                  <a:lnTo>
                    <a:pt x="1734075" y="79397"/>
                  </a:lnTo>
                  <a:close/>
                  <a:moveTo>
                    <a:pt x="1708327" y="107208"/>
                  </a:moveTo>
                  <a:lnTo>
                    <a:pt x="1708327" y="405189"/>
                  </a:lnTo>
                  <a:lnTo>
                    <a:pt x="1461997" y="405189"/>
                  </a:lnTo>
                  <a:lnTo>
                    <a:pt x="1461997" y="107208"/>
                  </a:lnTo>
                  <a:cubicBezTo>
                    <a:pt x="1462001" y="103192"/>
                    <a:pt x="1461520" y="99190"/>
                    <a:pt x="1460565" y="95289"/>
                  </a:cubicBezTo>
                  <a:lnTo>
                    <a:pt x="1709759" y="95289"/>
                  </a:lnTo>
                  <a:cubicBezTo>
                    <a:pt x="1708804" y="99190"/>
                    <a:pt x="1708323" y="103192"/>
                    <a:pt x="1708327" y="107208"/>
                  </a:cubicBezTo>
                  <a:close/>
                  <a:moveTo>
                    <a:pt x="1785880" y="79397"/>
                  </a:moveTo>
                  <a:lnTo>
                    <a:pt x="1791762" y="90998"/>
                  </a:lnTo>
                  <a:cubicBezTo>
                    <a:pt x="1794369" y="96004"/>
                    <a:pt x="1795731" y="101564"/>
                    <a:pt x="1795735" y="107208"/>
                  </a:cubicBezTo>
                  <a:lnTo>
                    <a:pt x="1795735" y="421081"/>
                  </a:lnTo>
                  <a:lnTo>
                    <a:pt x="2073850" y="421081"/>
                  </a:lnTo>
                  <a:lnTo>
                    <a:pt x="2073850" y="107208"/>
                  </a:lnTo>
                  <a:cubicBezTo>
                    <a:pt x="2073854" y="101564"/>
                    <a:pt x="2075216" y="96004"/>
                    <a:pt x="2077823" y="90998"/>
                  </a:cubicBezTo>
                  <a:lnTo>
                    <a:pt x="2083705" y="79397"/>
                  </a:lnTo>
                  <a:close/>
                  <a:moveTo>
                    <a:pt x="2057958" y="107208"/>
                  </a:moveTo>
                  <a:lnTo>
                    <a:pt x="2057958" y="405189"/>
                  </a:lnTo>
                  <a:lnTo>
                    <a:pt x="1811627" y="405189"/>
                  </a:lnTo>
                  <a:lnTo>
                    <a:pt x="1811627" y="107208"/>
                  </a:lnTo>
                  <a:cubicBezTo>
                    <a:pt x="1811632" y="103192"/>
                    <a:pt x="1811151" y="99190"/>
                    <a:pt x="1810195" y="95289"/>
                  </a:cubicBezTo>
                  <a:lnTo>
                    <a:pt x="2059389" y="95289"/>
                  </a:lnTo>
                  <a:cubicBezTo>
                    <a:pt x="2058434" y="99190"/>
                    <a:pt x="2057953" y="103192"/>
                    <a:pt x="2057958" y="107208"/>
                  </a:cubicBezTo>
                  <a:close/>
                  <a:moveTo>
                    <a:pt x="2135510" y="79397"/>
                  </a:moveTo>
                  <a:lnTo>
                    <a:pt x="2141392" y="90998"/>
                  </a:lnTo>
                  <a:cubicBezTo>
                    <a:pt x="2143999" y="96004"/>
                    <a:pt x="2145362" y="101564"/>
                    <a:pt x="2145365" y="107208"/>
                  </a:cubicBezTo>
                  <a:lnTo>
                    <a:pt x="2145365" y="421081"/>
                  </a:lnTo>
                  <a:lnTo>
                    <a:pt x="2423481" y="421081"/>
                  </a:lnTo>
                  <a:lnTo>
                    <a:pt x="2423481" y="107208"/>
                  </a:lnTo>
                  <a:cubicBezTo>
                    <a:pt x="2423485" y="101564"/>
                    <a:pt x="2424847" y="96004"/>
                    <a:pt x="2427454" y="90998"/>
                  </a:cubicBezTo>
                  <a:lnTo>
                    <a:pt x="2433336" y="79397"/>
                  </a:lnTo>
                  <a:close/>
                  <a:moveTo>
                    <a:pt x="2407588" y="107208"/>
                  </a:moveTo>
                  <a:lnTo>
                    <a:pt x="2407588" y="405189"/>
                  </a:lnTo>
                  <a:lnTo>
                    <a:pt x="2161258" y="405189"/>
                  </a:lnTo>
                  <a:lnTo>
                    <a:pt x="2161258" y="107208"/>
                  </a:lnTo>
                  <a:cubicBezTo>
                    <a:pt x="2161262" y="103192"/>
                    <a:pt x="2160781" y="99190"/>
                    <a:pt x="2159826" y="95289"/>
                  </a:cubicBezTo>
                  <a:lnTo>
                    <a:pt x="2409020" y="95289"/>
                  </a:lnTo>
                  <a:cubicBezTo>
                    <a:pt x="2408065" y="99190"/>
                    <a:pt x="2407584" y="103192"/>
                    <a:pt x="2407588" y="107208"/>
                  </a:cubicBezTo>
                  <a:close/>
                  <a:moveTo>
                    <a:pt x="2485141" y="79397"/>
                  </a:moveTo>
                  <a:lnTo>
                    <a:pt x="2491023" y="90998"/>
                  </a:lnTo>
                  <a:cubicBezTo>
                    <a:pt x="2493630" y="96004"/>
                    <a:pt x="2494993" y="101564"/>
                    <a:pt x="2494996" y="107208"/>
                  </a:cubicBezTo>
                  <a:lnTo>
                    <a:pt x="2494996" y="421081"/>
                  </a:lnTo>
                  <a:lnTo>
                    <a:pt x="2773111" y="421081"/>
                  </a:lnTo>
                  <a:lnTo>
                    <a:pt x="2773111" y="107208"/>
                  </a:lnTo>
                  <a:cubicBezTo>
                    <a:pt x="2773115" y="101564"/>
                    <a:pt x="2774477" y="96004"/>
                    <a:pt x="2777084" y="90998"/>
                  </a:cubicBezTo>
                  <a:lnTo>
                    <a:pt x="2782966" y="79397"/>
                  </a:lnTo>
                  <a:close/>
                  <a:moveTo>
                    <a:pt x="2757219" y="107208"/>
                  </a:moveTo>
                  <a:lnTo>
                    <a:pt x="2757219" y="405189"/>
                  </a:lnTo>
                  <a:lnTo>
                    <a:pt x="2510888" y="405189"/>
                  </a:lnTo>
                  <a:lnTo>
                    <a:pt x="2510888" y="107208"/>
                  </a:lnTo>
                  <a:cubicBezTo>
                    <a:pt x="2510893" y="103192"/>
                    <a:pt x="2510412" y="99190"/>
                    <a:pt x="2509457" y="95289"/>
                  </a:cubicBezTo>
                  <a:lnTo>
                    <a:pt x="2758651" y="95289"/>
                  </a:lnTo>
                  <a:cubicBezTo>
                    <a:pt x="2757695" y="99190"/>
                    <a:pt x="2757215" y="103192"/>
                    <a:pt x="2757219" y="107208"/>
                  </a:cubicBezTo>
                  <a:close/>
                  <a:moveTo>
                    <a:pt x="2834771" y="79397"/>
                  </a:moveTo>
                  <a:lnTo>
                    <a:pt x="2840653" y="90998"/>
                  </a:lnTo>
                  <a:cubicBezTo>
                    <a:pt x="2843260" y="96004"/>
                    <a:pt x="2844623" y="101564"/>
                    <a:pt x="2844627" y="107208"/>
                  </a:cubicBezTo>
                  <a:lnTo>
                    <a:pt x="2844627" y="421081"/>
                  </a:lnTo>
                  <a:lnTo>
                    <a:pt x="3122742" y="421081"/>
                  </a:lnTo>
                  <a:lnTo>
                    <a:pt x="3122742" y="107208"/>
                  </a:lnTo>
                  <a:cubicBezTo>
                    <a:pt x="3122746" y="101564"/>
                    <a:pt x="3124108" y="96004"/>
                    <a:pt x="3126715" y="90998"/>
                  </a:cubicBezTo>
                  <a:lnTo>
                    <a:pt x="3132597" y="79397"/>
                  </a:lnTo>
                  <a:close/>
                  <a:moveTo>
                    <a:pt x="3106849" y="107208"/>
                  </a:moveTo>
                  <a:lnTo>
                    <a:pt x="3106849" y="405189"/>
                  </a:lnTo>
                  <a:lnTo>
                    <a:pt x="2860519" y="405189"/>
                  </a:lnTo>
                  <a:lnTo>
                    <a:pt x="2860519" y="107208"/>
                  </a:lnTo>
                  <a:cubicBezTo>
                    <a:pt x="2860523" y="103192"/>
                    <a:pt x="2860043" y="99190"/>
                    <a:pt x="2859087" y="95289"/>
                  </a:cubicBezTo>
                  <a:lnTo>
                    <a:pt x="3108281" y="95289"/>
                  </a:lnTo>
                  <a:cubicBezTo>
                    <a:pt x="3107326" y="99190"/>
                    <a:pt x="3106845" y="103192"/>
                    <a:pt x="3106849" y="107208"/>
                  </a:cubicBezTo>
                  <a:close/>
                  <a:moveTo>
                    <a:pt x="3184402" y="79397"/>
                  </a:moveTo>
                  <a:lnTo>
                    <a:pt x="3190284" y="90998"/>
                  </a:lnTo>
                  <a:cubicBezTo>
                    <a:pt x="3192891" y="96004"/>
                    <a:pt x="3194254" y="101564"/>
                    <a:pt x="3194257" y="107208"/>
                  </a:cubicBezTo>
                  <a:lnTo>
                    <a:pt x="3194257" y="421081"/>
                  </a:lnTo>
                  <a:lnTo>
                    <a:pt x="3472372" y="421081"/>
                  </a:lnTo>
                  <a:lnTo>
                    <a:pt x="3472372" y="107208"/>
                  </a:lnTo>
                  <a:cubicBezTo>
                    <a:pt x="3472376" y="101564"/>
                    <a:pt x="3473738" y="96004"/>
                    <a:pt x="3476345" y="90998"/>
                  </a:cubicBezTo>
                  <a:lnTo>
                    <a:pt x="3482227" y="79397"/>
                  </a:lnTo>
                  <a:close/>
                  <a:moveTo>
                    <a:pt x="3456480" y="107208"/>
                  </a:moveTo>
                  <a:lnTo>
                    <a:pt x="3456480" y="405189"/>
                  </a:lnTo>
                  <a:lnTo>
                    <a:pt x="3210149" y="405189"/>
                  </a:lnTo>
                  <a:lnTo>
                    <a:pt x="3210149" y="107208"/>
                  </a:lnTo>
                  <a:cubicBezTo>
                    <a:pt x="3210154" y="103192"/>
                    <a:pt x="3209673" y="99190"/>
                    <a:pt x="3208718" y="95289"/>
                  </a:cubicBezTo>
                  <a:lnTo>
                    <a:pt x="3457912" y="95289"/>
                  </a:lnTo>
                  <a:cubicBezTo>
                    <a:pt x="3456956" y="99190"/>
                    <a:pt x="3456476" y="103192"/>
                    <a:pt x="3456480" y="107208"/>
                  </a:cubicBezTo>
                  <a:close/>
                  <a:moveTo>
                    <a:pt x="387358" y="79397"/>
                  </a:moveTo>
                  <a:lnTo>
                    <a:pt x="393239" y="90998"/>
                  </a:lnTo>
                  <a:cubicBezTo>
                    <a:pt x="395846" y="96004"/>
                    <a:pt x="397209" y="101564"/>
                    <a:pt x="397212" y="107208"/>
                  </a:cubicBezTo>
                  <a:lnTo>
                    <a:pt x="397212" y="421081"/>
                  </a:lnTo>
                  <a:lnTo>
                    <a:pt x="675328" y="421081"/>
                  </a:lnTo>
                  <a:lnTo>
                    <a:pt x="675328" y="107208"/>
                  </a:lnTo>
                  <a:cubicBezTo>
                    <a:pt x="675331" y="101564"/>
                    <a:pt x="676694" y="96004"/>
                    <a:pt x="679301" y="90998"/>
                  </a:cubicBezTo>
                  <a:lnTo>
                    <a:pt x="685183" y="79397"/>
                  </a:lnTo>
                  <a:close/>
                  <a:moveTo>
                    <a:pt x="659435" y="107208"/>
                  </a:moveTo>
                  <a:lnTo>
                    <a:pt x="659435" y="405189"/>
                  </a:lnTo>
                  <a:lnTo>
                    <a:pt x="413105" y="405189"/>
                  </a:lnTo>
                  <a:lnTo>
                    <a:pt x="413105" y="107208"/>
                  </a:lnTo>
                  <a:cubicBezTo>
                    <a:pt x="413109" y="103192"/>
                    <a:pt x="412628" y="99190"/>
                    <a:pt x="411673" y="95289"/>
                  </a:cubicBezTo>
                  <a:lnTo>
                    <a:pt x="660867" y="95289"/>
                  </a:lnTo>
                  <a:cubicBezTo>
                    <a:pt x="659912" y="99190"/>
                    <a:pt x="659431" y="103192"/>
                    <a:pt x="659436" y="107208"/>
                  </a:cubicBezTo>
                  <a:close/>
                  <a:moveTo>
                    <a:pt x="736988" y="79397"/>
                  </a:moveTo>
                  <a:lnTo>
                    <a:pt x="742870" y="90998"/>
                  </a:lnTo>
                  <a:cubicBezTo>
                    <a:pt x="745477" y="96004"/>
                    <a:pt x="746839" y="101564"/>
                    <a:pt x="746843" y="107208"/>
                  </a:cubicBezTo>
                  <a:lnTo>
                    <a:pt x="746843" y="421081"/>
                  </a:lnTo>
                  <a:lnTo>
                    <a:pt x="1024958" y="421081"/>
                  </a:lnTo>
                  <a:lnTo>
                    <a:pt x="1024958" y="107208"/>
                  </a:lnTo>
                  <a:cubicBezTo>
                    <a:pt x="1024962" y="101564"/>
                    <a:pt x="1026325" y="96004"/>
                    <a:pt x="1028931" y="90998"/>
                  </a:cubicBezTo>
                  <a:lnTo>
                    <a:pt x="1034814" y="79397"/>
                  </a:lnTo>
                  <a:close/>
                  <a:moveTo>
                    <a:pt x="1009066" y="107208"/>
                  </a:moveTo>
                  <a:lnTo>
                    <a:pt x="1009066" y="405189"/>
                  </a:lnTo>
                  <a:lnTo>
                    <a:pt x="762735" y="405189"/>
                  </a:lnTo>
                  <a:lnTo>
                    <a:pt x="762735" y="107208"/>
                  </a:lnTo>
                  <a:cubicBezTo>
                    <a:pt x="762740" y="103192"/>
                    <a:pt x="762259" y="99190"/>
                    <a:pt x="761304" y="95289"/>
                  </a:cubicBezTo>
                  <a:lnTo>
                    <a:pt x="1010498" y="95289"/>
                  </a:lnTo>
                  <a:cubicBezTo>
                    <a:pt x="1009542" y="99190"/>
                    <a:pt x="1009062" y="103192"/>
                    <a:pt x="1009066" y="107208"/>
                  </a:cubicBezTo>
                  <a:close/>
                  <a:moveTo>
                    <a:pt x="1086619" y="79397"/>
                  </a:moveTo>
                  <a:lnTo>
                    <a:pt x="1092500" y="90998"/>
                  </a:lnTo>
                  <a:cubicBezTo>
                    <a:pt x="1095107" y="96004"/>
                    <a:pt x="1096470" y="101564"/>
                    <a:pt x="1096474" y="107208"/>
                  </a:cubicBezTo>
                  <a:lnTo>
                    <a:pt x="1096474" y="421081"/>
                  </a:lnTo>
                  <a:lnTo>
                    <a:pt x="1374589" y="421081"/>
                  </a:lnTo>
                  <a:lnTo>
                    <a:pt x="1374589" y="107208"/>
                  </a:lnTo>
                  <a:cubicBezTo>
                    <a:pt x="1374593" y="101564"/>
                    <a:pt x="1375955" y="96004"/>
                    <a:pt x="1378562" y="90998"/>
                  </a:cubicBezTo>
                  <a:lnTo>
                    <a:pt x="1384444" y="79397"/>
                  </a:lnTo>
                  <a:close/>
                  <a:moveTo>
                    <a:pt x="1358696" y="107208"/>
                  </a:moveTo>
                  <a:lnTo>
                    <a:pt x="1358696" y="405189"/>
                  </a:lnTo>
                  <a:lnTo>
                    <a:pt x="1112366" y="405189"/>
                  </a:lnTo>
                  <a:lnTo>
                    <a:pt x="1112366" y="107208"/>
                  </a:lnTo>
                  <a:cubicBezTo>
                    <a:pt x="1112370" y="103192"/>
                    <a:pt x="1111890" y="99190"/>
                    <a:pt x="1110934" y="95289"/>
                  </a:cubicBezTo>
                  <a:lnTo>
                    <a:pt x="1360128" y="95289"/>
                  </a:lnTo>
                  <a:cubicBezTo>
                    <a:pt x="1359173" y="99190"/>
                    <a:pt x="1358692" y="103192"/>
                    <a:pt x="1358697" y="107208"/>
                  </a:cubicBezTo>
                  <a:close/>
                  <a:moveTo>
                    <a:pt x="1436249" y="79397"/>
                  </a:moveTo>
                  <a:lnTo>
                    <a:pt x="1442131" y="90998"/>
                  </a:lnTo>
                  <a:cubicBezTo>
                    <a:pt x="1444738" y="96004"/>
                    <a:pt x="1446101" y="101564"/>
                    <a:pt x="1446104" y="107208"/>
                  </a:cubicBezTo>
                  <a:lnTo>
                    <a:pt x="1446104" y="421081"/>
                  </a:lnTo>
                  <a:lnTo>
                    <a:pt x="1724220" y="421081"/>
                  </a:lnTo>
                  <a:lnTo>
                    <a:pt x="1724220" y="107208"/>
                  </a:lnTo>
                  <a:cubicBezTo>
                    <a:pt x="1724223" y="101564"/>
                    <a:pt x="1725586" y="96004"/>
                    <a:pt x="1728193" y="90998"/>
                  </a:cubicBezTo>
                  <a:lnTo>
                    <a:pt x="1734075" y="79397"/>
                  </a:lnTo>
                  <a:close/>
                  <a:moveTo>
                    <a:pt x="1708327" y="107208"/>
                  </a:moveTo>
                  <a:lnTo>
                    <a:pt x="1708327" y="405189"/>
                  </a:lnTo>
                  <a:lnTo>
                    <a:pt x="1461997" y="405189"/>
                  </a:lnTo>
                  <a:lnTo>
                    <a:pt x="1461997" y="107208"/>
                  </a:lnTo>
                  <a:cubicBezTo>
                    <a:pt x="1462001" y="103192"/>
                    <a:pt x="1461520" y="99190"/>
                    <a:pt x="1460565" y="95289"/>
                  </a:cubicBezTo>
                  <a:lnTo>
                    <a:pt x="1709759" y="95289"/>
                  </a:lnTo>
                  <a:cubicBezTo>
                    <a:pt x="1708804" y="99190"/>
                    <a:pt x="1708323" y="103192"/>
                    <a:pt x="1708327" y="107208"/>
                  </a:cubicBezTo>
                  <a:close/>
                  <a:moveTo>
                    <a:pt x="1785880" y="79397"/>
                  </a:moveTo>
                  <a:lnTo>
                    <a:pt x="1791762" y="90998"/>
                  </a:lnTo>
                  <a:cubicBezTo>
                    <a:pt x="1794369" y="96004"/>
                    <a:pt x="1795731" y="101564"/>
                    <a:pt x="1795735" y="107208"/>
                  </a:cubicBezTo>
                  <a:lnTo>
                    <a:pt x="1795735" y="421081"/>
                  </a:lnTo>
                  <a:lnTo>
                    <a:pt x="2073850" y="421081"/>
                  </a:lnTo>
                  <a:lnTo>
                    <a:pt x="2073850" y="107208"/>
                  </a:lnTo>
                  <a:cubicBezTo>
                    <a:pt x="2073854" y="101564"/>
                    <a:pt x="2075216" y="96004"/>
                    <a:pt x="2077823" y="90998"/>
                  </a:cubicBezTo>
                  <a:lnTo>
                    <a:pt x="2083705" y="79397"/>
                  </a:lnTo>
                  <a:close/>
                  <a:moveTo>
                    <a:pt x="2057958" y="107208"/>
                  </a:moveTo>
                  <a:lnTo>
                    <a:pt x="2057958" y="405189"/>
                  </a:lnTo>
                  <a:lnTo>
                    <a:pt x="1811627" y="405189"/>
                  </a:lnTo>
                  <a:lnTo>
                    <a:pt x="1811627" y="107208"/>
                  </a:lnTo>
                  <a:cubicBezTo>
                    <a:pt x="1811632" y="103192"/>
                    <a:pt x="1811151" y="99190"/>
                    <a:pt x="1810195" y="95289"/>
                  </a:cubicBezTo>
                  <a:lnTo>
                    <a:pt x="2059389" y="95289"/>
                  </a:lnTo>
                  <a:cubicBezTo>
                    <a:pt x="2058434" y="99190"/>
                    <a:pt x="2057953" y="103192"/>
                    <a:pt x="2057958" y="107208"/>
                  </a:cubicBezTo>
                  <a:close/>
                  <a:moveTo>
                    <a:pt x="2135510" y="79397"/>
                  </a:moveTo>
                  <a:lnTo>
                    <a:pt x="2141392" y="90998"/>
                  </a:lnTo>
                  <a:cubicBezTo>
                    <a:pt x="2143999" y="96004"/>
                    <a:pt x="2145362" y="101564"/>
                    <a:pt x="2145365" y="107208"/>
                  </a:cubicBezTo>
                  <a:lnTo>
                    <a:pt x="2145365" y="421081"/>
                  </a:lnTo>
                  <a:lnTo>
                    <a:pt x="2423481" y="421081"/>
                  </a:lnTo>
                  <a:lnTo>
                    <a:pt x="2423481" y="107208"/>
                  </a:lnTo>
                  <a:cubicBezTo>
                    <a:pt x="2423485" y="101564"/>
                    <a:pt x="2424847" y="96004"/>
                    <a:pt x="2427454" y="90998"/>
                  </a:cubicBezTo>
                  <a:lnTo>
                    <a:pt x="2433336" y="79397"/>
                  </a:lnTo>
                  <a:close/>
                  <a:moveTo>
                    <a:pt x="2407588" y="107208"/>
                  </a:moveTo>
                  <a:lnTo>
                    <a:pt x="2407588" y="405189"/>
                  </a:lnTo>
                  <a:lnTo>
                    <a:pt x="2161258" y="405189"/>
                  </a:lnTo>
                  <a:lnTo>
                    <a:pt x="2161258" y="107208"/>
                  </a:lnTo>
                  <a:cubicBezTo>
                    <a:pt x="2161262" y="103192"/>
                    <a:pt x="2160781" y="99190"/>
                    <a:pt x="2159826" y="95289"/>
                  </a:cubicBezTo>
                  <a:lnTo>
                    <a:pt x="2409020" y="95289"/>
                  </a:lnTo>
                  <a:cubicBezTo>
                    <a:pt x="2408065" y="99190"/>
                    <a:pt x="2407584" y="103192"/>
                    <a:pt x="2407588" y="107208"/>
                  </a:cubicBezTo>
                  <a:close/>
                  <a:moveTo>
                    <a:pt x="2485141" y="79397"/>
                  </a:moveTo>
                  <a:lnTo>
                    <a:pt x="2491023" y="90998"/>
                  </a:lnTo>
                  <a:cubicBezTo>
                    <a:pt x="2493630" y="96004"/>
                    <a:pt x="2494993" y="101564"/>
                    <a:pt x="2494996" y="107208"/>
                  </a:cubicBezTo>
                  <a:lnTo>
                    <a:pt x="2494996" y="421081"/>
                  </a:lnTo>
                  <a:lnTo>
                    <a:pt x="2773111" y="421081"/>
                  </a:lnTo>
                  <a:lnTo>
                    <a:pt x="2773111" y="107208"/>
                  </a:lnTo>
                  <a:cubicBezTo>
                    <a:pt x="2773115" y="101564"/>
                    <a:pt x="2774477" y="96004"/>
                    <a:pt x="2777084" y="90998"/>
                  </a:cubicBezTo>
                  <a:lnTo>
                    <a:pt x="2782966" y="79397"/>
                  </a:lnTo>
                  <a:close/>
                  <a:moveTo>
                    <a:pt x="2757219" y="107208"/>
                  </a:moveTo>
                  <a:lnTo>
                    <a:pt x="2757219" y="405189"/>
                  </a:lnTo>
                  <a:lnTo>
                    <a:pt x="2510888" y="405189"/>
                  </a:lnTo>
                  <a:lnTo>
                    <a:pt x="2510888" y="107208"/>
                  </a:lnTo>
                  <a:cubicBezTo>
                    <a:pt x="2510893" y="103192"/>
                    <a:pt x="2510412" y="99190"/>
                    <a:pt x="2509457" y="95289"/>
                  </a:cubicBezTo>
                  <a:lnTo>
                    <a:pt x="2758651" y="95289"/>
                  </a:lnTo>
                  <a:cubicBezTo>
                    <a:pt x="2757695" y="99190"/>
                    <a:pt x="2757215" y="103192"/>
                    <a:pt x="2757219" y="107208"/>
                  </a:cubicBezTo>
                  <a:close/>
                  <a:moveTo>
                    <a:pt x="2834771" y="79397"/>
                  </a:moveTo>
                  <a:lnTo>
                    <a:pt x="2840653" y="90998"/>
                  </a:lnTo>
                  <a:cubicBezTo>
                    <a:pt x="2843260" y="96004"/>
                    <a:pt x="2844623" y="101564"/>
                    <a:pt x="2844627" y="107208"/>
                  </a:cubicBezTo>
                  <a:lnTo>
                    <a:pt x="2844627" y="421081"/>
                  </a:lnTo>
                  <a:lnTo>
                    <a:pt x="3122742" y="421081"/>
                  </a:lnTo>
                  <a:lnTo>
                    <a:pt x="3122742" y="107208"/>
                  </a:lnTo>
                  <a:cubicBezTo>
                    <a:pt x="3122746" y="101564"/>
                    <a:pt x="3124108" y="96004"/>
                    <a:pt x="3126715" y="90998"/>
                  </a:cubicBezTo>
                  <a:lnTo>
                    <a:pt x="3132597" y="79397"/>
                  </a:lnTo>
                  <a:close/>
                  <a:moveTo>
                    <a:pt x="3106849" y="107208"/>
                  </a:moveTo>
                  <a:lnTo>
                    <a:pt x="3106849" y="405189"/>
                  </a:lnTo>
                  <a:lnTo>
                    <a:pt x="2860519" y="405189"/>
                  </a:lnTo>
                  <a:lnTo>
                    <a:pt x="2860519" y="107208"/>
                  </a:lnTo>
                  <a:cubicBezTo>
                    <a:pt x="2860523" y="103192"/>
                    <a:pt x="2860043" y="99190"/>
                    <a:pt x="2859087" y="95289"/>
                  </a:cubicBezTo>
                  <a:lnTo>
                    <a:pt x="3108281" y="95289"/>
                  </a:lnTo>
                  <a:cubicBezTo>
                    <a:pt x="3107326" y="99190"/>
                    <a:pt x="3106845" y="103192"/>
                    <a:pt x="3106849" y="107208"/>
                  </a:cubicBezTo>
                  <a:close/>
                  <a:moveTo>
                    <a:pt x="3184402" y="79397"/>
                  </a:moveTo>
                  <a:lnTo>
                    <a:pt x="3190284" y="90998"/>
                  </a:lnTo>
                  <a:cubicBezTo>
                    <a:pt x="3192891" y="96004"/>
                    <a:pt x="3194254" y="101564"/>
                    <a:pt x="3194257" y="107208"/>
                  </a:cubicBezTo>
                  <a:lnTo>
                    <a:pt x="3194257" y="421081"/>
                  </a:lnTo>
                  <a:lnTo>
                    <a:pt x="3472372" y="421081"/>
                  </a:lnTo>
                  <a:lnTo>
                    <a:pt x="3472372" y="107208"/>
                  </a:lnTo>
                  <a:cubicBezTo>
                    <a:pt x="3472376" y="101564"/>
                    <a:pt x="3473738" y="96004"/>
                    <a:pt x="3476345" y="90998"/>
                  </a:cubicBezTo>
                  <a:lnTo>
                    <a:pt x="3482227" y="79397"/>
                  </a:lnTo>
                  <a:close/>
                  <a:moveTo>
                    <a:pt x="3456480" y="107208"/>
                  </a:moveTo>
                  <a:lnTo>
                    <a:pt x="3456480" y="405189"/>
                  </a:lnTo>
                  <a:lnTo>
                    <a:pt x="3210149" y="405189"/>
                  </a:lnTo>
                  <a:lnTo>
                    <a:pt x="3210149" y="107208"/>
                  </a:lnTo>
                  <a:cubicBezTo>
                    <a:pt x="3210154" y="103192"/>
                    <a:pt x="3209673" y="99190"/>
                    <a:pt x="3208718" y="95289"/>
                  </a:cubicBezTo>
                  <a:lnTo>
                    <a:pt x="3457912" y="95289"/>
                  </a:lnTo>
                  <a:cubicBezTo>
                    <a:pt x="3456956" y="99190"/>
                    <a:pt x="3456476" y="103192"/>
                    <a:pt x="3456480" y="107208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4DC21CB-9E3D-6540-BB72-CA213F4C0090}"/>
                </a:ext>
              </a:extLst>
            </p:cNvPr>
            <p:cNvSpPr/>
            <p:nvPr/>
          </p:nvSpPr>
          <p:spPr>
            <a:xfrm>
              <a:off x="1668713" y="3099471"/>
              <a:ext cx="679073" cy="405253"/>
            </a:xfrm>
            <a:custGeom>
              <a:avLst/>
              <a:gdLst>
                <a:gd name="csX0" fmla="*/ 632429 w 679073"/>
                <a:gd name="csY0" fmla="*/ 405189 h 405253"/>
                <a:gd name="csX1" fmla="*/ 46455 w 679073"/>
                <a:gd name="csY1" fmla="*/ 405189 h 405253"/>
                <a:gd name="csX2" fmla="*/ -95 w 679073"/>
                <a:gd name="csY2" fmla="*/ 358640 h 405253"/>
                <a:gd name="csX3" fmla="*/ -95 w 679073"/>
                <a:gd name="csY3" fmla="*/ 46485 h 405253"/>
                <a:gd name="csX4" fmla="*/ 46455 w 679073"/>
                <a:gd name="csY4" fmla="*/ -65 h 405253"/>
                <a:gd name="csX5" fmla="*/ 632429 w 679073"/>
                <a:gd name="csY5" fmla="*/ -64 h 405253"/>
                <a:gd name="csX6" fmla="*/ 678978 w 679073"/>
                <a:gd name="csY6" fmla="*/ 46485 h 405253"/>
                <a:gd name="csX7" fmla="*/ 678978 w 679073"/>
                <a:gd name="csY7" fmla="*/ 358640 h 405253"/>
                <a:gd name="csX8" fmla="*/ 632429 w 679073"/>
                <a:gd name="csY8" fmla="*/ 405189 h 4052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79073" h="405253">
                  <a:moveTo>
                    <a:pt x="632429" y="405189"/>
                  </a:moveTo>
                  <a:lnTo>
                    <a:pt x="46455" y="405189"/>
                  </a:lnTo>
                  <a:cubicBezTo>
                    <a:pt x="20758" y="405160"/>
                    <a:pt x="-66" y="384336"/>
                    <a:pt x="-95" y="358640"/>
                  </a:cubicBezTo>
                  <a:lnTo>
                    <a:pt x="-95" y="46485"/>
                  </a:lnTo>
                  <a:cubicBezTo>
                    <a:pt x="-66" y="20788"/>
                    <a:pt x="20758" y="-36"/>
                    <a:pt x="46455" y="-65"/>
                  </a:cubicBezTo>
                  <a:lnTo>
                    <a:pt x="632429" y="-64"/>
                  </a:lnTo>
                  <a:cubicBezTo>
                    <a:pt x="658126" y="-36"/>
                    <a:pt x="678950" y="20788"/>
                    <a:pt x="678978" y="46485"/>
                  </a:cubicBezTo>
                  <a:lnTo>
                    <a:pt x="678978" y="358640"/>
                  </a:lnTo>
                  <a:cubicBezTo>
                    <a:pt x="678950" y="384336"/>
                    <a:pt x="658126" y="405160"/>
                    <a:pt x="632429" y="405189"/>
                  </a:cubicBezTo>
                  <a:close/>
                </a:path>
              </a:pathLst>
            </a:custGeom>
            <a:solidFill>
              <a:srgbClr val="6C63FF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13E3309-84D7-B42A-AB9A-53C6BF7ACDA3}"/>
                </a:ext>
              </a:extLst>
            </p:cNvPr>
            <p:cNvSpPr/>
            <p:nvPr/>
          </p:nvSpPr>
          <p:spPr>
            <a:xfrm>
              <a:off x="2560425" y="3099471"/>
              <a:ext cx="679073" cy="405253"/>
            </a:xfrm>
            <a:custGeom>
              <a:avLst/>
              <a:gdLst>
                <a:gd name="csX0" fmla="*/ 632429 w 679073"/>
                <a:gd name="csY0" fmla="*/ 405189 h 405253"/>
                <a:gd name="csX1" fmla="*/ 46455 w 679073"/>
                <a:gd name="csY1" fmla="*/ 405189 h 405253"/>
                <a:gd name="csX2" fmla="*/ -95 w 679073"/>
                <a:gd name="csY2" fmla="*/ 358640 h 405253"/>
                <a:gd name="csX3" fmla="*/ -95 w 679073"/>
                <a:gd name="csY3" fmla="*/ 46485 h 405253"/>
                <a:gd name="csX4" fmla="*/ 46454 w 679073"/>
                <a:gd name="csY4" fmla="*/ -65 h 405253"/>
                <a:gd name="csX5" fmla="*/ 632429 w 679073"/>
                <a:gd name="csY5" fmla="*/ -64 h 405253"/>
                <a:gd name="csX6" fmla="*/ 678979 w 679073"/>
                <a:gd name="csY6" fmla="*/ 46485 h 405253"/>
                <a:gd name="csX7" fmla="*/ 678979 w 679073"/>
                <a:gd name="csY7" fmla="*/ 358640 h 405253"/>
                <a:gd name="csX8" fmla="*/ 632429 w 679073"/>
                <a:gd name="csY8" fmla="*/ 405189 h 4052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79073" h="405253">
                  <a:moveTo>
                    <a:pt x="632429" y="405189"/>
                  </a:moveTo>
                  <a:lnTo>
                    <a:pt x="46455" y="405189"/>
                  </a:lnTo>
                  <a:cubicBezTo>
                    <a:pt x="20758" y="405160"/>
                    <a:pt x="-66" y="384336"/>
                    <a:pt x="-95" y="358640"/>
                  </a:cubicBezTo>
                  <a:lnTo>
                    <a:pt x="-95" y="46485"/>
                  </a:lnTo>
                  <a:cubicBezTo>
                    <a:pt x="-66" y="20788"/>
                    <a:pt x="20758" y="-36"/>
                    <a:pt x="46454" y="-65"/>
                  </a:cubicBezTo>
                  <a:lnTo>
                    <a:pt x="632429" y="-64"/>
                  </a:lnTo>
                  <a:cubicBezTo>
                    <a:pt x="658126" y="-36"/>
                    <a:pt x="678950" y="20788"/>
                    <a:pt x="678979" y="46485"/>
                  </a:cubicBezTo>
                  <a:lnTo>
                    <a:pt x="678979" y="358640"/>
                  </a:lnTo>
                  <a:cubicBezTo>
                    <a:pt x="678950" y="384336"/>
                    <a:pt x="658126" y="405160"/>
                    <a:pt x="632429" y="405189"/>
                  </a:cubicBezTo>
                  <a:close/>
                </a:path>
              </a:pathLst>
            </a:custGeom>
            <a:solidFill>
              <a:srgbClr val="6C63FF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603CECA-F687-695D-3D6C-3FFB1312D906}"/>
                </a:ext>
              </a:extLst>
            </p:cNvPr>
            <p:cNvSpPr/>
            <p:nvPr/>
          </p:nvSpPr>
          <p:spPr>
            <a:xfrm>
              <a:off x="3452139" y="3099471"/>
              <a:ext cx="679073" cy="405253"/>
            </a:xfrm>
            <a:custGeom>
              <a:avLst/>
              <a:gdLst>
                <a:gd name="csX0" fmla="*/ 632429 w 679073"/>
                <a:gd name="csY0" fmla="*/ 405189 h 405253"/>
                <a:gd name="csX1" fmla="*/ 46454 w 679073"/>
                <a:gd name="csY1" fmla="*/ 405189 h 405253"/>
                <a:gd name="csX2" fmla="*/ -95 w 679073"/>
                <a:gd name="csY2" fmla="*/ 358640 h 405253"/>
                <a:gd name="csX3" fmla="*/ -95 w 679073"/>
                <a:gd name="csY3" fmla="*/ 46485 h 405253"/>
                <a:gd name="csX4" fmla="*/ 46454 w 679073"/>
                <a:gd name="csY4" fmla="*/ -65 h 405253"/>
                <a:gd name="csX5" fmla="*/ 632429 w 679073"/>
                <a:gd name="csY5" fmla="*/ -64 h 405253"/>
                <a:gd name="csX6" fmla="*/ 678979 w 679073"/>
                <a:gd name="csY6" fmla="*/ 46485 h 405253"/>
                <a:gd name="csX7" fmla="*/ 678979 w 679073"/>
                <a:gd name="csY7" fmla="*/ 358640 h 405253"/>
                <a:gd name="csX8" fmla="*/ 632429 w 679073"/>
                <a:gd name="csY8" fmla="*/ 405189 h 4052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79073" h="405253">
                  <a:moveTo>
                    <a:pt x="632429" y="405189"/>
                  </a:moveTo>
                  <a:lnTo>
                    <a:pt x="46454" y="405189"/>
                  </a:lnTo>
                  <a:cubicBezTo>
                    <a:pt x="20758" y="405160"/>
                    <a:pt x="-66" y="384336"/>
                    <a:pt x="-95" y="358640"/>
                  </a:cubicBezTo>
                  <a:lnTo>
                    <a:pt x="-95" y="46485"/>
                  </a:lnTo>
                  <a:cubicBezTo>
                    <a:pt x="-66" y="20788"/>
                    <a:pt x="20758" y="-36"/>
                    <a:pt x="46454" y="-65"/>
                  </a:cubicBezTo>
                  <a:lnTo>
                    <a:pt x="632429" y="-64"/>
                  </a:lnTo>
                  <a:cubicBezTo>
                    <a:pt x="658126" y="-36"/>
                    <a:pt x="678950" y="20788"/>
                    <a:pt x="678979" y="46485"/>
                  </a:cubicBezTo>
                  <a:lnTo>
                    <a:pt x="678979" y="358640"/>
                  </a:lnTo>
                  <a:cubicBezTo>
                    <a:pt x="678950" y="384336"/>
                    <a:pt x="658126" y="405160"/>
                    <a:pt x="632429" y="405189"/>
                  </a:cubicBezTo>
                  <a:close/>
                </a:path>
              </a:pathLst>
            </a:custGeom>
            <a:solidFill>
              <a:srgbClr val="6C63FF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10F3CBE-F768-DC5D-9F76-EEB6ABA2EBE2}"/>
                </a:ext>
              </a:extLst>
            </p:cNvPr>
            <p:cNvSpPr/>
            <p:nvPr/>
          </p:nvSpPr>
          <p:spPr>
            <a:xfrm>
              <a:off x="1668713" y="4140417"/>
              <a:ext cx="679073" cy="405253"/>
            </a:xfrm>
            <a:custGeom>
              <a:avLst/>
              <a:gdLst>
                <a:gd name="csX0" fmla="*/ 632429 w 679073"/>
                <a:gd name="csY0" fmla="*/ 405189 h 405253"/>
                <a:gd name="csX1" fmla="*/ 46455 w 679073"/>
                <a:gd name="csY1" fmla="*/ 405189 h 405253"/>
                <a:gd name="csX2" fmla="*/ -95 w 679073"/>
                <a:gd name="csY2" fmla="*/ 358640 h 405253"/>
                <a:gd name="csX3" fmla="*/ -95 w 679073"/>
                <a:gd name="csY3" fmla="*/ 46485 h 405253"/>
                <a:gd name="csX4" fmla="*/ 46455 w 679073"/>
                <a:gd name="csY4" fmla="*/ -65 h 405253"/>
                <a:gd name="csX5" fmla="*/ 632429 w 679073"/>
                <a:gd name="csY5" fmla="*/ -64 h 405253"/>
                <a:gd name="csX6" fmla="*/ 678978 w 679073"/>
                <a:gd name="csY6" fmla="*/ 46485 h 405253"/>
                <a:gd name="csX7" fmla="*/ 678978 w 679073"/>
                <a:gd name="csY7" fmla="*/ 358640 h 405253"/>
                <a:gd name="csX8" fmla="*/ 632429 w 679073"/>
                <a:gd name="csY8" fmla="*/ 405189 h 4052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79073" h="405253">
                  <a:moveTo>
                    <a:pt x="632429" y="405189"/>
                  </a:moveTo>
                  <a:lnTo>
                    <a:pt x="46455" y="405189"/>
                  </a:lnTo>
                  <a:cubicBezTo>
                    <a:pt x="20758" y="405160"/>
                    <a:pt x="-66" y="384336"/>
                    <a:pt x="-95" y="358640"/>
                  </a:cubicBezTo>
                  <a:lnTo>
                    <a:pt x="-95" y="46485"/>
                  </a:lnTo>
                  <a:cubicBezTo>
                    <a:pt x="-66" y="20788"/>
                    <a:pt x="20758" y="-36"/>
                    <a:pt x="46455" y="-65"/>
                  </a:cubicBezTo>
                  <a:lnTo>
                    <a:pt x="632429" y="-64"/>
                  </a:lnTo>
                  <a:cubicBezTo>
                    <a:pt x="658126" y="-36"/>
                    <a:pt x="678950" y="20788"/>
                    <a:pt x="678978" y="46485"/>
                  </a:cubicBezTo>
                  <a:lnTo>
                    <a:pt x="678978" y="358640"/>
                  </a:lnTo>
                  <a:cubicBezTo>
                    <a:pt x="678950" y="384336"/>
                    <a:pt x="658126" y="405160"/>
                    <a:pt x="632429" y="405189"/>
                  </a:cubicBezTo>
                  <a:close/>
                </a:path>
              </a:pathLst>
            </a:custGeom>
            <a:solidFill>
              <a:srgbClr val="6C63FF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50E2E77-D26F-BD5B-B6EB-4270472FC177}"/>
                </a:ext>
              </a:extLst>
            </p:cNvPr>
            <p:cNvSpPr/>
            <p:nvPr/>
          </p:nvSpPr>
          <p:spPr>
            <a:xfrm>
              <a:off x="2560425" y="4140417"/>
              <a:ext cx="679073" cy="405253"/>
            </a:xfrm>
            <a:custGeom>
              <a:avLst/>
              <a:gdLst>
                <a:gd name="csX0" fmla="*/ 632429 w 679073"/>
                <a:gd name="csY0" fmla="*/ 405189 h 405253"/>
                <a:gd name="csX1" fmla="*/ 46455 w 679073"/>
                <a:gd name="csY1" fmla="*/ 405189 h 405253"/>
                <a:gd name="csX2" fmla="*/ -95 w 679073"/>
                <a:gd name="csY2" fmla="*/ 358640 h 405253"/>
                <a:gd name="csX3" fmla="*/ -95 w 679073"/>
                <a:gd name="csY3" fmla="*/ 46485 h 405253"/>
                <a:gd name="csX4" fmla="*/ 46454 w 679073"/>
                <a:gd name="csY4" fmla="*/ -65 h 405253"/>
                <a:gd name="csX5" fmla="*/ 632429 w 679073"/>
                <a:gd name="csY5" fmla="*/ -64 h 405253"/>
                <a:gd name="csX6" fmla="*/ 678979 w 679073"/>
                <a:gd name="csY6" fmla="*/ 46485 h 405253"/>
                <a:gd name="csX7" fmla="*/ 678979 w 679073"/>
                <a:gd name="csY7" fmla="*/ 358640 h 405253"/>
                <a:gd name="csX8" fmla="*/ 632429 w 679073"/>
                <a:gd name="csY8" fmla="*/ 405189 h 4052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79073" h="405253">
                  <a:moveTo>
                    <a:pt x="632429" y="405189"/>
                  </a:moveTo>
                  <a:lnTo>
                    <a:pt x="46455" y="405189"/>
                  </a:lnTo>
                  <a:cubicBezTo>
                    <a:pt x="20758" y="405160"/>
                    <a:pt x="-66" y="384336"/>
                    <a:pt x="-95" y="358640"/>
                  </a:cubicBezTo>
                  <a:lnTo>
                    <a:pt x="-95" y="46485"/>
                  </a:lnTo>
                  <a:cubicBezTo>
                    <a:pt x="-66" y="20788"/>
                    <a:pt x="20758" y="-36"/>
                    <a:pt x="46454" y="-65"/>
                  </a:cubicBezTo>
                  <a:lnTo>
                    <a:pt x="632429" y="-64"/>
                  </a:lnTo>
                  <a:cubicBezTo>
                    <a:pt x="658126" y="-36"/>
                    <a:pt x="678950" y="20788"/>
                    <a:pt x="678979" y="46485"/>
                  </a:cubicBezTo>
                  <a:lnTo>
                    <a:pt x="678979" y="358640"/>
                  </a:lnTo>
                  <a:cubicBezTo>
                    <a:pt x="678950" y="384336"/>
                    <a:pt x="658126" y="405160"/>
                    <a:pt x="632429" y="405189"/>
                  </a:cubicBezTo>
                  <a:close/>
                </a:path>
              </a:pathLst>
            </a:custGeom>
            <a:solidFill>
              <a:srgbClr val="6C63FF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7E8891D-DAFB-1DA6-107D-7E80A43704C3}"/>
                </a:ext>
              </a:extLst>
            </p:cNvPr>
            <p:cNvSpPr/>
            <p:nvPr/>
          </p:nvSpPr>
          <p:spPr>
            <a:xfrm>
              <a:off x="3452139" y="4140417"/>
              <a:ext cx="679073" cy="405253"/>
            </a:xfrm>
            <a:custGeom>
              <a:avLst/>
              <a:gdLst>
                <a:gd name="csX0" fmla="*/ 632429 w 679073"/>
                <a:gd name="csY0" fmla="*/ 405189 h 405253"/>
                <a:gd name="csX1" fmla="*/ 46454 w 679073"/>
                <a:gd name="csY1" fmla="*/ 405189 h 405253"/>
                <a:gd name="csX2" fmla="*/ -95 w 679073"/>
                <a:gd name="csY2" fmla="*/ 358640 h 405253"/>
                <a:gd name="csX3" fmla="*/ -95 w 679073"/>
                <a:gd name="csY3" fmla="*/ 46485 h 405253"/>
                <a:gd name="csX4" fmla="*/ 46454 w 679073"/>
                <a:gd name="csY4" fmla="*/ -65 h 405253"/>
                <a:gd name="csX5" fmla="*/ 632429 w 679073"/>
                <a:gd name="csY5" fmla="*/ -64 h 405253"/>
                <a:gd name="csX6" fmla="*/ 678979 w 679073"/>
                <a:gd name="csY6" fmla="*/ 46485 h 405253"/>
                <a:gd name="csX7" fmla="*/ 678979 w 679073"/>
                <a:gd name="csY7" fmla="*/ 358640 h 405253"/>
                <a:gd name="csX8" fmla="*/ 632429 w 679073"/>
                <a:gd name="csY8" fmla="*/ 405189 h 4052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79073" h="405253">
                  <a:moveTo>
                    <a:pt x="632429" y="405189"/>
                  </a:moveTo>
                  <a:lnTo>
                    <a:pt x="46454" y="405189"/>
                  </a:lnTo>
                  <a:cubicBezTo>
                    <a:pt x="20758" y="405160"/>
                    <a:pt x="-66" y="384336"/>
                    <a:pt x="-95" y="358640"/>
                  </a:cubicBezTo>
                  <a:lnTo>
                    <a:pt x="-95" y="46485"/>
                  </a:lnTo>
                  <a:cubicBezTo>
                    <a:pt x="-66" y="20788"/>
                    <a:pt x="20758" y="-36"/>
                    <a:pt x="46454" y="-65"/>
                  </a:cubicBezTo>
                  <a:lnTo>
                    <a:pt x="632429" y="-64"/>
                  </a:lnTo>
                  <a:cubicBezTo>
                    <a:pt x="658126" y="-36"/>
                    <a:pt x="678950" y="20788"/>
                    <a:pt x="678979" y="46485"/>
                  </a:cubicBezTo>
                  <a:lnTo>
                    <a:pt x="678979" y="358640"/>
                  </a:lnTo>
                  <a:cubicBezTo>
                    <a:pt x="678950" y="384336"/>
                    <a:pt x="658126" y="405160"/>
                    <a:pt x="632429" y="405189"/>
                  </a:cubicBezTo>
                  <a:close/>
                </a:path>
              </a:pathLst>
            </a:custGeom>
            <a:solidFill>
              <a:srgbClr val="6C63FF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A7F08E3-CB53-DABC-5121-544EF623A8B8}"/>
                </a:ext>
              </a:extLst>
            </p:cNvPr>
            <p:cNvSpPr/>
            <p:nvPr/>
          </p:nvSpPr>
          <p:spPr>
            <a:xfrm>
              <a:off x="1668713" y="5181362"/>
              <a:ext cx="679073" cy="405253"/>
            </a:xfrm>
            <a:custGeom>
              <a:avLst/>
              <a:gdLst>
                <a:gd name="csX0" fmla="*/ 632429 w 679073"/>
                <a:gd name="csY0" fmla="*/ 405189 h 405253"/>
                <a:gd name="csX1" fmla="*/ 46455 w 679073"/>
                <a:gd name="csY1" fmla="*/ 405189 h 405253"/>
                <a:gd name="csX2" fmla="*/ -95 w 679073"/>
                <a:gd name="csY2" fmla="*/ 358640 h 405253"/>
                <a:gd name="csX3" fmla="*/ -95 w 679073"/>
                <a:gd name="csY3" fmla="*/ 46485 h 405253"/>
                <a:gd name="csX4" fmla="*/ 46455 w 679073"/>
                <a:gd name="csY4" fmla="*/ -65 h 405253"/>
                <a:gd name="csX5" fmla="*/ 632429 w 679073"/>
                <a:gd name="csY5" fmla="*/ -65 h 405253"/>
                <a:gd name="csX6" fmla="*/ 678978 w 679073"/>
                <a:gd name="csY6" fmla="*/ 46485 h 405253"/>
                <a:gd name="csX7" fmla="*/ 678978 w 679073"/>
                <a:gd name="csY7" fmla="*/ 358640 h 405253"/>
                <a:gd name="csX8" fmla="*/ 632429 w 679073"/>
                <a:gd name="csY8" fmla="*/ 405189 h 4052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79073" h="405253">
                  <a:moveTo>
                    <a:pt x="632429" y="405189"/>
                  </a:moveTo>
                  <a:lnTo>
                    <a:pt x="46455" y="405189"/>
                  </a:lnTo>
                  <a:cubicBezTo>
                    <a:pt x="20758" y="405160"/>
                    <a:pt x="-66" y="384336"/>
                    <a:pt x="-95" y="358640"/>
                  </a:cubicBezTo>
                  <a:lnTo>
                    <a:pt x="-95" y="46485"/>
                  </a:lnTo>
                  <a:cubicBezTo>
                    <a:pt x="-66" y="20788"/>
                    <a:pt x="20758" y="-36"/>
                    <a:pt x="46455" y="-65"/>
                  </a:cubicBezTo>
                  <a:lnTo>
                    <a:pt x="632429" y="-65"/>
                  </a:lnTo>
                  <a:cubicBezTo>
                    <a:pt x="658126" y="-36"/>
                    <a:pt x="678950" y="20788"/>
                    <a:pt x="678978" y="46485"/>
                  </a:cubicBezTo>
                  <a:lnTo>
                    <a:pt x="678978" y="358640"/>
                  </a:lnTo>
                  <a:cubicBezTo>
                    <a:pt x="678950" y="384336"/>
                    <a:pt x="658126" y="405160"/>
                    <a:pt x="632429" y="405189"/>
                  </a:cubicBezTo>
                  <a:close/>
                </a:path>
              </a:pathLst>
            </a:custGeom>
            <a:solidFill>
              <a:srgbClr val="6C63FF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F4D5FD9-A430-FE00-3411-8B6CFAEEF76D}"/>
                </a:ext>
              </a:extLst>
            </p:cNvPr>
            <p:cNvSpPr/>
            <p:nvPr/>
          </p:nvSpPr>
          <p:spPr>
            <a:xfrm>
              <a:off x="2560425" y="5181362"/>
              <a:ext cx="679073" cy="405253"/>
            </a:xfrm>
            <a:custGeom>
              <a:avLst/>
              <a:gdLst>
                <a:gd name="csX0" fmla="*/ 632429 w 679073"/>
                <a:gd name="csY0" fmla="*/ 405189 h 405253"/>
                <a:gd name="csX1" fmla="*/ 46455 w 679073"/>
                <a:gd name="csY1" fmla="*/ 405189 h 405253"/>
                <a:gd name="csX2" fmla="*/ -95 w 679073"/>
                <a:gd name="csY2" fmla="*/ 358640 h 405253"/>
                <a:gd name="csX3" fmla="*/ -95 w 679073"/>
                <a:gd name="csY3" fmla="*/ 46485 h 405253"/>
                <a:gd name="csX4" fmla="*/ 46454 w 679073"/>
                <a:gd name="csY4" fmla="*/ -65 h 405253"/>
                <a:gd name="csX5" fmla="*/ 632429 w 679073"/>
                <a:gd name="csY5" fmla="*/ -65 h 405253"/>
                <a:gd name="csX6" fmla="*/ 678979 w 679073"/>
                <a:gd name="csY6" fmla="*/ 46485 h 405253"/>
                <a:gd name="csX7" fmla="*/ 678979 w 679073"/>
                <a:gd name="csY7" fmla="*/ 358640 h 405253"/>
                <a:gd name="csX8" fmla="*/ 632429 w 679073"/>
                <a:gd name="csY8" fmla="*/ 405189 h 4052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79073" h="405253">
                  <a:moveTo>
                    <a:pt x="632429" y="405189"/>
                  </a:moveTo>
                  <a:lnTo>
                    <a:pt x="46455" y="405189"/>
                  </a:lnTo>
                  <a:cubicBezTo>
                    <a:pt x="20758" y="405160"/>
                    <a:pt x="-66" y="384336"/>
                    <a:pt x="-95" y="358640"/>
                  </a:cubicBezTo>
                  <a:lnTo>
                    <a:pt x="-95" y="46485"/>
                  </a:lnTo>
                  <a:cubicBezTo>
                    <a:pt x="-66" y="20788"/>
                    <a:pt x="20758" y="-36"/>
                    <a:pt x="46454" y="-65"/>
                  </a:cubicBezTo>
                  <a:lnTo>
                    <a:pt x="632429" y="-65"/>
                  </a:lnTo>
                  <a:cubicBezTo>
                    <a:pt x="658126" y="-36"/>
                    <a:pt x="678950" y="20788"/>
                    <a:pt x="678979" y="46485"/>
                  </a:cubicBezTo>
                  <a:lnTo>
                    <a:pt x="678979" y="358640"/>
                  </a:lnTo>
                  <a:cubicBezTo>
                    <a:pt x="678950" y="384336"/>
                    <a:pt x="658126" y="405160"/>
                    <a:pt x="632429" y="405189"/>
                  </a:cubicBezTo>
                  <a:close/>
                </a:path>
              </a:pathLst>
            </a:custGeom>
            <a:solidFill>
              <a:srgbClr val="6C63FF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CA1854B8-B3DD-519D-C94D-6B5B4D8AC0B1}"/>
                </a:ext>
              </a:extLst>
            </p:cNvPr>
            <p:cNvSpPr/>
            <p:nvPr/>
          </p:nvSpPr>
          <p:spPr>
            <a:xfrm>
              <a:off x="3452139" y="5181362"/>
              <a:ext cx="679073" cy="405253"/>
            </a:xfrm>
            <a:custGeom>
              <a:avLst/>
              <a:gdLst>
                <a:gd name="csX0" fmla="*/ 632429 w 679073"/>
                <a:gd name="csY0" fmla="*/ 405189 h 405253"/>
                <a:gd name="csX1" fmla="*/ 46454 w 679073"/>
                <a:gd name="csY1" fmla="*/ 405189 h 405253"/>
                <a:gd name="csX2" fmla="*/ -95 w 679073"/>
                <a:gd name="csY2" fmla="*/ 358640 h 405253"/>
                <a:gd name="csX3" fmla="*/ -95 w 679073"/>
                <a:gd name="csY3" fmla="*/ 46485 h 405253"/>
                <a:gd name="csX4" fmla="*/ 46454 w 679073"/>
                <a:gd name="csY4" fmla="*/ -65 h 405253"/>
                <a:gd name="csX5" fmla="*/ 632429 w 679073"/>
                <a:gd name="csY5" fmla="*/ -65 h 405253"/>
                <a:gd name="csX6" fmla="*/ 678979 w 679073"/>
                <a:gd name="csY6" fmla="*/ 46485 h 405253"/>
                <a:gd name="csX7" fmla="*/ 678979 w 679073"/>
                <a:gd name="csY7" fmla="*/ 358640 h 405253"/>
                <a:gd name="csX8" fmla="*/ 632429 w 679073"/>
                <a:gd name="csY8" fmla="*/ 405189 h 4052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79073" h="405253">
                  <a:moveTo>
                    <a:pt x="632429" y="405189"/>
                  </a:moveTo>
                  <a:lnTo>
                    <a:pt x="46454" y="405189"/>
                  </a:lnTo>
                  <a:cubicBezTo>
                    <a:pt x="20758" y="405160"/>
                    <a:pt x="-66" y="384336"/>
                    <a:pt x="-95" y="358640"/>
                  </a:cubicBezTo>
                  <a:lnTo>
                    <a:pt x="-95" y="46485"/>
                  </a:lnTo>
                  <a:cubicBezTo>
                    <a:pt x="-66" y="20788"/>
                    <a:pt x="20758" y="-36"/>
                    <a:pt x="46454" y="-65"/>
                  </a:cubicBezTo>
                  <a:lnTo>
                    <a:pt x="632429" y="-65"/>
                  </a:lnTo>
                  <a:cubicBezTo>
                    <a:pt x="658126" y="-36"/>
                    <a:pt x="678950" y="20788"/>
                    <a:pt x="678979" y="46485"/>
                  </a:cubicBezTo>
                  <a:lnTo>
                    <a:pt x="678979" y="358640"/>
                  </a:lnTo>
                  <a:cubicBezTo>
                    <a:pt x="678950" y="384336"/>
                    <a:pt x="658126" y="405160"/>
                    <a:pt x="632429" y="405189"/>
                  </a:cubicBezTo>
                  <a:close/>
                </a:path>
              </a:pathLst>
            </a:custGeom>
            <a:solidFill>
              <a:srgbClr val="6C63FF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D2055902-8039-4C3B-D67E-18FBB32B7BAF}"/>
                </a:ext>
              </a:extLst>
            </p:cNvPr>
            <p:cNvSpPr/>
            <p:nvPr/>
          </p:nvSpPr>
          <p:spPr>
            <a:xfrm>
              <a:off x="1465683" y="3059419"/>
              <a:ext cx="802561" cy="485359"/>
            </a:xfrm>
            <a:custGeom>
              <a:avLst/>
              <a:gdLst>
                <a:gd name="csX0" fmla="*/ 740595 w 802561"/>
                <a:gd name="csY0" fmla="*/ 485294 h 485359"/>
                <a:gd name="csX1" fmla="*/ 61776 w 802561"/>
                <a:gd name="csY1" fmla="*/ 485294 h 485359"/>
                <a:gd name="csX2" fmla="*/ -95 w 802561"/>
                <a:gd name="csY2" fmla="*/ 423421 h 485359"/>
                <a:gd name="csX3" fmla="*/ -95 w 802561"/>
                <a:gd name="csY3" fmla="*/ 61809 h 485359"/>
                <a:gd name="csX4" fmla="*/ 61776 w 802561"/>
                <a:gd name="csY4" fmla="*/ -65 h 485359"/>
                <a:gd name="csX5" fmla="*/ 740595 w 802561"/>
                <a:gd name="csY5" fmla="*/ -65 h 485359"/>
                <a:gd name="csX6" fmla="*/ 802466 w 802561"/>
                <a:gd name="csY6" fmla="*/ 61809 h 485359"/>
                <a:gd name="csX7" fmla="*/ 802466 w 802561"/>
                <a:gd name="csY7" fmla="*/ 423421 h 485359"/>
                <a:gd name="csX8" fmla="*/ 740594 w 802561"/>
                <a:gd name="csY8" fmla="*/ 485294 h 485359"/>
                <a:gd name="csX9" fmla="*/ 61776 w 802561"/>
                <a:gd name="csY9" fmla="*/ 15828 h 485359"/>
                <a:gd name="csX10" fmla="*/ 15798 w 802561"/>
                <a:gd name="csY10" fmla="*/ 61809 h 485359"/>
                <a:gd name="csX11" fmla="*/ 15797 w 802561"/>
                <a:gd name="csY11" fmla="*/ 423421 h 485359"/>
                <a:gd name="csX12" fmla="*/ 61776 w 802561"/>
                <a:gd name="csY12" fmla="*/ 469402 h 485359"/>
                <a:gd name="csX13" fmla="*/ 740595 w 802561"/>
                <a:gd name="csY13" fmla="*/ 469402 h 485359"/>
                <a:gd name="csX14" fmla="*/ 786574 w 802561"/>
                <a:gd name="csY14" fmla="*/ 423421 h 485359"/>
                <a:gd name="csX15" fmla="*/ 786574 w 802561"/>
                <a:gd name="csY15" fmla="*/ 61809 h 485359"/>
                <a:gd name="csX16" fmla="*/ 740594 w 802561"/>
                <a:gd name="csY16" fmla="*/ 15828 h 4853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802561" h="485359">
                  <a:moveTo>
                    <a:pt x="740595" y="485294"/>
                  </a:moveTo>
                  <a:lnTo>
                    <a:pt x="61776" y="485294"/>
                  </a:lnTo>
                  <a:cubicBezTo>
                    <a:pt x="27621" y="485255"/>
                    <a:pt x="-57" y="457576"/>
                    <a:pt x="-95" y="423421"/>
                  </a:cubicBezTo>
                  <a:lnTo>
                    <a:pt x="-95" y="61809"/>
                  </a:lnTo>
                  <a:cubicBezTo>
                    <a:pt x="-57" y="27654"/>
                    <a:pt x="27621" y="-25"/>
                    <a:pt x="61776" y="-65"/>
                  </a:cubicBezTo>
                  <a:lnTo>
                    <a:pt x="740595" y="-65"/>
                  </a:lnTo>
                  <a:cubicBezTo>
                    <a:pt x="774750" y="-25"/>
                    <a:pt x="802428" y="27654"/>
                    <a:pt x="802466" y="61809"/>
                  </a:cubicBezTo>
                  <a:lnTo>
                    <a:pt x="802466" y="423421"/>
                  </a:lnTo>
                  <a:cubicBezTo>
                    <a:pt x="802428" y="457576"/>
                    <a:pt x="774750" y="485255"/>
                    <a:pt x="740594" y="485294"/>
                  </a:cubicBezTo>
                  <a:close/>
                  <a:moveTo>
                    <a:pt x="61776" y="15828"/>
                  </a:moveTo>
                  <a:cubicBezTo>
                    <a:pt x="36394" y="15857"/>
                    <a:pt x="15825" y="36427"/>
                    <a:pt x="15798" y="61809"/>
                  </a:cubicBezTo>
                  <a:lnTo>
                    <a:pt x="15797" y="423421"/>
                  </a:lnTo>
                  <a:cubicBezTo>
                    <a:pt x="15825" y="448803"/>
                    <a:pt x="36394" y="469373"/>
                    <a:pt x="61776" y="469402"/>
                  </a:cubicBezTo>
                  <a:lnTo>
                    <a:pt x="740595" y="469402"/>
                  </a:lnTo>
                  <a:cubicBezTo>
                    <a:pt x="765977" y="469373"/>
                    <a:pt x="786546" y="448803"/>
                    <a:pt x="786574" y="423421"/>
                  </a:cubicBezTo>
                  <a:lnTo>
                    <a:pt x="786574" y="61809"/>
                  </a:lnTo>
                  <a:cubicBezTo>
                    <a:pt x="786546" y="36426"/>
                    <a:pt x="765977" y="15856"/>
                    <a:pt x="740594" y="15828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8C4857A2-C7FD-3FD7-3473-FDF4A77462CA}"/>
                </a:ext>
              </a:extLst>
            </p:cNvPr>
            <p:cNvSpPr/>
            <p:nvPr/>
          </p:nvSpPr>
          <p:spPr>
            <a:xfrm>
              <a:off x="2498682" y="3059419"/>
              <a:ext cx="802561" cy="485359"/>
            </a:xfrm>
            <a:custGeom>
              <a:avLst/>
              <a:gdLst>
                <a:gd name="csX0" fmla="*/ 740595 w 802561"/>
                <a:gd name="csY0" fmla="*/ 485294 h 485359"/>
                <a:gd name="csX1" fmla="*/ 61777 w 802561"/>
                <a:gd name="csY1" fmla="*/ 485294 h 485359"/>
                <a:gd name="csX2" fmla="*/ -95 w 802561"/>
                <a:gd name="csY2" fmla="*/ 423421 h 485359"/>
                <a:gd name="csX3" fmla="*/ -95 w 802561"/>
                <a:gd name="csY3" fmla="*/ 61809 h 485359"/>
                <a:gd name="csX4" fmla="*/ 61777 w 802561"/>
                <a:gd name="csY4" fmla="*/ -65 h 485359"/>
                <a:gd name="csX5" fmla="*/ 740594 w 802561"/>
                <a:gd name="csY5" fmla="*/ -65 h 485359"/>
                <a:gd name="csX6" fmla="*/ 802466 w 802561"/>
                <a:gd name="csY6" fmla="*/ 61809 h 485359"/>
                <a:gd name="csX7" fmla="*/ 802466 w 802561"/>
                <a:gd name="csY7" fmla="*/ 423421 h 485359"/>
                <a:gd name="csX8" fmla="*/ 740595 w 802561"/>
                <a:gd name="csY8" fmla="*/ 485294 h 485359"/>
                <a:gd name="csX9" fmla="*/ 61777 w 802561"/>
                <a:gd name="csY9" fmla="*/ 15828 h 485359"/>
                <a:gd name="csX10" fmla="*/ 15797 w 802561"/>
                <a:gd name="csY10" fmla="*/ 61809 h 485359"/>
                <a:gd name="csX11" fmla="*/ 15797 w 802561"/>
                <a:gd name="csY11" fmla="*/ 423421 h 485359"/>
                <a:gd name="csX12" fmla="*/ 61777 w 802561"/>
                <a:gd name="csY12" fmla="*/ 469402 h 485359"/>
                <a:gd name="csX13" fmla="*/ 740594 w 802561"/>
                <a:gd name="csY13" fmla="*/ 469402 h 485359"/>
                <a:gd name="csX14" fmla="*/ 786574 w 802561"/>
                <a:gd name="csY14" fmla="*/ 423421 h 485359"/>
                <a:gd name="csX15" fmla="*/ 786574 w 802561"/>
                <a:gd name="csY15" fmla="*/ 61809 h 485359"/>
                <a:gd name="csX16" fmla="*/ 740594 w 802561"/>
                <a:gd name="csY16" fmla="*/ 15828 h 4853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802561" h="485359">
                  <a:moveTo>
                    <a:pt x="740595" y="485294"/>
                  </a:moveTo>
                  <a:lnTo>
                    <a:pt x="61777" y="485294"/>
                  </a:lnTo>
                  <a:cubicBezTo>
                    <a:pt x="27621" y="485255"/>
                    <a:pt x="-57" y="457576"/>
                    <a:pt x="-95" y="423421"/>
                  </a:cubicBezTo>
                  <a:lnTo>
                    <a:pt x="-95" y="61809"/>
                  </a:lnTo>
                  <a:cubicBezTo>
                    <a:pt x="-57" y="27654"/>
                    <a:pt x="27621" y="-25"/>
                    <a:pt x="61777" y="-65"/>
                  </a:cubicBezTo>
                  <a:lnTo>
                    <a:pt x="740594" y="-65"/>
                  </a:lnTo>
                  <a:cubicBezTo>
                    <a:pt x="774750" y="-25"/>
                    <a:pt x="802428" y="27654"/>
                    <a:pt x="802466" y="61809"/>
                  </a:cubicBezTo>
                  <a:lnTo>
                    <a:pt x="802466" y="423421"/>
                  </a:lnTo>
                  <a:cubicBezTo>
                    <a:pt x="802428" y="457576"/>
                    <a:pt x="774750" y="485255"/>
                    <a:pt x="740595" y="485294"/>
                  </a:cubicBezTo>
                  <a:close/>
                  <a:moveTo>
                    <a:pt x="61777" y="15828"/>
                  </a:moveTo>
                  <a:cubicBezTo>
                    <a:pt x="36394" y="15856"/>
                    <a:pt x="15825" y="36426"/>
                    <a:pt x="15797" y="61809"/>
                  </a:cubicBezTo>
                  <a:lnTo>
                    <a:pt x="15797" y="423421"/>
                  </a:lnTo>
                  <a:cubicBezTo>
                    <a:pt x="15825" y="448803"/>
                    <a:pt x="36394" y="469373"/>
                    <a:pt x="61777" y="469402"/>
                  </a:cubicBezTo>
                  <a:lnTo>
                    <a:pt x="740594" y="469402"/>
                  </a:lnTo>
                  <a:cubicBezTo>
                    <a:pt x="765977" y="469373"/>
                    <a:pt x="786546" y="448803"/>
                    <a:pt x="786574" y="423421"/>
                  </a:cubicBezTo>
                  <a:lnTo>
                    <a:pt x="786574" y="61809"/>
                  </a:lnTo>
                  <a:cubicBezTo>
                    <a:pt x="786546" y="36426"/>
                    <a:pt x="765977" y="15856"/>
                    <a:pt x="740594" y="15828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1C7B6679-DBF5-A592-A6F7-A851842C380F}"/>
                </a:ext>
              </a:extLst>
            </p:cNvPr>
            <p:cNvSpPr/>
            <p:nvPr/>
          </p:nvSpPr>
          <p:spPr>
            <a:xfrm>
              <a:off x="3531681" y="3059419"/>
              <a:ext cx="802561" cy="485359"/>
            </a:xfrm>
            <a:custGeom>
              <a:avLst/>
              <a:gdLst>
                <a:gd name="csX0" fmla="*/ 740595 w 802561"/>
                <a:gd name="csY0" fmla="*/ 485294 h 485359"/>
                <a:gd name="csX1" fmla="*/ 61777 w 802561"/>
                <a:gd name="csY1" fmla="*/ 485294 h 485359"/>
                <a:gd name="csX2" fmla="*/ -95 w 802561"/>
                <a:gd name="csY2" fmla="*/ 423421 h 485359"/>
                <a:gd name="csX3" fmla="*/ -95 w 802561"/>
                <a:gd name="csY3" fmla="*/ 61809 h 485359"/>
                <a:gd name="csX4" fmla="*/ 61777 w 802561"/>
                <a:gd name="csY4" fmla="*/ -65 h 485359"/>
                <a:gd name="csX5" fmla="*/ 740594 w 802561"/>
                <a:gd name="csY5" fmla="*/ -65 h 485359"/>
                <a:gd name="csX6" fmla="*/ 802466 w 802561"/>
                <a:gd name="csY6" fmla="*/ 61809 h 485359"/>
                <a:gd name="csX7" fmla="*/ 802466 w 802561"/>
                <a:gd name="csY7" fmla="*/ 423421 h 485359"/>
                <a:gd name="csX8" fmla="*/ 740595 w 802561"/>
                <a:gd name="csY8" fmla="*/ 485294 h 485359"/>
                <a:gd name="csX9" fmla="*/ 61777 w 802561"/>
                <a:gd name="csY9" fmla="*/ 15828 h 485359"/>
                <a:gd name="csX10" fmla="*/ 15797 w 802561"/>
                <a:gd name="csY10" fmla="*/ 61809 h 485359"/>
                <a:gd name="csX11" fmla="*/ 15797 w 802561"/>
                <a:gd name="csY11" fmla="*/ 423421 h 485359"/>
                <a:gd name="csX12" fmla="*/ 61777 w 802561"/>
                <a:gd name="csY12" fmla="*/ 469402 h 485359"/>
                <a:gd name="csX13" fmla="*/ 740594 w 802561"/>
                <a:gd name="csY13" fmla="*/ 469402 h 485359"/>
                <a:gd name="csX14" fmla="*/ 786574 w 802561"/>
                <a:gd name="csY14" fmla="*/ 423421 h 485359"/>
                <a:gd name="csX15" fmla="*/ 786574 w 802561"/>
                <a:gd name="csY15" fmla="*/ 61809 h 485359"/>
                <a:gd name="csX16" fmla="*/ 740594 w 802561"/>
                <a:gd name="csY16" fmla="*/ 15828 h 4853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802561" h="485359">
                  <a:moveTo>
                    <a:pt x="740595" y="485294"/>
                  </a:moveTo>
                  <a:lnTo>
                    <a:pt x="61777" y="485294"/>
                  </a:lnTo>
                  <a:cubicBezTo>
                    <a:pt x="27621" y="485255"/>
                    <a:pt x="-57" y="457576"/>
                    <a:pt x="-95" y="423421"/>
                  </a:cubicBezTo>
                  <a:lnTo>
                    <a:pt x="-95" y="61809"/>
                  </a:lnTo>
                  <a:cubicBezTo>
                    <a:pt x="-57" y="27654"/>
                    <a:pt x="27621" y="-25"/>
                    <a:pt x="61777" y="-65"/>
                  </a:cubicBezTo>
                  <a:lnTo>
                    <a:pt x="740594" y="-65"/>
                  </a:lnTo>
                  <a:cubicBezTo>
                    <a:pt x="774750" y="-25"/>
                    <a:pt x="802428" y="27654"/>
                    <a:pt x="802466" y="61809"/>
                  </a:cubicBezTo>
                  <a:lnTo>
                    <a:pt x="802466" y="423421"/>
                  </a:lnTo>
                  <a:cubicBezTo>
                    <a:pt x="802428" y="457576"/>
                    <a:pt x="774750" y="485255"/>
                    <a:pt x="740595" y="485294"/>
                  </a:cubicBezTo>
                  <a:close/>
                  <a:moveTo>
                    <a:pt x="61777" y="15828"/>
                  </a:moveTo>
                  <a:cubicBezTo>
                    <a:pt x="36394" y="15856"/>
                    <a:pt x="15825" y="36426"/>
                    <a:pt x="15797" y="61809"/>
                  </a:cubicBezTo>
                  <a:lnTo>
                    <a:pt x="15797" y="423421"/>
                  </a:lnTo>
                  <a:cubicBezTo>
                    <a:pt x="15825" y="448803"/>
                    <a:pt x="36394" y="469373"/>
                    <a:pt x="61777" y="469402"/>
                  </a:cubicBezTo>
                  <a:lnTo>
                    <a:pt x="740594" y="469402"/>
                  </a:lnTo>
                  <a:cubicBezTo>
                    <a:pt x="765977" y="469373"/>
                    <a:pt x="786546" y="448803"/>
                    <a:pt x="786574" y="423421"/>
                  </a:cubicBezTo>
                  <a:lnTo>
                    <a:pt x="786574" y="61809"/>
                  </a:lnTo>
                  <a:cubicBezTo>
                    <a:pt x="786546" y="36426"/>
                    <a:pt x="765977" y="15856"/>
                    <a:pt x="740594" y="15828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CD115B9E-F3B6-5696-614E-F08785934E15}"/>
                </a:ext>
              </a:extLst>
            </p:cNvPr>
            <p:cNvSpPr/>
            <p:nvPr/>
          </p:nvSpPr>
          <p:spPr>
            <a:xfrm>
              <a:off x="1465683" y="4100364"/>
              <a:ext cx="802561" cy="485359"/>
            </a:xfrm>
            <a:custGeom>
              <a:avLst/>
              <a:gdLst>
                <a:gd name="csX0" fmla="*/ 740595 w 802561"/>
                <a:gd name="csY0" fmla="*/ 485294 h 485359"/>
                <a:gd name="csX1" fmla="*/ 61776 w 802561"/>
                <a:gd name="csY1" fmla="*/ 485294 h 485359"/>
                <a:gd name="csX2" fmla="*/ -95 w 802561"/>
                <a:gd name="csY2" fmla="*/ 423421 h 485359"/>
                <a:gd name="csX3" fmla="*/ -95 w 802561"/>
                <a:gd name="csY3" fmla="*/ 61809 h 485359"/>
                <a:gd name="csX4" fmla="*/ 61776 w 802561"/>
                <a:gd name="csY4" fmla="*/ -65 h 485359"/>
                <a:gd name="csX5" fmla="*/ 740595 w 802561"/>
                <a:gd name="csY5" fmla="*/ -65 h 485359"/>
                <a:gd name="csX6" fmla="*/ 802466 w 802561"/>
                <a:gd name="csY6" fmla="*/ 61809 h 485359"/>
                <a:gd name="csX7" fmla="*/ 802466 w 802561"/>
                <a:gd name="csY7" fmla="*/ 423421 h 485359"/>
                <a:gd name="csX8" fmla="*/ 740594 w 802561"/>
                <a:gd name="csY8" fmla="*/ 485294 h 485359"/>
                <a:gd name="csX9" fmla="*/ 61776 w 802561"/>
                <a:gd name="csY9" fmla="*/ 15828 h 485359"/>
                <a:gd name="csX10" fmla="*/ 15798 w 802561"/>
                <a:gd name="csY10" fmla="*/ 61809 h 485359"/>
                <a:gd name="csX11" fmla="*/ 15797 w 802561"/>
                <a:gd name="csY11" fmla="*/ 423421 h 485359"/>
                <a:gd name="csX12" fmla="*/ 61776 w 802561"/>
                <a:gd name="csY12" fmla="*/ 469402 h 485359"/>
                <a:gd name="csX13" fmla="*/ 740595 w 802561"/>
                <a:gd name="csY13" fmla="*/ 469402 h 485359"/>
                <a:gd name="csX14" fmla="*/ 786574 w 802561"/>
                <a:gd name="csY14" fmla="*/ 423421 h 485359"/>
                <a:gd name="csX15" fmla="*/ 786574 w 802561"/>
                <a:gd name="csY15" fmla="*/ 61809 h 485359"/>
                <a:gd name="csX16" fmla="*/ 740594 w 802561"/>
                <a:gd name="csY16" fmla="*/ 15828 h 4853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802561" h="485359">
                  <a:moveTo>
                    <a:pt x="740595" y="485294"/>
                  </a:moveTo>
                  <a:lnTo>
                    <a:pt x="61776" y="485294"/>
                  </a:lnTo>
                  <a:cubicBezTo>
                    <a:pt x="27621" y="485255"/>
                    <a:pt x="-57" y="457576"/>
                    <a:pt x="-95" y="423421"/>
                  </a:cubicBezTo>
                  <a:lnTo>
                    <a:pt x="-95" y="61809"/>
                  </a:lnTo>
                  <a:cubicBezTo>
                    <a:pt x="-57" y="27654"/>
                    <a:pt x="27621" y="-25"/>
                    <a:pt x="61776" y="-65"/>
                  </a:cubicBezTo>
                  <a:lnTo>
                    <a:pt x="740595" y="-65"/>
                  </a:lnTo>
                  <a:cubicBezTo>
                    <a:pt x="774750" y="-25"/>
                    <a:pt x="802428" y="27654"/>
                    <a:pt x="802466" y="61809"/>
                  </a:cubicBezTo>
                  <a:lnTo>
                    <a:pt x="802466" y="423421"/>
                  </a:lnTo>
                  <a:cubicBezTo>
                    <a:pt x="802428" y="457576"/>
                    <a:pt x="774750" y="485255"/>
                    <a:pt x="740594" y="485294"/>
                  </a:cubicBezTo>
                  <a:close/>
                  <a:moveTo>
                    <a:pt x="61776" y="15828"/>
                  </a:moveTo>
                  <a:cubicBezTo>
                    <a:pt x="36394" y="15857"/>
                    <a:pt x="15825" y="36427"/>
                    <a:pt x="15798" y="61809"/>
                  </a:cubicBezTo>
                  <a:lnTo>
                    <a:pt x="15797" y="423421"/>
                  </a:lnTo>
                  <a:cubicBezTo>
                    <a:pt x="15825" y="448803"/>
                    <a:pt x="36394" y="469373"/>
                    <a:pt x="61776" y="469402"/>
                  </a:cubicBezTo>
                  <a:lnTo>
                    <a:pt x="740595" y="469402"/>
                  </a:lnTo>
                  <a:cubicBezTo>
                    <a:pt x="765977" y="469373"/>
                    <a:pt x="786546" y="448803"/>
                    <a:pt x="786574" y="423421"/>
                  </a:cubicBezTo>
                  <a:lnTo>
                    <a:pt x="786574" y="61809"/>
                  </a:lnTo>
                  <a:cubicBezTo>
                    <a:pt x="786546" y="36426"/>
                    <a:pt x="765977" y="15856"/>
                    <a:pt x="740594" y="15828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E59C767-9E08-1E6D-6143-D360D4F8D62D}"/>
                </a:ext>
              </a:extLst>
            </p:cNvPr>
            <p:cNvSpPr/>
            <p:nvPr/>
          </p:nvSpPr>
          <p:spPr>
            <a:xfrm>
              <a:off x="2498682" y="4100364"/>
              <a:ext cx="802561" cy="485359"/>
            </a:xfrm>
            <a:custGeom>
              <a:avLst/>
              <a:gdLst>
                <a:gd name="csX0" fmla="*/ 740595 w 802561"/>
                <a:gd name="csY0" fmla="*/ 485294 h 485359"/>
                <a:gd name="csX1" fmla="*/ 61777 w 802561"/>
                <a:gd name="csY1" fmla="*/ 485294 h 485359"/>
                <a:gd name="csX2" fmla="*/ -95 w 802561"/>
                <a:gd name="csY2" fmla="*/ 423421 h 485359"/>
                <a:gd name="csX3" fmla="*/ -95 w 802561"/>
                <a:gd name="csY3" fmla="*/ 61809 h 485359"/>
                <a:gd name="csX4" fmla="*/ 61777 w 802561"/>
                <a:gd name="csY4" fmla="*/ -65 h 485359"/>
                <a:gd name="csX5" fmla="*/ 740594 w 802561"/>
                <a:gd name="csY5" fmla="*/ -65 h 485359"/>
                <a:gd name="csX6" fmla="*/ 802466 w 802561"/>
                <a:gd name="csY6" fmla="*/ 61809 h 485359"/>
                <a:gd name="csX7" fmla="*/ 802466 w 802561"/>
                <a:gd name="csY7" fmla="*/ 423421 h 485359"/>
                <a:gd name="csX8" fmla="*/ 740595 w 802561"/>
                <a:gd name="csY8" fmla="*/ 485294 h 485359"/>
                <a:gd name="csX9" fmla="*/ 61777 w 802561"/>
                <a:gd name="csY9" fmla="*/ 15828 h 485359"/>
                <a:gd name="csX10" fmla="*/ 15797 w 802561"/>
                <a:gd name="csY10" fmla="*/ 61809 h 485359"/>
                <a:gd name="csX11" fmla="*/ 15797 w 802561"/>
                <a:gd name="csY11" fmla="*/ 423421 h 485359"/>
                <a:gd name="csX12" fmla="*/ 61777 w 802561"/>
                <a:gd name="csY12" fmla="*/ 469402 h 485359"/>
                <a:gd name="csX13" fmla="*/ 740594 w 802561"/>
                <a:gd name="csY13" fmla="*/ 469402 h 485359"/>
                <a:gd name="csX14" fmla="*/ 786574 w 802561"/>
                <a:gd name="csY14" fmla="*/ 423421 h 485359"/>
                <a:gd name="csX15" fmla="*/ 786574 w 802561"/>
                <a:gd name="csY15" fmla="*/ 61809 h 485359"/>
                <a:gd name="csX16" fmla="*/ 740594 w 802561"/>
                <a:gd name="csY16" fmla="*/ 15828 h 4853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802561" h="485359">
                  <a:moveTo>
                    <a:pt x="740595" y="485294"/>
                  </a:moveTo>
                  <a:lnTo>
                    <a:pt x="61777" y="485294"/>
                  </a:lnTo>
                  <a:cubicBezTo>
                    <a:pt x="27621" y="485255"/>
                    <a:pt x="-57" y="457576"/>
                    <a:pt x="-95" y="423421"/>
                  </a:cubicBezTo>
                  <a:lnTo>
                    <a:pt x="-95" y="61809"/>
                  </a:lnTo>
                  <a:cubicBezTo>
                    <a:pt x="-57" y="27654"/>
                    <a:pt x="27621" y="-25"/>
                    <a:pt x="61777" y="-65"/>
                  </a:cubicBezTo>
                  <a:lnTo>
                    <a:pt x="740594" y="-65"/>
                  </a:lnTo>
                  <a:cubicBezTo>
                    <a:pt x="774750" y="-25"/>
                    <a:pt x="802428" y="27654"/>
                    <a:pt x="802466" y="61809"/>
                  </a:cubicBezTo>
                  <a:lnTo>
                    <a:pt x="802466" y="423421"/>
                  </a:lnTo>
                  <a:cubicBezTo>
                    <a:pt x="802428" y="457576"/>
                    <a:pt x="774750" y="485255"/>
                    <a:pt x="740595" y="485294"/>
                  </a:cubicBezTo>
                  <a:close/>
                  <a:moveTo>
                    <a:pt x="61777" y="15828"/>
                  </a:moveTo>
                  <a:cubicBezTo>
                    <a:pt x="36394" y="15856"/>
                    <a:pt x="15825" y="36426"/>
                    <a:pt x="15797" y="61809"/>
                  </a:cubicBezTo>
                  <a:lnTo>
                    <a:pt x="15797" y="423421"/>
                  </a:lnTo>
                  <a:cubicBezTo>
                    <a:pt x="15825" y="448803"/>
                    <a:pt x="36394" y="469373"/>
                    <a:pt x="61777" y="469402"/>
                  </a:cubicBezTo>
                  <a:lnTo>
                    <a:pt x="740594" y="469402"/>
                  </a:lnTo>
                  <a:cubicBezTo>
                    <a:pt x="765977" y="469373"/>
                    <a:pt x="786546" y="448803"/>
                    <a:pt x="786574" y="423421"/>
                  </a:cubicBezTo>
                  <a:lnTo>
                    <a:pt x="786574" y="61809"/>
                  </a:lnTo>
                  <a:cubicBezTo>
                    <a:pt x="786546" y="36426"/>
                    <a:pt x="765977" y="15856"/>
                    <a:pt x="740594" y="15828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4E18F8D3-8309-20D8-2D01-D1547BC50EBD}"/>
                </a:ext>
              </a:extLst>
            </p:cNvPr>
            <p:cNvSpPr/>
            <p:nvPr/>
          </p:nvSpPr>
          <p:spPr>
            <a:xfrm>
              <a:off x="3531681" y="4100364"/>
              <a:ext cx="802561" cy="485359"/>
            </a:xfrm>
            <a:custGeom>
              <a:avLst/>
              <a:gdLst>
                <a:gd name="csX0" fmla="*/ 740595 w 802561"/>
                <a:gd name="csY0" fmla="*/ 485294 h 485359"/>
                <a:gd name="csX1" fmla="*/ 61777 w 802561"/>
                <a:gd name="csY1" fmla="*/ 485294 h 485359"/>
                <a:gd name="csX2" fmla="*/ -95 w 802561"/>
                <a:gd name="csY2" fmla="*/ 423421 h 485359"/>
                <a:gd name="csX3" fmla="*/ -95 w 802561"/>
                <a:gd name="csY3" fmla="*/ 61809 h 485359"/>
                <a:gd name="csX4" fmla="*/ 61777 w 802561"/>
                <a:gd name="csY4" fmla="*/ -65 h 485359"/>
                <a:gd name="csX5" fmla="*/ 740594 w 802561"/>
                <a:gd name="csY5" fmla="*/ -65 h 485359"/>
                <a:gd name="csX6" fmla="*/ 802466 w 802561"/>
                <a:gd name="csY6" fmla="*/ 61809 h 485359"/>
                <a:gd name="csX7" fmla="*/ 802466 w 802561"/>
                <a:gd name="csY7" fmla="*/ 423421 h 485359"/>
                <a:gd name="csX8" fmla="*/ 740595 w 802561"/>
                <a:gd name="csY8" fmla="*/ 485294 h 485359"/>
                <a:gd name="csX9" fmla="*/ 61777 w 802561"/>
                <a:gd name="csY9" fmla="*/ 15828 h 485359"/>
                <a:gd name="csX10" fmla="*/ 15797 w 802561"/>
                <a:gd name="csY10" fmla="*/ 61809 h 485359"/>
                <a:gd name="csX11" fmla="*/ 15797 w 802561"/>
                <a:gd name="csY11" fmla="*/ 423421 h 485359"/>
                <a:gd name="csX12" fmla="*/ 61777 w 802561"/>
                <a:gd name="csY12" fmla="*/ 469402 h 485359"/>
                <a:gd name="csX13" fmla="*/ 740594 w 802561"/>
                <a:gd name="csY13" fmla="*/ 469402 h 485359"/>
                <a:gd name="csX14" fmla="*/ 786574 w 802561"/>
                <a:gd name="csY14" fmla="*/ 423421 h 485359"/>
                <a:gd name="csX15" fmla="*/ 786574 w 802561"/>
                <a:gd name="csY15" fmla="*/ 61809 h 485359"/>
                <a:gd name="csX16" fmla="*/ 740594 w 802561"/>
                <a:gd name="csY16" fmla="*/ 15828 h 4853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802561" h="485359">
                  <a:moveTo>
                    <a:pt x="740595" y="485294"/>
                  </a:moveTo>
                  <a:lnTo>
                    <a:pt x="61777" y="485294"/>
                  </a:lnTo>
                  <a:cubicBezTo>
                    <a:pt x="27621" y="485255"/>
                    <a:pt x="-57" y="457576"/>
                    <a:pt x="-95" y="423421"/>
                  </a:cubicBezTo>
                  <a:lnTo>
                    <a:pt x="-95" y="61809"/>
                  </a:lnTo>
                  <a:cubicBezTo>
                    <a:pt x="-57" y="27654"/>
                    <a:pt x="27621" y="-25"/>
                    <a:pt x="61777" y="-65"/>
                  </a:cubicBezTo>
                  <a:lnTo>
                    <a:pt x="740594" y="-65"/>
                  </a:lnTo>
                  <a:cubicBezTo>
                    <a:pt x="774750" y="-25"/>
                    <a:pt x="802428" y="27654"/>
                    <a:pt x="802466" y="61809"/>
                  </a:cubicBezTo>
                  <a:lnTo>
                    <a:pt x="802466" y="423421"/>
                  </a:lnTo>
                  <a:cubicBezTo>
                    <a:pt x="802428" y="457576"/>
                    <a:pt x="774750" y="485255"/>
                    <a:pt x="740595" y="485294"/>
                  </a:cubicBezTo>
                  <a:close/>
                  <a:moveTo>
                    <a:pt x="61777" y="15828"/>
                  </a:moveTo>
                  <a:cubicBezTo>
                    <a:pt x="36394" y="15856"/>
                    <a:pt x="15825" y="36426"/>
                    <a:pt x="15797" y="61809"/>
                  </a:cubicBezTo>
                  <a:lnTo>
                    <a:pt x="15797" y="423421"/>
                  </a:lnTo>
                  <a:cubicBezTo>
                    <a:pt x="15825" y="448803"/>
                    <a:pt x="36394" y="469373"/>
                    <a:pt x="61777" y="469402"/>
                  </a:cubicBezTo>
                  <a:lnTo>
                    <a:pt x="740594" y="469402"/>
                  </a:lnTo>
                  <a:cubicBezTo>
                    <a:pt x="765977" y="469373"/>
                    <a:pt x="786546" y="448803"/>
                    <a:pt x="786574" y="423421"/>
                  </a:cubicBezTo>
                  <a:lnTo>
                    <a:pt x="786574" y="61809"/>
                  </a:lnTo>
                  <a:cubicBezTo>
                    <a:pt x="786546" y="36426"/>
                    <a:pt x="765977" y="15856"/>
                    <a:pt x="740594" y="15828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83E069B3-883A-F0BC-3F05-4D535AC6DD9E}"/>
                </a:ext>
              </a:extLst>
            </p:cNvPr>
            <p:cNvSpPr/>
            <p:nvPr/>
          </p:nvSpPr>
          <p:spPr>
            <a:xfrm>
              <a:off x="1465683" y="5141310"/>
              <a:ext cx="802561" cy="485359"/>
            </a:xfrm>
            <a:custGeom>
              <a:avLst/>
              <a:gdLst>
                <a:gd name="csX0" fmla="*/ 740595 w 802561"/>
                <a:gd name="csY0" fmla="*/ 485294 h 485359"/>
                <a:gd name="csX1" fmla="*/ 61776 w 802561"/>
                <a:gd name="csY1" fmla="*/ 485294 h 485359"/>
                <a:gd name="csX2" fmla="*/ -95 w 802561"/>
                <a:gd name="csY2" fmla="*/ 423421 h 485359"/>
                <a:gd name="csX3" fmla="*/ -95 w 802561"/>
                <a:gd name="csY3" fmla="*/ 61809 h 485359"/>
                <a:gd name="csX4" fmla="*/ 61776 w 802561"/>
                <a:gd name="csY4" fmla="*/ -65 h 485359"/>
                <a:gd name="csX5" fmla="*/ 740595 w 802561"/>
                <a:gd name="csY5" fmla="*/ -65 h 485359"/>
                <a:gd name="csX6" fmla="*/ 802466 w 802561"/>
                <a:gd name="csY6" fmla="*/ 61809 h 485359"/>
                <a:gd name="csX7" fmla="*/ 802466 w 802561"/>
                <a:gd name="csY7" fmla="*/ 423421 h 485359"/>
                <a:gd name="csX8" fmla="*/ 740594 w 802561"/>
                <a:gd name="csY8" fmla="*/ 485294 h 485359"/>
                <a:gd name="csX9" fmla="*/ 61776 w 802561"/>
                <a:gd name="csY9" fmla="*/ 15828 h 485359"/>
                <a:gd name="csX10" fmla="*/ 15798 w 802561"/>
                <a:gd name="csY10" fmla="*/ 61809 h 485359"/>
                <a:gd name="csX11" fmla="*/ 15797 w 802561"/>
                <a:gd name="csY11" fmla="*/ 423421 h 485359"/>
                <a:gd name="csX12" fmla="*/ 61776 w 802561"/>
                <a:gd name="csY12" fmla="*/ 469402 h 485359"/>
                <a:gd name="csX13" fmla="*/ 740595 w 802561"/>
                <a:gd name="csY13" fmla="*/ 469402 h 485359"/>
                <a:gd name="csX14" fmla="*/ 786574 w 802561"/>
                <a:gd name="csY14" fmla="*/ 423421 h 485359"/>
                <a:gd name="csX15" fmla="*/ 786574 w 802561"/>
                <a:gd name="csY15" fmla="*/ 61809 h 485359"/>
                <a:gd name="csX16" fmla="*/ 740594 w 802561"/>
                <a:gd name="csY16" fmla="*/ 15828 h 4853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802561" h="485359">
                  <a:moveTo>
                    <a:pt x="740595" y="485294"/>
                  </a:moveTo>
                  <a:lnTo>
                    <a:pt x="61776" y="485294"/>
                  </a:lnTo>
                  <a:cubicBezTo>
                    <a:pt x="27621" y="485255"/>
                    <a:pt x="-57" y="457576"/>
                    <a:pt x="-95" y="423421"/>
                  </a:cubicBezTo>
                  <a:lnTo>
                    <a:pt x="-95" y="61809"/>
                  </a:lnTo>
                  <a:cubicBezTo>
                    <a:pt x="-57" y="27654"/>
                    <a:pt x="27621" y="-25"/>
                    <a:pt x="61776" y="-65"/>
                  </a:cubicBezTo>
                  <a:lnTo>
                    <a:pt x="740595" y="-65"/>
                  </a:lnTo>
                  <a:cubicBezTo>
                    <a:pt x="774750" y="-25"/>
                    <a:pt x="802428" y="27654"/>
                    <a:pt x="802466" y="61809"/>
                  </a:cubicBezTo>
                  <a:lnTo>
                    <a:pt x="802466" y="423421"/>
                  </a:lnTo>
                  <a:cubicBezTo>
                    <a:pt x="802428" y="457576"/>
                    <a:pt x="774750" y="485255"/>
                    <a:pt x="740594" y="485294"/>
                  </a:cubicBezTo>
                  <a:close/>
                  <a:moveTo>
                    <a:pt x="61776" y="15828"/>
                  </a:moveTo>
                  <a:cubicBezTo>
                    <a:pt x="36394" y="15857"/>
                    <a:pt x="15825" y="36427"/>
                    <a:pt x="15798" y="61809"/>
                  </a:cubicBezTo>
                  <a:lnTo>
                    <a:pt x="15797" y="423421"/>
                  </a:lnTo>
                  <a:cubicBezTo>
                    <a:pt x="15825" y="448803"/>
                    <a:pt x="36394" y="469373"/>
                    <a:pt x="61776" y="469402"/>
                  </a:cubicBezTo>
                  <a:lnTo>
                    <a:pt x="740595" y="469402"/>
                  </a:lnTo>
                  <a:cubicBezTo>
                    <a:pt x="765977" y="469373"/>
                    <a:pt x="786546" y="448803"/>
                    <a:pt x="786574" y="423421"/>
                  </a:cubicBezTo>
                  <a:lnTo>
                    <a:pt x="786574" y="61809"/>
                  </a:lnTo>
                  <a:cubicBezTo>
                    <a:pt x="786546" y="36426"/>
                    <a:pt x="765977" y="15856"/>
                    <a:pt x="740594" y="15828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893442F3-3B87-04E5-CE9A-1B65039C5365}"/>
                </a:ext>
              </a:extLst>
            </p:cNvPr>
            <p:cNvSpPr/>
            <p:nvPr/>
          </p:nvSpPr>
          <p:spPr>
            <a:xfrm>
              <a:off x="2498682" y="5141310"/>
              <a:ext cx="802561" cy="485359"/>
            </a:xfrm>
            <a:custGeom>
              <a:avLst/>
              <a:gdLst>
                <a:gd name="csX0" fmla="*/ 740595 w 802561"/>
                <a:gd name="csY0" fmla="*/ 485294 h 485359"/>
                <a:gd name="csX1" fmla="*/ 61777 w 802561"/>
                <a:gd name="csY1" fmla="*/ 485294 h 485359"/>
                <a:gd name="csX2" fmla="*/ -95 w 802561"/>
                <a:gd name="csY2" fmla="*/ 423421 h 485359"/>
                <a:gd name="csX3" fmla="*/ -95 w 802561"/>
                <a:gd name="csY3" fmla="*/ 61809 h 485359"/>
                <a:gd name="csX4" fmla="*/ 61777 w 802561"/>
                <a:gd name="csY4" fmla="*/ -65 h 485359"/>
                <a:gd name="csX5" fmla="*/ 740594 w 802561"/>
                <a:gd name="csY5" fmla="*/ -65 h 485359"/>
                <a:gd name="csX6" fmla="*/ 802466 w 802561"/>
                <a:gd name="csY6" fmla="*/ 61809 h 485359"/>
                <a:gd name="csX7" fmla="*/ 802466 w 802561"/>
                <a:gd name="csY7" fmla="*/ 423421 h 485359"/>
                <a:gd name="csX8" fmla="*/ 740595 w 802561"/>
                <a:gd name="csY8" fmla="*/ 485294 h 485359"/>
                <a:gd name="csX9" fmla="*/ 61777 w 802561"/>
                <a:gd name="csY9" fmla="*/ 15828 h 485359"/>
                <a:gd name="csX10" fmla="*/ 15797 w 802561"/>
                <a:gd name="csY10" fmla="*/ 61809 h 485359"/>
                <a:gd name="csX11" fmla="*/ 15797 w 802561"/>
                <a:gd name="csY11" fmla="*/ 423421 h 485359"/>
                <a:gd name="csX12" fmla="*/ 61777 w 802561"/>
                <a:gd name="csY12" fmla="*/ 469402 h 485359"/>
                <a:gd name="csX13" fmla="*/ 740594 w 802561"/>
                <a:gd name="csY13" fmla="*/ 469402 h 485359"/>
                <a:gd name="csX14" fmla="*/ 786574 w 802561"/>
                <a:gd name="csY14" fmla="*/ 423421 h 485359"/>
                <a:gd name="csX15" fmla="*/ 786574 w 802561"/>
                <a:gd name="csY15" fmla="*/ 61809 h 485359"/>
                <a:gd name="csX16" fmla="*/ 740594 w 802561"/>
                <a:gd name="csY16" fmla="*/ 15828 h 4853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802561" h="485359">
                  <a:moveTo>
                    <a:pt x="740595" y="485294"/>
                  </a:moveTo>
                  <a:lnTo>
                    <a:pt x="61777" y="485294"/>
                  </a:lnTo>
                  <a:cubicBezTo>
                    <a:pt x="27621" y="485255"/>
                    <a:pt x="-57" y="457576"/>
                    <a:pt x="-95" y="423421"/>
                  </a:cubicBezTo>
                  <a:lnTo>
                    <a:pt x="-95" y="61809"/>
                  </a:lnTo>
                  <a:cubicBezTo>
                    <a:pt x="-57" y="27654"/>
                    <a:pt x="27621" y="-25"/>
                    <a:pt x="61777" y="-65"/>
                  </a:cubicBezTo>
                  <a:lnTo>
                    <a:pt x="740594" y="-65"/>
                  </a:lnTo>
                  <a:cubicBezTo>
                    <a:pt x="774750" y="-25"/>
                    <a:pt x="802428" y="27654"/>
                    <a:pt x="802466" y="61809"/>
                  </a:cubicBezTo>
                  <a:lnTo>
                    <a:pt x="802466" y="423421"/>
                  </a:lnTo>
                  <a:cubicBezTo>
                    <a:pt x="802428" y="457576"/>
                    <a:pt x="774750" y="485255"/>
                    <a:pt x="740595" y="485294"/>
                  </a:cubicBezTo>
                  <a:close/>
                  <a:moveTo>
                    <a:pt x="61777" y="15828"/>
                  </a:moveTo>
                  <a:cubicBezTo>
                    <a:pt x="36394" y="15856"/>
                    <a:pt x="15825" y="36426"/>
                    <a:pt x="15797" y="61809"/>
                  </a:cubicBezTo>
                  <a:lnTo>
                    <a:pt x="15797" y="423421"/>
                  </a:lnTo>
                  <a:cubicBezTo>
                    <a:pt x="15825" y="448803"/>
                    <a:pt x="36394" y="469373"/>
                    <a:pt x="61777" y="469402"/>
                  </a:cubicBezTo>
                  <a:lnTo>
                    <a:pt x="740594" y="469402"/>
                  </a:lnTo>
                  <a:cubicBezTo>
                    <a:pt x="765977" y="469373"/>
                    <a:pt x="786546" y="448803"/>
                    <a:pt x="786574" y="423421"/>
                  </a:cubicBezTo>
                  <a:lnTo>
                    <a:pt x="786574" y="61809"/>
                  </a:lnTo>
                  <a:cubicBezTo>
                    <a:pt x="786546" y="36426"/>
                    <a:pt x="765977" y="15856"/>
                    <a:pt x="740594" y="15828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0488F49A-1E56-AFD1-9D85-A7E173BDE132}"/>
                </a:ext>
              </a:extLst>
            </p:cNvPr>
            <p:cNvSpPr/>
            <p:nvPr/>
          </p:nvSpPr>
          <p:spPr>
            <a:xfrm>
              <a:off x="3531681" y="5141310"/>
              <a:ext cx="802561" cy="485359"/>
            </a:xfrm>
            <a:custGeom>
              <a:avLst/>
              <a:gdLst>
                <a:gd name="csX0" fmla="*/ 740595 w 802561"/>
                <a:gd name="csY0" fmla="*/ 485294 h 485359"/>
                <a:gd name="csX1" fmla="*/ 61777 w 802561"/>
                <a:gd name="csY1" fmla="*/ 485294 h 485359"/>
                <a:gd name="csX2" fmla="*/ -95 w 802561"/>
                <a:gd name="csY2" fmla="*/ 423421 h 485359"/>
                <a:gd name="csX3" fmla="*/ -95 w 802561"/>
                <a:gd name="csY3" fmla="*/ 61809 h 485359"/>
                <a:gd name="csX4" fmla="*/ 61777 w 802561"/>
                <a:gd name="csY4" fmla="*/ -65 h 485359"/>
                <a:gd name="csX5" fmla="*/ 740594 w 802561"/>
                <a:gd name="csY5" fmla="*/ -65 h 485359"/>
                <a:gd name="csX6" fmla="*/ 802466 w 802561"/>
                <a:gd name="csY6" fmla="*/ 61809 h 485359"/>
                <a:gd name="csX7" fmla="*/ 802466 w 802561"/>
                <a:gd name="csY7" fmla="*/ 423421 h 485359"/>
                <a:gd name="csX8" fmla="*/ 740595 w 802561"/>
                <a:gd name="csY8" fmla="*/ 485294 h 485359"/>
                <a:gd name="csX9" fmla="*/ 61777 w 802561"/>
                <a:gd name="csY9" fmla="*/ 15828 h 485359"/>
                <a:gd name="csX10" fmla="*/ 15797 w 802561"/>
                <a:gd name="csY10" fmla="*/ 61809 h 485359"/>
                <a:gd name="csX11" fmla="*/ 15797 w 802561"/>
                <a:gd name="csY11" fmla="*/ 423421 h 485359"/>
                <a:gd name="csX12" fmla="*/ 61777 w 802561"/>
                <a:gd name="csY12" fmla="*/ 469402 h 485359"/>
                <a:gd name="csX13" fmla="*/ 740594 w 802561"/>
                <a:gd name="csY13" fmla="*/ 469402 h 485359"/>
                <a:gd name="csX14" fmla="*/ 786574 w 802561"/>
                <a:gd name="csY14" fmla="*/ 423421 h 485359"/>
                <a:gd name="csX15" fmla="*/ 786574 w 802561"/>
                <a:gd name="csY15" fmla="*/ 61809 h 485359"/>
                <a:gd name="csX16" fmla="*/ 740594 w 802561"/>
                <a:gd name="csY16" fmla="*/ 15828 h 4853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802561" h="485359">
                  <a:moveTo>
                    <a:pt x="740595" y="485294"/>
                  </a:moveTo>
                  <a:lnTo>
                    <a:pt x="61777" y="485294"/>
                  </a:lnTo>
                  <a:cubicBezTo>
                    <a:pt x="27621" y="485255"/>
                    <a:pt x="-57" y="457576"/>
                    <a:pt x="-95" y="423421"/>
                  </a:cubicBezTo>
                  <a:lnTo>
                    <a:pt x="-95" y="61809"/>
                  </a:lnTo>
                  <a:cubicBezTo>
                    <a:pt x="-57" y="27654"/>
                    <a:pt x="27621" y="-25"/>
                    <a:pt x="61777" y="-65"/>
                  </a:cubicBezTo>
                  <a:lnTo>
                    <a:pt x="740594" y="-65"/>
                  </a:lnTo>
                  <a:cubicBezTo>
                    <a:pt x="774750" y="-25"/>
                    <a:pt x="802428" y="27654"/>
                    <a:pt x="802466" y="61809"/>
                  </a:cubicBezTo>
                  <a:lnTo>
                    <a:pt x="802466" y="423421"/>
                  </a:lnTo>
                  <a:cubicBezTo>
                    <a:pt x="802428" y="457576"/>
                    <a:pt x="774750" y="485255"/>
                    <a:pt x="740595" y="485294"/>
                  </a:cubicBezTo>
                  <a:close/>
                  <a:moveTo>
                    <a:pt x="61777" y="15828"/>
                  </a:moveTo>
                  <a:cubicBezTo>
                    <a:pt x="36394" y="15856"/>
                    <a:pt x="15825" y="36426"/>
                    <a:pt x="15797" y="61809"/>
                  </a:cubicBezTo>
                  <a:lnTo>
                    <a:pt x="15797" y="423421"/>
                  </a:lnTo>
                  <a:cubicBezTo>
                    <a:pt x="15825" y="448803"/>
                    <a:pt x="36394" y="469373"/>
                    <a:pt x="61777" y="469402"/>
                  </a:cubicBezTo>
                  <a:lnTo>
                    <a:pt x="740594" y="469402"/>
                  </a:lnTo>
                  <a:cubicBezTo>
                    <a:pt x="765977" y="469373"/>
                    <a:pt x="786546" y="448803"/>
                    <a:pt x="786574" y="423421"/>
                  </a:cubicBezTo>
                  <a:lnTo>
                    <a:pt x="786574" y="61809"/>
                  </a:lnTo>
                  <a:cubicBezTo>
                    <a:pt x="786546" y="36426"/>
                    <a:pt x="765977" y="15856"/>
                    <a:pt x="740594" y="15828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EF87CB41-E561-382E-7ACE-04364536FAD7}"/>
                </a:ext>
              </a:extLst>
            </p:cNvPr>
            <p:cNvSpPr/>
            <p:nvPr/>
          </p:nvSpPr>
          <p:spPr>
            <a:xfrm>
              <a:off x="2899963" y="6015708"/>
              <a:ext cx="401285" cy="822426"/>
            </a:xfrm>
            <a:custGeom>
              <a:avLst/>
              <a:gdLst>
                <a:gd name="csX0" fmla="*/ 401186 w 401285"/>
                <a:gd name="csY0" fmla="*/ 69149 h 822426"/>
                <a:gd name="csX1" fmla="*/ 333643 w 401285"/>
                <a:gd name="csY1" fmla="*/ -65 h 822426"/>
                <a:gd name="csX2" fmla="*/ -95 w 401285"/>
                <a:gd name="csY2" fmla="*/ -65 h 822426"/>
                <a:gd name="csX3" fmla="*/ -95 w 401285"/>
                <a:gd name="csY3" fmla="*/ 822362 h 822426"/>
                <a:gd name="csX4" fmla="*/ 401186 w 401285"/>
                <a:gd name="csY4" fmla="*/ 822362 h 8224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01285" h="822426">
                  <a:moveTo>
                    <a:pt x="401186" y="69149"/>
                  </a:moveTo>
                  <a:cubicBezTo>
                    <a:pt x="401641" y="31388"/>
                    <a:pt x="371405" y="403"/>
                    <a:pt x="333643" y="-65"/>
                  </a:cubicBezTo>
                  <a:lnTo>
                    <a:pt x="-95" y="-65"/>
                  </a:lnTo>
                  <a:lnTo>
                    <a:pt x="-95" y="822362"/>
                  </a:lnTo>
                  <a:lnTo>
                    <a:pt x="401186" y="822362"/>
                  </a:ln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254CCFAE-9891-F91E-1660-8CE58301AF01}"/>
                </a:ext>
              </a:extLst>
            </p:cNvPr>
            <p:cNvSpPr/>
            <p:nvPr/>
          </p:nvSpPr>
          <p:spPr>
            <a:xfrm>
              <a:off x="2490736" y="6011735"/>
              <a:ext cx="417172" cy="818453"/>
            </a:xfrm>
            <a:custGeom>
              <a:avLst/>
              <a:gdLst>
                <a:gd name="csX0" fmla="*/ 417078 w 417172"/>
                <a:gd name="csY0" fmla="*/ 818389 h 818453"/>
                <a:gd name="csX1" fmla="*/ -95 w 417172"/>
                <a:gd name="csY1" fmla="*/ 818389 h 818453"/>
                <a:gd name="csX2" fmla="*/ -95 w 417172"/>
                <a:gd name="csY2" fmla="*/ 75424 h 818453"/>
                <a:gd name="csX3" fmla="*/ 75393 w 417172"/>
                <a:gd name="csY3" fmla="*/ -65 h 818453"/>
                <a:gd name="csX4" fmla="*/ 417078 w 417172"/>
                <a:gd name="csY4" fmla="*/ -65 h 818453"/>
                <a:gd name="csX5" fmla="*/ 15797 w 417172"/>
                <a:gd name="csY5" fmla="*/ 802496 h 818453"/>
                <a:gd name="csX6" fmla="*/ 401186 w 417172"/>
                <a:gd name="csY6" fmla="*/ 802496 h 818453"/>
                <a:gd name="csX7" fmla="*/ 401186 w 417172"/>
                <a:gd name="csY7" fmla="*/ 15828 h 818453"/>
                <a:gd name="csX8" fmla="*/ 75393 w 417172"/>
                <a:gd name="csY8" fmla="*/ 15828 h 818453"/>
                <a:gd name="csX9" fmla="*/ 15797 w 417172"/>
                <a:gd name="csY9" fmla="*/ 75424 h 8184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17172" h="818453">
                  <a:moveTo>
                    <a:pt x="417078" y="818389"/>
                  </a:moveTo>
                  <a:lnTo>
                    <a:pt x="-95" y="818389"/>
                  </a:lnTo>
                  <a:lnTo>
                    <a:pt x="-95" y="75424"/>
                  </a:lnTo>
                  <a:cubicBezTo>
                    <a:pt x="-47" y="33752"/>
                    <a:pt x="33722" y="-17"/>
                    <a:pt x="75393" y="-65"/>
                  </a:cubicBezTo>
                  <a:lnTo>
                    <a:pt x="417078" y="-65"/>
                  </a:lnTo>
                  <a:close/>
                  <a:moveTo>
                    <a:pt x="15797" y="802496"/>
                  </a:moveTo>
                  <a:lnTo>
                    <a:pt x="401186" y="802496"/>
                  </a:lnTo>
                  <a:lnTo>
                    <a:pt x="401186" y="15828"/>
                  </a:lnTo>
                  <a:lnTo>
                    <a:pt x="75393" y="15828"/>
                  </a:lnTo>
                  <a:cubicBezTo>
                    <a:pt x="42495" y="15864"/>
                    <a:pt x="15834" y="42525"/>
                    <a:pt x="15797" y="75424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276650C9-2915-6B32-7783-87CF82D8BF57}"/>
                </a:ext>
              </a:extLst>
            </p:cNvPr>
            <p:cNvSpPr/>
            <p:nvPr/>
          </p:nvSpPr>
          <p:spPr>
            <a:xfrm>
              <a:off x="2518547" y="6428908"/>
              <a:ext cx="47676" cy="47676"/>
            </a:xfrm>
            <a:custGeom>
              <a:avLst/>
              <a:gdLst>
                <a:gd name="csX0" fmla="*/ 47677 w 47676"/>
                <a:gd name="csY0" fmla="*/ 23838 h 47676"/>
                <a:gd name="csX1" fmla="*/ 23838 w 47676"/>
                <a:gd name="csY1" fmla="*/ 47677 h 47676"/>
                <a:gd name="csX2" fmla="*/ 0 w 47676"/>
                <a:gd name="csY2" fmla="*/ 23838 h 47676"/>
                <a:gd name="csX3" fmla="*/ 23838 w 47676"/>
                <a:gd name="csY3" fmla="*/ 0 h 47676"/>
                <a:gd name="csX4" fmla="*/ 47677 w 47676"/>
                <a:gd name="csY4" fmla="*/ 23838 h 476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7676" h="47676">
                  <a:moveTo>
                    <a:pt x="47677" y="23838"/>
                  </a:moveTo>
                  <a:cubicBezTo>
                    <a:pt x="47677" y="37004"/>
                    <a:pt x="37004" y="47677"/>
                    <a:pt x="23838" y="47677"/>
                  </a:cubicBezTo>
                  <a:cubicBezTo>
                    <a:pt x="10673" y="47677"/>
                    <a:pt x="0" y="37004"/>
                    <a:pt x="0" y="23838"/>
                  </a:cubicBezTo>
                  <a:cubicBezTo>
                    <a:pt x="0" y="10673"/>
                    <a:pt x="10673" y="0"/>
                    <a:pt x="23838" y="0"/>
                  </a:cubicBezTo>
                  <a:cubicBezTo>
                    <a:pt x="37004" y="0"/>
                    <a:pt x="47677" y="10673"/>
                    <a:pt x="47677" y="23838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8393100-FFE8-F8CD-8ADA-8346177513BD}"/>
              </a:ext>
            </a:extLst>
          </p:cNvPr>
          <p:cNvSpPr/>
          <p:nvPr/>
        </p:nvSpPr>
        <p:spPr>
          <a:xfrm>
            <a:off x="7045694" y="945819"/>
            <a:ext cx="4078457" cy="1991914"/>
          </a:xfrm>
          <a:prstGeom prst="roundRect">
            <a:avLst>
              <a:gd name="adj" fmla="val 1284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Adverse selection</a:t>
            </a:r>
            <a:r>
              <a:rPr lang="en-US" sz="1400" dirty="0">
                <a:solidFill>
                  <a:schemeClr val="tx1"/>
                </a:solidFill>
              </a:rPr>
              <a:t> is a type of market failure caused by </a:t>
            </a:r>
            <a:r>
              <a:rPr lang="en-US" sz="1400" b="1" dirty="0">
                <a:solidFill>
                  <a:schemeClr val="tx1"/>
                </a:solidFill>
              </a:rPr>
              <a:t>asymmetric information</a:t>
            </a:r>
            <a:r>
              <a:rPr lang="en-US" sz="1400" dirty="0">
                <a:solidFill>
                  <a:schemeClr val="tx1"/>
                </a:solidFill>
              </a:rPr>
              <a:t> existing </a:t>
            </a:r>
            <a:r>
              <a:rPr lang="en-US" sz="1400" i="1" dirty="0">
                <a:solidFill>
                  <a:schemeClr val="tx1"/>
                </a:solidFill>
              </a:rPr>
              <a:t>prior</a:t>
            </a:r>
            <a:r>
              <a:rPr lang="en-US" sz="1400" dirty="0">
                <a:solidFill>
                  <a:schemeClr val="tx1"/>
                </a:solidFill>
              </a:rPr>
              <a:t> to a transaction. It occurs when one party possesses private information about a fundamental characteristic—such as risk profile—that the other party cannot observe.</a:t>
            </a:r>
            <a:endParaRPr lang="el-GR" sz="1400" dirty="0">
              <a:solidFill>
                <a:schemeClr val="tx1"/>
              </a:solidFill>
            </a:endParaRPr>
          </a:p>
        </p:txBody>
      </p:sp>
      <p:grpSp>
        <p:nvGrpSpPr>
          <p:cNvPr id="3" name="Graphic 167">
            <a:extLst>
              <a:ext uri="{FF2B5EF4-FFF2-40B4-BE49-F238E27FC236}">
                <a16:creationId xmlns:a16="http://schemas.microsoft.com/office/drawing/2014/main" id="{81A9F751-129B-645C-84A7-DE4976261650}"/>
              </a:ext>
            </a:extLst>
          </p:cNvPr>
          <p:cNvGrpSpPr/>
          <p:nvPr/>
        </p:nvGrpSpPr>
        <p:grpSpPr>
          <a:xfrm>
            <a:off x="15555818" y="3373229"/>
            <a:ext cx="1145727" cy="3405771"/>
            <a:chOff x="10831403" y="3373229"/>
            <a:chExt cx="1145727" cy="3405771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BCA79D5-3E40-DD4F-BA46-D80D7F7ED84E}"/>
                </a:ext>
              </a:extLst>
            </p:cNvPr>
            <p:cNvSpPr/>
            <p:nvPr/>
          </p:nvSpPr>
          <p:spPr>
            <a:xfrm>
              <a:off x="11320134" y="4173802"/>
              <a:ext cx="439301" cy="846355"/>
            </a:xfrm>
            <a:custGeom>
              <a:avLst/>
              <a:gdLst>
                <a:gd name="csX0" fmla="*/ 266279 w 439301"/>
                <a:gd name="csY0" fmla="*/ -35 h 846355"/>
                <a:gd name="csX1" fmla="*/ 220390 w 439301"/>
                <a:gd name="csY1" fmla="*/ 326268 h 846355"/>
                <a:gd name="csX2" fmla="*/ 26666 w 439301"/>
                <a:gd name="csY2" fmla="*/ 672965 h 846355"/>
                <a:gd name="csX3" fmla="*/ 21547 w 439301"/>
                <a:gd name="csY3" fmla="*/ 846320 h 846355"/>
                <a:gd name="csX4" fmla="*/ 72523 w 439301"/>
                <a:gd name="csY4" fmla="*/ 810651 h 846355"/>
                <a:gd name="csX5" fmla="*/ 82724 w 439301"/>
                <a:gd name="csY5" fmla="*/ 749468 h 846355"/>
                <a:gd name="csX6" fmla="*/ 363144 w 439301"/>
                <a:gd name="csY6" fmla="*/ 433346 h 846355"/>
                <a:gd name="csX7" fmla="*/ 439628 w 439301"/>
                <a:gd name="csY7" fmla="*/ 35666 h 8463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39301" h="846355">
                  <a:moveTo>
                    <a:pt x="266279" y="-35"/>
                  </a:moveTo>
                  <a:lnTo>
                    <a:pt x="220390" y="326268"/>
                  </a:lnTo>
                  <a:lnTo>
                    <a:pt x="26666" y="672965"/>
                  </a:lnTo>
                  <a:cubicBezTo>
                    <a:pt x="-29448" y="723948"/>
                    <a:pt x="21547" y="846320"/>
                    <a:pt x="21547" y="846320"/>
                  </a:cubicBezTo>
                  <a:lnTo>
                    <a:pt x="72523" y="810651"/>
                  </a:lnTo>
                  <a:lnTo>
                    <a:pt x="82724" y="749468"/>
                  </a:lnTo>
                  <a:cubicBezTo>
                    <a:pt x="82724" y="749468"/>
                    <a:pt x="307061" y="494542"/>
                    <a:pt x="363144" y="433346"/>
                  </a:cubicBezTo>
                  <a:cubicBezTo>
                    <a:pt x="419227" y="372150"/>
                    <a:pt x="439628" y="35666"/>
                    <a:pt x="439628" y="35666"/>
                  </a:cubicBezTo>
                  <a:close/>
                </a:path>
              </a:pathLst>
            </a:custGeom>
            <a:solidFill>
              <a:srgbClr val="9F616A"/>
            </a:solidFill>
            <a:ln w="639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F2E8537-E159-CD48-4E46-54E23E341B51}"/>
                </a:ext>
              </a:extLst>
            </p:cNvPr>
            <p:cNvSpPr/>
            <p:nvPr/>
          </p:nvSpPr>
          <p:spPr>
            <a:xfrm>
              <a:off x="11748424" y="6325432"/>
              <a:ext cx="159479" cy="221440"/>
            </a:xfrm>
            <a:custGeom>
              <a:avLst/>
              <a:gdLst>
                <a:gd name="csX0" fmla="*/ 6951 w 159479"/>
                <a:gd name="csY0" fmla="*/ 61222 h 221440"/>
                <a:gd name="csX1" fmla="*/ 1831 w 159479"/>
                <a:gd name="csY1" fmla="*/ 209076 h 221440"/>
                <a:gd name="csX2" fmla="*/ 159892 w 159479"/>
                <a:gd name="csY2" fmla="*/ 203957 h 221440"/>
                <a:gd name="csX3" fmla="*/ 119097 w 159479"/>
                <a:gd name="csY3" fmla="*/ 20 h 2214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9479" h="221440">
                  <a:moveTo>
                    <a:pt x="6951" y="61222"/>
                  </a:moveTo>
                  <a:cubicBezTo>
                    <a:pt x="6951" y="61222"/>
                    <a:pt x="-3250" y="178488"/>
                    <a:pt x="1831" y="209076"/>
                  </a:cubicBezTo>
                  <a:cubicBezTo>
                    <a:pt x="6912" y="239665"/>
                    <a:pt x="159892" y="203957"/>
                    <a:pt x="159892" y="203957"/>
                  </a:cubicBezTo>
                  <a:cubicBezTo>
                    <a:pt x="134398" y="152974"/>
                    <a:pt x="119097" y="20"/>
                    <a:pt x="119097" y="20"/>
                  </a:cubicBezTo>
                  <a:close/>
                </a:path>
              </a:pathLst>
            </a:custGeom>
            <a:solidFill>
              <a:srgbClr val="9F616A"/>
            </a:solidFill>
            <a:ln w="639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4D68CD5-E64E-75E8-E4A7-1BC5EE2401AD}"/>
                </a:ext>
              </a:extLst>
            </p:cNvPr>
            <p:cNvSpPr/>
            <p:nvPr/>
          </p:nvSpPr>
          <p:spPr>
            <a:xfrm>
              <a:off x="10984026" y="6401916"/>
              <a:ext cx="159099" cy="221435"/>
            </a:xfrm>
            <a:custGeom>
              <a:avLst/>
              <a:gdLst>
                <a:gd name="csX0" fmla="*/ 11433 w 159099"/>
                <a:gd name="csY0" fmla="*/ 15342 h 221435"/>
                <a:gd name="csX1" fmla="*/ 1232 w 159099"/>
                <a:gd name="csY1" fmla="*/ 209085 h 221435"/>
                <a:gd name="csX2" fmla="*/ 159293 w 159099"/>
                <a:gd name="csY2" fmla="*/ 203965 h 221435"/>
                <a:gd name="csX3" fmla="*/ 118498 w 159099"/>
                <a:gd name="csY3" fmla="*/ 22 h 2214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9099" h="221435">
                  <a:moveTo>
                    <a:pt x="11433" y="15342"/>
                  </a:moveTo>
                  <a:cubicBezTo>
                    <a:pt x="11433" y="15342"/>
                    <a:pt x="-3862" y="178522"/>
                    <a:pt x="1232" y="209085"/>
                  </a:cubicBezTo>
                  <a:cubicBezTo>
                    <a:pt x="6326" y="239647"/>
                    <a:pt x="159293" y="203965"/>
                    <a:pt x="159293" y="203965"/>
                  </a:cubicBezTo>
                  <a:cubicBezTo>
                    <a:pt x="133798" y="152982"/>
                    <a:pt x="118498" y="22"/>
                    <a:pt x="118498" y="22"/>
                  </a:cubicBezTo>
                  <a:close/>
                </a:path>
              </a:pathLst>
            </a:custGeom>
            <a:solidFill>
              <a:srgbClr val="9F616A"/>
            </a:solidFill>
            <a:ln w="639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872DBC9-7075-6EB0-F700-2026ED2294AE}"/>
                </a:ext>
              </a:extLst>
            </p:cNvPr>
            <p:cNvSpPr/>
            <p:nvPr/>
          </p:nvSpPr>
          <p:spPr>
            <a:xfrm>
              <a:off x="11122271" y="3430801"/>
              <a:ext cx="370886" cy="370886"/>
            </a:xfrm>
            <a:custGeom>
              <a:avLst/>
              <a:gdLst>
                <a:gd name="csX0" fmla="*/ 371430 w 370886"/>
                <a:gd name="csY0" fmla="*/ 185720 h 370886"/>
                <a:gd name="csX1" fmla="*/ 185987 w 370886"/>
                <a:gd name="csY1" fmla="*/ 371163 h 370886"/>
                <a:gd name="csX2" fmla="*/ 544 w 370886"/>
                <a:gd name="csY2" fmla="*/ 185720 h 370886"/>
                <a:gd name="csX3" fmla="*/ 185987 w 370886"/>
                <a:gd name="csY3" fmla="*/ 277 h 370886"/>
                <a:gd name="csX4" fmla="*/ 371430 w 370886"/>
                <a:gd name="csY4" fmla="*/ 185720 h 3708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0886" h="370886">
                  <a:moveTo>
                    <a:pt x="371430" y="185720"/>
                  </a:moveTo>
                  <a:cubicBezTo>
                    <a:pt x="371430" y="288137"/>
                    <a:pt x="288405" y="371163"/>
                    <a:pt x="185987" y="371163"/>
                  </a:cubicBezTo>
                  <a:cubicBezTo>
                    <a:pt x="83570" y="371163"/>
                    <a:pt x="544" y="288137"/>
                    <a:pt x="544" y="185720"/>
                  </a:cubicBezTo>
                  <a:cubicBezTo>
                    <a:pt x="544" y="83302"/>
                    <a:pt x="83570" y="277"/>
                    <a:pt x="185987" y="277"/>
                  </a:cubicBezTo>
                  <a:cubicBezTo>
                    <a:pt x="288405" y="277"/>
                    <a:pt x="371430" y="83302"/>
                    <a:pt x="371430" y="185720"/>
                  </a:cubicBezTo>
                  <a:close/>
                </a:path>
              </a:pathLst>
            </a:custGeom>
            <a:solidFill>
              <a:srgbClr val="9F616A"/>
            </a:solidFill>
            <a:ln w="639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322EBD0-E47F-01E2-1796-999EE9B64BA0}"/>
                </a:ext>
              </a:extLst>
            </p:cNvPr>
            <p:cNvSpPr/>
            <p:nvPr/>
          </p:nvSpPr>
          <p:spPr>
            <a:xfrm>
              <a:off x="11272587" y="3653859"/>
              <a:ext cx="432138" cy="611848"/>
            </a:xfrm>
            <a:custGeom>
              <a:avLst/>
              <a:gdLst>
                <a:gd name="csX0" fmla="*/ 3443 w 432138"/>
                <a:gd name="csY0" fmla="*/ 137593 h 611848"/>
                <a:gd name="csX1" fmla="*/ 18737 w 432138"/>
                <a:gd name="csY1" fmla="*/ 249765 h 611848"/>
                <a:gd name="csX2" fmla="*/ 385835 w 432138"/>
                <a:gd name="csY2" fmla="*/ 611801 h 611848"/>
                <a:gd name="csX3" fmla="*/ 431724 w 432138"/>
                <a:gd name="csY3" fmla="*/ 356869 h 611848"/>
                <a:gd name="csX4" fmla="*/ 304239 w 432138"/>
                <a:gd name="csY4" fmla="*/ 239584 h 611848"/>
                <a:gd name="csX5" fmla="*/ 176773 w 432138"/>
                <a:gd name="csY5" fmla="*/ -48 h 611848"/>
                <a:gd name="csX6" fmla="*/ 3443 w 432138"/>
                <a:gd name="csY6" fmla="*/ 137593 h 6118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32138" h="611848">
                  <a:moveTo>
                    <a:pt x="3443" y="137593"/>
                  </a:moveTo>
                  <a:cubicBezTo>
                    <a:pt x="34038" y="178388"/>
                    <a:pt x="18737" y="249765"/>
                    <a:pt x="18737" y="249765"/>
                  </a:cubicBezTo>
                  <a:cubicBezTo>
                    <a:pt x="18737" y="249765"/>
                    <a:pt x="329740" y="611801"/>
                    <a:pt x="385835" y="611801"/>
                  </a:cubicBezTo>
                  <a:cubicBezTo>
                    <a:pt x="441931" y="611801"/>
                    <a:pt x="431724" y="356869"/>
                    <a:pt x="431724" y="356869"/>
                  </a:cubicBezTo>
                  <a:cubicBezTo>
                    <a:pt x="431724" y="356869"/>
                    <a:pt x="350128" y="260023"/>
                    <a:pt x="304239" y="239584"/>
                  </a:cubicBezTo>
                  <a:cubicBezTo>
                    <a:pt x="258350" y="219145"/>
                    <a:pt x="176773" y="-48"/>
                    <a:pt x="176773" y="-48"/>
                  </a:cubicBezTo>
                  <a:cubicBezTo>
                    <a:pt x="176773" y="-48"/>
                    <a:pt x="-27171" y="96798"/>
                    <a:pt x="3443" y="137593"/>
                  </a:cubicBezTo>
                  <a:close/>
                </a:path>
              </a:pathLst>
            </a:custGeom>
            <a:solidFill>
              <a:srgbClr val="9F616A"/>
            </a:solidFill>
            <a:ln w="639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0B8EF5E-4EC7-7EAF-0755-EE3201600C68}"/>
                </a:ext>
              </a:extLst>
            </p:cNvPr>
            <p:cNvSpPr/>
            <p:nvPr/>
          </p:nvSpPr>
          <p:spPr>
            <a:xfrm>
              <a:off x="10856324" y="4484894"/>
              <a:ext cx="1043964" cy="2069822"/>
            </a:xfrm>
            <a:custGeom>
              <a:avLst/>
              <a:gdLst>
                <a:gd name="csX0" fmla="*/ 210597 w 1043964"/>
                <a:gd name="csY0" fmla="*/ -27 h 2069822"/>
                <a:gd name="csX1" fmla="*/ 11024 w 1043964"/>
                <a:gd name="csY1" fmla="*/ 335222 h 2069822"/>
                <a:gd name="csX2" fmla="*/ 42380 w 1043964"/>
                <a:gd name="csY2" fmla="*/ 698474 h 2069822"/>
                <a:gd name="csX3" fmla="*/ 72943 w 1043964"/>
                <a:gd name="csY3" fmla="*/ 1345973 h 2069822"/>
                <a:gd name="csX4" fmla="*/ 123926 w 1043964"/>
                <a:gd name="csY4" fmla="*/ 1998419 h 2069822"/>
                <a:gd name="csX5" fmla="*/ 123926 w 1043964"/>
                <a:gd name="csY5" fmla="*/ 2069796 h 2069822"/>
                <a:gd name="csX6" fmla="*/ 292174 w 1043964"/>
                <a:gd name="csY6" fmla="*/ 2064677 h 2069822"/>
                <a:gd name="csX7" fmla="*/ 348289 w 1043964"/>
                <a:gd name="csY7" fmla="*/ 1366342 h 2069822"/>
                <a:gd name="csX8" fmla="*/ 429866 w 1043964"/>
                <a:gd name="csY8" fmla="*/ 841196 h 2069822"/>
                <a:gd name="csX9" fmla="*/ 562426 w 1043964"/>
                <a:gd name="csY9" fmla="*/ 1243963 h 2069822"/>
                <a:gd name="csX10" fmla="*/ 781657 w 1043964"/>
                <a:gd name="csY10" fmla="*/ 1738515 h 2069822"/>
                <a:gd name="csX11" fmla="*/ 850500 w 1043964"/>
                <a:gd name="csY11" fmla="*/ 1916880 h 2069822"/>
                <a:gd name="csX12" fmla="*/ 891295 w 1043964"/>
                <a:gd name="csY12" fmla="*/ 1988257 h 2069822"/>
                <a:gd name="csX13" fmla="*/ 1044237 w 1043964"/>
                <a:gd name="csY13" fmla="*/ 1970384 h 2069822"/>
                <a:gd name="csX14" fmla="*/ 812265 w 1043964"/>
                <a:gd name="csY14" fmla="*/ 1187913 h 2069822"/>
                <a:gd name="csX15" fmla="*/ 766382 w 1043964"/>
                <a:gd name="csY15" fmla="*/ 678080 h 2069822"/>
                <a:gd name="csX16" fmla="*/ 669537 w 1043964"/>
                <a:gd name="csY16" fmla="*/ 234511 h 2069822"/>
                <a:gd name="csX17" fmla="*/ 669537 w 1043964"/>
                <a:gd name="csY17" fmla="*/ 173328 h 20698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043964" h="2069822">
                  <a:moveTo>
                    <a:pt x="210597" y="-27"/>
                  </a:moveTo>
                  <a:lnTo>
                    <a:pt x="11024" y="335222"/>
                  </a:lnTo>
                  <a:cubicBezTo>
                    <a:pt x="-25394" y="395151"/>
                    <a:pt x="42380" y="698474"/>
                    <a:pt x="42380" y="698474"/>
                  </a:cubicBezTo>
                  <a:lnTo>
                    <a:pt x="72943" y="1345973"/>
                  </a:lnTo>
                  <a:lnTo>
                    <a:pt x="123926" y="1998419"/>
                  </a:lnTo>
                  <a:lnTo>
                    <a:pt x="123926" y="2069796"/>
                  </a:lnTo>
                  <a:lnTo>
                    <a:pt x="292174" y="2064677"/>
                  </a:lnTo>
                  <a:lnTo>
                    <a:pt x="348289" y="1366342"/>
                  </a:lnTo>
                  <a:lnTo>
                    <a:pt x="429866" y="841196"/>
                  </a:lnTo>
                  <a:lnTo>
                    <a:pt x="562426" y="1243963"/>
                  </a:lnTo>
                  <a:lnTo>
                    <a:pt x="781657" y="1738515"/>
                  </a:lnTo>
                  <a:cubicBezTo>
                    <a:pt x="800378" y="1799516"/>
                    <a:pt x="823383" y="1859120"/>
                    <a:pt x="850500" y="1916880"/>
                  </a:cubicBezTo>
                  <a:lnTo>
                    <a:pt x="891295" y="1988257"/>
                  </a:lnTo>
                  <a:lnTo>
                    <a:pt x="1044237" y="1970384"/>
                  </a:lnTo>
                  <a:lnTo>
                    <a:pt x="812265" y="1187913"/>
                  </a:lnTo>
                  <a:lnTo>
                    <a:pt x="766382" y="678080"/>
                  </a:lnTo>
                  <a:cubicBezTo>
                    <a:pt x="761263" y="392565"/>
                    <a:pt x="669537" y="234511"/>
                    <a:pt x="669537" y="234511"/>
                  </a:cubicBezTo>
                  <a:lnTo>
                    <a:pt x="669537" y="173328"/>
                  </a:lnTo>
                  <a:close/>
                </a:path>
              </a:pathLst>
            </a:custGeom>
            <a:solidFill>
              <a:srgbClr val="090814"/>
            </a:solidFill>
            <a:ln w="639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49475A5F-FC94-5965-9C05-36E2F7BC7F2B}"/>
                </a:ext>
              </a:extLst>
            </p:cNvPr>
            <p:cNvSpPr/>
            <p:nvPr/>
          </p:nvSpPr>
          <p:spPr>
            <a:xfrm>
              <a:off x="11596168" y="6480079"/>
              <a:ext cx="380962" cy="222468"/>
            </a:xfrm>
            <a:custGeom>
              <a:avLst/>
              <a:gdLst>
                <a:gd name="csX0" fmla="*/ 169386 w 380962"/>
                <a:gd name="csY0" fmla="*/ 28952 h 222468"/>
                <a:gd name="csX1" fmla="*/ 143892 w 380962"/>
                <a:gd name="csY1" fmla="*/ 3457 h 222468"/>
                <a:gd name="csX2" fmla="*/ 77596 w 380962"/>
                <a:gd name="csY2" fmla="*/ 59578 h 222468"/>
                <a:gd name="csX3" fmla="*/ 1112 w 380962"/>
                <a:gd name="csY3" fmla="*/ 125861 h 222468"/>
                <a:gd name="csX4" fmla="*/ 118391 w 380962"/>
                <a:gd name="csY4" fmla="*/ 212520 h 222468"/>
                <a:gd name="csX5" fmla="*/ 210169 w 380962"/>
                <a:gd name="csY5" fmla="*/ 217639 h 222468"/>
                <a:gd name="csX6" fmla="*/ 342729 w 380962"/>
                <a:gd name="csY6" fmla="*/ 217639 h 222468"/>
                <a:gd name="csX7" fmla="*/ 342729 w 380962"/>
                <a:gd name="csY7" fmla="*/ 44284 h 222468"/>
                <a:gd name="csX8" fmla="*/ 281546 w 380962"/>
                <a:gd name="csY8" fmla="*/ 39165 h 222468"/>
                <a:gd name="csX9" fmla="*/ 169386 w 380962"/>
                <a:gd name="csY9" fmla="*/ 28952 h 2224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380962" h="222468">
                  <a:moveTo>
                    <a:pt x="169386" y="28952"/>
                  </a:moveTo>
                  <a:cubicBezTo>
                    <a:pt x="169386" y="28952"/>
                    <a:pt x="143892" y="-11843"/>
                    <a:pt x="143892" y="3457"/>
                  </a:cubicBezTo>
                  <a:cubicBezTo>
                    <a:pt x="143892" y="18758"/>
                    <a:pt x="77596" y="59578"/>
                    <a:pt x="77596" y="59578"/>
                  </a:cubicBezTo>
                  <a:cubicBezTo>
                    <a:pt x="77596" y="59578"/>
                    <a:pt x="11313" y="49378"/>
                    <a:pt x="1112" y="125861"/>
                  </a:cubicBezTo>
                  <a:cubicBezTo>
                    <a:pt x="-9088" y="202345"/>
                    <a:pt x="92903" y="217639"/>
                    <a:pt x="118391" y="212520"/>
                  </a:cubicBezTo>
                  <a:cubicBezTo>
                    <a:pt x="143879" y="207400"/>
                    <a:pt x="210169" y="217639"/>
                    <a:pt x="210169" y="217639"/>
                  </a:cubicBezTo>
                  <a:cubicBezTo>
                    <a:pt x="254118" y="224111"/>
                    <a:pt x="298779" y="224111"/>
                    <a:pt x="342729" y="217639"/>
                  </a:cubicBezTo>
                  <a:cubicBezTo>
                    <a:pt x="424306" y="207439"/>
                    <a:pt x="352929" y="69785"/>
                    <a:pt x="342729" y="44284"/>
                  </a:cubicBezTo>
                  <a:cubicBezTo>
                    <a:pt x="332528" y="18783"/>
                    <a:pt x="281546" y="39165"/>
                    <a:pt x="281546" y="39165"/>
                  </a:cubicBezTo>
                  <a:cubicBezTo>
                    <a:pt x="189781" y="64634"/>
                    <a:pt x="169386" y="28952"/>
                    <a:pt x="169386" y="28952"/>
                  </a:cubicBezTo>
                  <a:close/>
                </a:path>
              </a:pathLst>
            </a:custGeom>
            <a:solidFill>
              <a:srgbClr val="090814"/>
            </a:solidFill>
            <a:ln w="639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A4B8364D-4C23-C656-F686-FC628894C6BD}"/>
                </a:ext>
              </a:extLst>
            </p:cNvPr>
            <p:cNvSpPr/>
            <p:nvPr/>
          </p:nvSpPr>
          <p:spPr>
            <a:xfrm>
              <a:off x="10831403" y="6556529"/>
              <a:ext cx="380949" cy="222471"/>
            </a:xfrm>
            <a:custGeom>
              <a:avLst/>
              <a:gdLst>
                <a:gd name="csX0" fmla="*/ 169154 w 380949"/>
                <a:gd name="csY0" fmla="*/ 28949 h 222471"/>
                <a:gd name="csX1" fmla="*/ 143660 w 380949"/>
                <a:gd name="csY1" fmla="*/ 3455 h 222471"/>
                <a:gd name="csX2" fmla="*/ 77376 w 380949"/>
                <a:gd name="csY2" fmla="*/ 59570 h 222471"/>
                <a:gd name="csX3" fmla="*/ 893 w 380949"/>
                <a:gd name="csY3" fmla="*/ 125853 h 222471"/>
                <a:gd name="csX4" fmla="*/ 118159 w 380949"/>
                <a:gd name="csY4" fmla="*/ 212524 h 222471"/>
                <a:gd name="csX5" fmla="*/ 209936 w 380949"/>
                <a:gd name="csY5" fmla="*/ 217643 h 222471"/>
                <a:gd name="csX6" fmla="*/ 342496 w 380949"/>
                <a:gd name="csY6" fmla="*/ 217643 h 222471"/>
                <a:gd name="csX7" fmla="*/ 342496 w 380949"/>
                <a:gd name="csY7" fmla="*/ 44288 h 222471"/>
                <a:gd name="csX8" fmla="*/ 281313 w 380949"/>
                <a:gd name="csY8" fmla="*/ 39169 h 222471"/>
                <a:gd name="csX9" fmla="*/ 169154 w 380949"/>
                <a:gd name="csY9" fmla="*/ 28949 h 2224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380949" h="222471">
                  <a:moveTo>
                    <a:pt x="169154" y="28949"/>
                  </a:moveTo>
                  <a:cubicBezTo>
                    <a:pt x="169154" y="28949"/>
                    <a:pt x="143660" y="-11833"/>
                    <a:pt x="143660" y="3455"/>
                  </a:cubicBezTo>
                  <a:cubicBezTo>
                    <a:pt x="143660" y="18743"/>
                    <a:pt x="77376" y="59570"/>
                    <a:pt x="77376" y="59570"/>
                  </a:cubicBezTo>
                  <a:cubicBezTo>
                    <a:pt x="77376" y="59570"/>
                    <a:pt x="11093" y="49369"/>
                    <a:pt x="893" y="125853"/>
                  </a:cubicBezTo>
                  <a:cubicBezTo>
                    <a:pt x="-9307" y="202336"/>
                    <a:pt x="92671" y="217631"/>
                    <a:pt x="118159" y="212524"/>
                  </a:cubicBezTo>
                  <a:cubicBezTo>
                    <a:pt x="143647" y="207417"/>
                    <a:pt x="209936" y="217643"/>
                    <a:pt x="209936" y="217643"/>
                  </a:cubicBezTo>
                  <a:cubicBezTo>
                    <a:pt x="253886" y="224115"/>
                    <a:pt x="298546" y="224115"/>
                    <a:pt x="342496" y="217643"/>
                  </a:cubicBezTo>
                  <a:cubicBezTo>
                    <a:pt x="424074" y="207443"/>
                    <a:pt x="352697" y="69789"/>
                    <a:pt x="342496" y="44288"/>
                  </a:cubicBezTo>
                  <a:cubicBezTo>
                    <a:pt x="332296" y="18787"/>
                    <a:pt x="281313" y="39169"/>
                    <a:pt x="281313" y="39169"/>
                  </a:cubicBezTo>
                  <a:cubicBezTo>
                    <a:pt x="189548" y="64631"/>
                    <a:pt x="169154" y="28949"/>
                    <a:pt x="169154" y="28949"/>
                  </a:cubicBezTo>
                  <a:close/>
                </a:path>
              </a:pathLst>
            </a:custGeom>
            <a:solidFill>
              <a:srgbClr val="090814"/>
            </a:solidFill>
            <a:ln w="639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20E85E7-D0DA-511A-6812-33EBEE3F3684}"/>
                </a:ext>
              </a:extLst>
            </p:cNvPr>
            <p:cNvSpPr/>
            <p:nvPr/>
          </p:nvSpPr>
          <p:spPr>
            <a:xfrm>
              <a:off x="11041174" y="3867266"/>
              <a:ext cx="734189" cy="854230"/>
            </a:xfrm>
            <a:custGeom>
              <a:avLst/>
              <a:gdLst>
                <a:gd name="csX0" fmla="*/ 311294 w 734189"/>
                <a:gd name="csY0" fmla="*/ 31256 h 854230"/>
                <a:gd name="csX1" fmla="*/ 46174 w 734189"/>
                <a:gd name="csY1" fmla="*/ 230099 h 854230"/>
                <a:gd name="csX2" fmla="*/ 35973 w 734189"/>
                <a:gd name="csY2" fmla="*/ 418748 h 854230"/>
                <a:gd name="csX3" fmla="*/ 285 w 734189"/>
                <a:gd name="csY3" fmla="*/ 632886 h 854230"/>
                <a:gd name="csX4" fmla="*/ 510137 w 734189"/>
                <a:gd name="csY4" fmla="*/ 821535 h 854230"/>
                <a:gd name="csX5" fmla="*/ 601914 w 734189"/>
                <a:gd name="csY5" fmla="*/ 520727 h 854230"/>
                <a:gd name="csX6" fmla="*/ 734474 w 734189"/>
                <a:gd name="csY6" fmla="*/ 428949 h 854230"/>
                <a:gd name="csX7" fmla="*/ 714080 w 734189"/>
                <a:gd name="csY7" fmla="*/ 189317 h 854230"/>
                <a:gd name="csX8" fmla="*/ 561139 w 734189"/>
                <a:gd name="csY8" fmla="*/ 42052 h 854230"/>
                <a:gd name="csX9" fmla="*/ 311294 w 734189"/>
                <a:gd name="csY9" fmla="*/ 31256 h 854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734189" h="854230">
                  <a:moveTo>
                    <a:pt x="311294" y="31256"/>
                  </a:moveTo>
                  <a:cubicBezTo>
                    <a:pt x="183827" y="-101304"/>
                    <a:pt x="46174" y="230099"/>
                    <a:pt x="46174" y="230099"/>
                  </a:cubicBezTo>
                  <a:cubicBezTo>
                    <a:pt x="46174" y="230099"/>
                    <a:pt x="285" y="352465"/>
                    <a:pt x="35973" y="418748"/>
                  </a:cubicBezTo>
                  <a:cubicBezTo>
                    <a:pt x="71662" y="485032"/>
                    <a:pt x="285" y="632886"/>
                    <a:pt x="285" y="632886"/>
                  </a:cubicBezTo>
                  <a:cubicBezTo>
                    <a:pt x="174888" y="781521"/>
                    <a:pt x="348883" y="918899"/>
                    <a:pt x="510137" y="821535"/>
                  </a:cubicBezTo>
                  <a:cubicBezTo>
                    <a:pt x="489742" y="699169"/>
                    <a:pt x="556025" y="637992"/>
                    <a:pt x="601914" y="520727"/>
                  </a:cubicBezTo>
                  <a:cubicBezTo>
                    <a:pt x="647803" y="403461"/>
                    <a:pt x="734474" y="428949"/>
                    <a:pt x="734474" y="428949"/>
                  </a:cubicBezTo>
                  <a:cubicBezTo>
                    <a:pt x="734474" y="428949"/>
                    <a:pt x="729355" y="296389"/>
                    <a:pt x="714080" y="189317"/>
                  </a:cubicBezTo>
                  <a:cubicBezTo>
                    <a:pt x="698805" y="82245"/>
                    <a:pt x="561139" y="42052"/>
                    <a:pt x="561139" y="42052"/>
                  </a:cubicBezTo>
                  <a:cubicBezTo>
                    <a:pt x="536169" y="86885"/>
                    <a:pt x="438760" y="163803"/>
                    <a:pt x="311294" y="31256"/>
                  </a:cubicBezTo>
                  <a:close/>
                </a:path>
              </a:pathLst>
            </a:custGeom>
            <a:solidFill>
              <a:srgbClr val="6C63FF"/>
            </a:solidFill>
            <a:ln w="639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03443BD0-0ED8-A5D3-F4D9-84246F16DAA9}"/>
                </a:ext>
              </a:extLst>
            </p:cNvPr>
            <p:cNvSpPr/>
            <p:nvPr/>
          </p:nvSpPr>
          <p:spPr>
            <a:xfrm>
              <a:off x="10861854" y="4112696"/>
              <a:ext cx="439301" cy="846355"/>
            </a:xfrm>
            <a:custGeom>
              <a:avLst/>
              <a:gdLst>
                <a:gd name="csX0" fmla="*/ 266147 w 439301"/>
                <a:gd name="csY0" fmla="*/ -36 h 846355"/>
                <a:gd name="csX1" fmla="*/ 220259 w 439301"/>
                <a:gd name="csY1" fmla="*/ 326267 h 846355"/>
                <a:gd name="csX2" fmla="*/ 26535 w 439301"/>
                <a:gd name="csY2" fmla="*/ 672964 h 846355"/>
                <a:gd name="csX3" fmla="*/ 21415 w 439301"/>
                <a:gd name="csY3" fmla="*/ 846319 h 846355"/>
                <a:gd name="csX4" fmla="*/ 72392 w 439301"/>
                <a:gd name="csY4" fmla="*/ 810649 h 846355"/>
                <a:gd name="csX5" fmla="*/ 82592 w 439301"/>
                <a:gd name="csY5" fmla="*/ 749467 h 846355"/>
                <a:gd name="csX6" fmla="*/ 363013 w 439301"/>
                <a:gd name="csY6" fmla="*/ 433345 h 846355"/>
                <a:gd name="csX7" fmla="*/ 439496 w 439301"/>
                <a:gd name="csY7" fmla="*/ 35665 h 8463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39301" h="846355">
                  <a:moveTo>
                    <a:pt x="266147" y="-36"/>
                  </a:moveTo>
                  <a:lnTo>
                    <a:pt x="220259" y="326267"/>
                  </a:lnTo>
                  <a:lnTo>
                    <a:pt x="26535" y="672964"/>
                  </a:lnTo>
                  <a:cubicBezTo>
                    <a:pt x="-29580" y="723947"/>
                    <a:pt x="21415" y="846319"/>
                    <a:pt x="21415" y="846319"/>
                  </a:cubicBezTo>
                  <a:lnTo>
                    <a:pt x="72392" y="810649"/>
                  </a:lnTo>
                  <a:lnTo>
                    <a:pt x="82592" y="749467"/>
                  </a:lnTo>
                  <a:cubicBezTo>
                    <a:pt x="82592" y="749467"/>
                    <a:pt x="306930" y="494534"/>
                    <a:pt x="363013" y="433345"/>
                  </a:cubicBezTo>
                  <a:cubicBezTo>
                    <a:pt x="419095" y="372155"/>
                    <a:pt x="439496" y="35665"/>
                    <a:pt x="439496" y="35665"/>
                  </a:cubicBezTo>
                  <a:close/>
                </a:path>
              </a:pathLst>
            </a:custGeom>
            <a:solidFill>
              <a:srgbClr val="9F616A"/>
            </a:solidFill>
            <a:ln w="639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7B1C49CB-AE41-7B5F-234B-AAAAE18E46B1}"/>
                </a:ext>
              </a:extLst>
            </p:cNvPr>
            <p:cNvSpPr/>
            <p:nvPr/>
          </p:nvSpPr>
          <p:spPr>
            <a:xfrm>
              <a:off x="11097244" y="3850683"/>
              <a:ext cx="217751" cy="338496"/>
            </a:xfrm>
            <a:custGeom>
              <a:avLst/>
              <a:gdLst>
                <a:gd name="csX0" fmla="*/ 233 w 217751"/>
                <a:gd name="csY0" fmla="*/ 312959 h 338496"/>
                <a:gd name="csX1" fmla="*/ 214371 w 217751"/>
                <a:gd name="csY1" fmla="*/ 338454 h 338496"/>
                <a:gd name="csX2" fmla="*/ 197329 w 217751"/>
                <a:gd name="csY2" fmla="*/ 26172 h 338496"/>
                <a:gd name="csX3" fmla="*/ 46116 w 217751"/>
                <a:gd name="csY3" fmla="*/ 32507 h 338496"/>
                <a:gd name="csX4" fmla="*/ 233 w 217751"/>
                <a:gd name="csY4" fmla="*/ 312959 h 3384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7751" h="338496">
                  <a:moveTo>
                    <a:pt x="233" y="312959"/>
                  </a:moveTo>
                  <a:lnTo>
                    <a:pt x="214371" y="338454"/>
                  </a:lnTo>
                  <a:cubicBezTo>
                    <a:pt x="214371" y="338454"/>
                    <a:pt x="229665" y="88647"/>
                    <a:pt x="197329" y="26172"/>
                  </a:cubicBezTo>
                  <a:cubicBezTo>
                    <a:pt x="164994" y="-36304"/>
                    <a:pt x="46116" y="32507"/>
                    <a:pt x="46116" y="32507"/>
                  </a:cubicBezTo>
                  <a:cubicBezTo>
                    <a:pt x="15534" y="37639"/>
                    <a:pt x="233" y="312959"/>
                    <a:pt x="233" y="312959"/>
                  </a:cubicBezTo>
                  <a:close/>
                </a:path>
              </a:pathLst>
            </a:custGeom>
            <a:solidFill>
              <a:srgbClr val="6C63FF"/>
            </a:solidFill>
            <a:ln w="639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1D9B27A-698E-C72F-EBE0-BDA92EB17791}"/>
                </a:ext>
              </a:extLst>
            </p:cNvPr>
            <p:cNvSpPr/>
            <p:nvPr/>
          </p:nvSpPr>
          <p:spPr>
            <a:xfrm>
              <a:off x="11100110" y="3373229"/>
              <a:ext cx="523205" cy="549739"/>
            </a:xfrm>
            <a:custGeom>
              <a:avLst/>
              <a:gdLst>
                <a:gd name="csX0" fmla="*/ 274 w 523205"/>
                <a:gd name="csY0" fmla="*/ 135607 h 549739"/>
                <a:gd name="csX1" fmla="*/ 74505 w 523205"/>
                <a:gd name="csY1" fmla="*/ 469819 h 549739"/>
                <a:gd name="csX2" fmla="*/ 491965 w 523205"/>
                <a:gd name="csY2" fmla="*/ 533075 h 549739"/>
                <a:gd name="csX3" fmla="*/ 308032 w 523205"/>
                <a:gd name="csY3" fmla="*/ -25 h 549739"/>
                <a:gd name="csX4" fmla="*/ 274 w 523205"/>
                <a:gd name="csY4" fmla="*/ 135607 h 5497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23205" h="549739">
                  <a:moveTo>
                    <a:pt x="274" y="135607"/>
                  </a:moveTo>
                  <a:cubicBezTo>
                    <a:pt x="137416" y="204149"/>
                    <a:pt x="58290" y="391294"/>
                    <a:pt x="74505" y="469819"/>
                  </a:cubicBezTo>
                  <a:cubicBezTo>
                    <a:pt x="101017" y="598444"/>
                    <a:pt x="491965" y="533075"/>
                    <a:pt x="491965" y="533075"/>
                  </a:cubicBezTo>
                  <a:cubicBezTo>
                    <a:pt x="539531" y="524520"/>
                    <a:pt x="568519" y="-4671"/>
                    <a:pt x="308032" y="-25"/>
                  </a:cubicBezTo>
                  <a:cubicBezTo>
                    <a:pt x="176701" y="2356"/>
                    <a:pt x="85851" y="44028"/>
                    <a:pt x="274" y="135607"/>
                  </a:cubicBezTo>
                  <a:close/>
                </a:path>
              </a:pathLst>
            </a:custGeom>
            <a:solidFill>
              <a:srgbClr val="090814"/>
            </a:solidFill>
            <a:ln w="639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86" name="Graphic 167">
            <a:extLst>
              <a:ext uri="{FF2B5EF4-FFF2-40B4-BE49-F238E27FC236}">
                <a16:creationId xmlns:a16="http://schemas.microsoft.com/office/drawing/2014/main" id="{4E3ED640-97BF-0357-38A9-748FCD1590B7}"/>
              </a:ext>
            </a:extLst>
          </p:cNvPr>
          <p:cNvGrpSpPr/>
          <p:nvPr/>
        </p:nvGrpSpPr>
        <p:grpSpPr>
          <a:xfrm>
            <a:off x="16783808" y="1659691"/>
            <a:ext cx="2425766" cy="2253850"/>
            <a:chOff x="7639784" y="1659691"/>
            <a:chExt cx="2425766" cy="2253850"/>
          </a:xfrm>
        </p:grpSpPr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4C42A7F8-45A7-E200-5693-568241FF4DA1}"/>
                </a:ext>
              </a:extLst>
            </p:cNvPr>
            <p:cNvSpPr/>
            <p:nvPr/>
          </p:nvSpPr>
          <p:spPr>
            <a:xfrm>
              <a:off x="7639784" y="1659691"/>
              <a:ext cx="2425766" cy="2253850"/>
            </a:xfrm>
            <a:custGeom>
              <a:avLst/>
              <a:gdLst>
                <a:gd name="csX0" fmla="*/ 2161989 w 2425766"/>
                <a:gd name="csY0" fmla="*/ 2252982 h 2253850"/>
                <a:gd name="csX1" fmla="*/ 264164 w 2425766"/>
                <a:gd name="csY1" fmla="*/ 2253622 h 2253850"/>
                <a:gd name="csX2" fmla="*/ -68 w 2425766"/>
                <a:gd name="csY2" fmla="*/ 1991522 h 2253850"/>
                <a:gd name="csX3" fmla="*/ 35629 w 2425766"/>
                <a:gd name="csY3" fmla="*/ 1858111 h 2253850"/>
                <a:gd name="csX4" fmla="*/ 983936 w 2425766"/>
                <a:gd name="csY4" fmla="*/ 131766 h 2253850"/>
                <a:gd name="csX5" fmla="*/ 1344184 w 2425766"/>
                <a:gd name="csY5" fmla="*/ 35107 h 2253850"/>
                <a:gd name="csX6" fmla="*/ 1440751 w 2425766"/>
                <a:gd name="csY6" fmla="*/ 131607 h 2253850"/>
                <a:gd name="csX7" fmla="*/ 2390396 w 2425766"/>
                <a:gd name="csY7" fmla="*/ 1857478 h 2253850"/>
                <a:gd name="csX8" fmla="*/ 2293650 w 2425766"/>
                <a:gd name="csY8" fmla="*/ 2217693 h 2253850"/>
                <a:gd name="csX9" fmla="*/ 2162008 w 2425766"/>
                <a:gd name="csY9" fmla="*/ 2252950 h 2253850"/>
                <a:gd name="csX10" fmla="*/ 2162008 w 2425766"/>
                <a:gd name="csY10" fmla="*/ 2252950 h 2253850"/>
                <a:gd name="csX11" fmla="*/ 23777 w 2425766"/>
                <a:gd name="csY11" fmla="*/ 1989935 h 2253850"/>
                <a:gd name="csX12" fmla="*/ 254885 w 2425766"/>
                <a:gd name="csY12" fmla="*/ 1979876 h 2253850"/>
                <a:gd name="csX13" fmla="*/ 264151 w 2425766"/>
                <a:gd name="csY13" fmla="*/ 2229810 h 2253850"/>
                <a:gd name="csX14" fmla="*/ 2369720 w 2425766"/>
                <a:gd name="csY14" fmla="*/ 2109114 h 2253850"/>
                <a:gd name="csX15" fmla="*/ 2369631 w 2425766"/>
                <a:gd name="csY15" fmla="*/ 1869175 h 2253850"/>
                <a:gd name="csX16" fmla="*/ 1420005 w 2425766"/>
                <a:gd name="csY16" fmla="*/ 143304 h 2253850"/>
                <a:gd name="csX17" fmla="*/ 1212299 w 2425766"/>
                <a:gd name="csY17" fmla="*/ 23639 h 2253850"/>
                <a:gd name="csX18" fmla="*/ 23771 w 2425766"/>
                <a:gd name="csY18" fmla="*/ 1989974 h 2253850"/>
                <a:gd name="csX19" fmla="*/ 23771 w 2425766"/>
                <a:gd name="csY19" fmla="*/ 1989974 h 22538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2425766" h="2253850">
                  <a:moveTo>
                    <a:pt x="2161989" y="2252982"/>
                  </a:moveTo>
                  <a:lnTo>
                    <a:pt x="264164" y="2253622"/>
                  </a:lnTo>
                  <a:cubicBezTo>
                    <a:pt x="118821" y="2254210"/>
                    <a:pt x="521" y="2136864"/>
                    <a:pt x="-68" y="1991522"/>
                  </a:cubicBezTo>
                  <a:cubicBezTo>
                    <a:pt x="-258" y="1944667"/>
                    <a:pt x="12065" y="1898611"/>
                    <a:pt x="35629" y="1858111"/>
                  </a:cubicBezTo>
                  <a:lnTo>
                    <a:pt x="983936" y="131766"/>
                  </a:lnTo>
                  <a:cubicBezTo>
                    <a:pt x="1056724" y="5595"/>
                    <a:pt x="1218013" y="-37681"/>
                    <a:pt x="1344184" y="35107"/>
                  </a:cubicBezTo>
                  <a:cubicBezTo>
                    <a:pt x="1384285" y="58241"/>
                    <a:pt x="1417589" y="91522"/>
                    <a:pt x="1440751" y="131607"/>
                  </a:cubicBezTo>
                  <a:lnTo>
                    <a:pt x="2390396" y="1857478"/>
                  </a:lnTo>
                  <a:cubicBezTo>
                    <a:pt x="2463151" y="1983664"/>
                    <a:pt x="2419836" y="2144938"/>
                    <a:pt x="2293650" y="2217693"/>
                  </a:cubicBezTo>
                  <a:cubicBezTo>
                    <a:pt x="2253616" y="2240775"/>
                    <a:pt x="2208220" y="2252933"/>
                    <a:pt x="2162008" y="2252950"/>
                  </a:cubicBezTo>
                  <a:lnTo>
                    <a:pt x="2162008" y="2252950"/>
                  </a:lnTo>
                  <a:close/>
                  <a:moveTo>
                    <a:pt x="23777" y="1989935"/>
                  </a:moveTo>
                  <a:cubicBezTo>
                    <a:pt x="23777" y="2031159"/>
                    <a:pt x="233192" y="1942325"/>
                    <a:pt x="254885" y="1979876"/>
                  </a:cubicBezTo>
                  <a:cubicBezTo>
                    <a:pt x="298285" y="2054977"/>
                    <a:pt x="177410" y="2229842"/>
                    <a:pt x="264151" y="2229810"/>
                  </a:cubicBezTo>
                  <a:cubicBezTo>
                    <a:pt x="264151" y="2229810"/>
                    <a:pt x="2326372" y="2184248"/>
                    <a:pt x="2369720" y="2109114"/>
                  </a:cubicBezTo>
                  <a:cubicBezTo>
                    <a:pt x="2413067" y="2034999"/>
                    <a:pt x="2413033" y="1943258"/>
                    <a:pt x="2369631" y="1869175"/>
                  </a:cubicBezTo>
                  <a:lnTo>
                    <a:pt x="1420005" y="143304"/>
                  </a:lnTo>
                  <a:cubicBezTo>
                    <a:pt x="1377468" y="68825"/>
                    <a:pt x="1298067" y="23080"/>
                    <a:pt x="1212299" y="23639"/>
                  </a:cubicBezTo>
                  <a:cubicBezTo>
                    <a:pt x="1125596" y="23639"/>
                    <a:pt x="23777" y="1948737"/>
                    <a:pt x="23771" y="1989974"/>
                  </a:cubicBezTo>
                  <a:lnTo>
                    <a:pt x="23771" y="1989974"/>
                  </a:lnTo>
                  <a:close/>
                </a:path>
              </a:pathLst>
            </a:custGeom>
            <a:solidFill>
              <a:srgbClr val="3F3D56"/>
            </a:solidFill>
            <a:ln w="639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grpSp>
          <p:nvGrpSpPr>
            <p:cNvPr id="88" name="Graphic 167">
              <a:extLst>
                <a:ext uri="{FF2B5EF4-FFF2-40B4-BE49-F238E27FC236}">
                  <a16:creationId xmlns:a16="http://schemas.microsoft.com/office/drawing/2014/main" id="{56D336E3-A010-DEE6-B8C7-F3DDBCD44446}"/>
                </a:ext>
              </a:extLst>
            </p:cNvPr>
            <p:cNvGrpSpPr/>
            <p:nvPr/>
          </p:nvGrpSpPr>
          <p:grpSpPr>
            <a:xfrm>
              <a:off x="8240713" y="2368645"/>
              <a:ext cx="1321439" cy="1321439"/>
              <a:chOff x="8240713" y="2368645"/>
              <a:chExt cx="1321439" cy="1321439"/>
            </a:xfrm>
          </p:grpSpPr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6DA904F9-9792-A213-CC95-C8EADAD44C77}"/>
                  </a:ext>
                </a:extLst>
              </p:cNvPr>
              <p:cNvSpPr/>
              <p:nvPr/>
            </p:nvSpPr>
            <p:spPr>
              <a:xfrm>
                <a:off x="8240713" y="2368645"/>
                <a:ext cx="1321439" cy="1321439"/>
              </a:xfrm>
              <a:custGeom>
                <a:avLst/>
                <a:gdLst>
                  <a:gd name="csX0" fmla="*/ 1321534 w 1321439"/>
                  <a:gd name="csY0" fmla="*/ 660831 h 1321439"/>
                  <a:gd name="csX1" fmla="*/ 660814 w 1321439"/>
                  <a:gd name="csY1" fmla="*/ 1321551 h 1321439"/>
                  <a:gd name="csX2" fmla="*/ 94 w 1321439"/>
                  <a:gd name="csY2" fmla="*/ 660831 h 1321439"/>
                  <a:gd name="csX3" fmla="*/ 660814 w 1321439"/>
                  <a:gd name="csY3" fmla="*/ 111 h 1321439"/>
                  <a:gd name="csX4" fmla="*/ 1321534 w 1321439"/>
                  <a:gd name="csY4" fmla="*/ 660831 h 1321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21439" h="1321439">
                    <a:moveTo>
                      <a:pt x="1321534" y="660831"/>
                    </a:moveTo>
                    <a:cubicBezTo>
                      <a:pt x="1321534" y="1025736"/>
                      <a:pt x="1025720" y="1321551"/>
                      <a:pt x="660814" y="1321551"/>
                    </a:cubicBezTo>
                    <a:cubicBezTo>
                      <a:pt x="295908" y="1321551"/>
                      <a:pt x="94" y="1025736"/>
                      <a:pt x="94" y="660831"/>
                    </a:cubicBezTo>
                    <a:cubicBezTo>
                      <a:pt x="94" y="295925"/>
                      <a:pt x="295908" y="111"/>
                      <a:pt x="660814" y="111"/>
                    </a:cubicBezTo>
                    <a:cubicBezTo>
                      <a:pt x="1025720" y="111"/>
                      <a:pt x="1321534" y="295925"/>
                      <a:pt x="1321534" y="660831"/>
                    </a:cubicBezTo>
                    <a:close/>
                  </a:path>
                </a:pathLst>
              </a:custGeom>
              <a:solidFill>
                <a:srgbClr val="6C63FF"/>
              </a:solidFill>
              <a:ln w="63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62F96D5F-5ECB-1451-B648-E0BD5FF36088}"/>
                  </a:ext>
                </a:extLst>
              </p:cNvPr>
              <p:cNvSpPr/>
              <p:nvPr/>
            </p:nvSpPr>
            <p:spPr>
              <a:xfrm>
                <a:off x="8823746" y="2614944"/>
                <a:ext cx="155416" cy="828877"/>
              </a:xfrm>
              <a:custGeom>
                <a:avLst/>
                <a:gdLst>
                  <a:gd name="csX0" fmla="*/ 25587 w 155416"/>
                  <a:gd name="csY0" fmla="*/ 584290 h 828877"/>
                  <a:gd name="csX1" fmla="*/ 18657 w 155416"/>
                  <a:gd name="csY1" fmla="*/ 233 h 828877"/>
                  <a:gd name="csX2" fmla="*/ 136518 w 155416"/>
                  <a:gd name="csY2" fmla="*/ 233 h 828877"/>
                  <a:gd name="csX3" fmla="*/ 129005 w 155416"/>
                  <a:gd name="csY3" fmla="*/ 584290 h 828877"/>
                  <a:gd name="csX4" fmla="*/ 78163 w 155416"/>
                  <a:gd name="csY4" fmla="*/ 829092 h 828877"/>
                  <a:gd name="csX5" fmla="*/ 22989 w 155416"/>
                  <a:gd name="csY5" fmla="*/ 806273 h 828877"/>
                  <a:gd name="csX6" fmla="*/ 22720 w 155416"/>
                  <a:gd name="csY6" fmla="*/ 696769 h 828877"/>
                  <a:gd name="csX7" fmla="*/ 22989 w 155416"/>
                  <a:gd name="csY7" fmla="*/ 696500 h 828877"/>
                  <a:gd name="csX8" fmla="*/ 78163 w 155416"/>
                  <a:gd name="csY8" fmla="*/ 673681 h 828877"/>
                  <a:gd name="csX9" fmla="*/ 133050 w 155416"/>
                  <a:gd name="csY9" fmla="*/ 696500 h 828877"/>
                  <a:gd name="csX10" fmla="*/ 155581 w 155416"/>
                  <a:gd name="csY10" fmla="*/ 751674 h 828877"/>
                  <a:gd name="csX11" fmla="*/ 133050 w 155416"/>
                  <a:gd name="csY11" fmla="*/ 806279 h 828877"/>
                  <a:gd name="csX12" fmla="*/ 78163 w 155416"/>
                  <a:gd name="csY12" fmla="*/ 829099 h 82887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55416" h="828877">
                    <a:moveTo>
                      <a:pt x="25587" y="584290"/>
                    </a:moveTo>
                    <a:lnTo>
                      <a:pt x="18657" y="233"/>
                    </a:lnTo>
                    <a:lnTo>
                      <a:pt x="136518" y="233"/>
                    </a:lnTo>
                    <a:lnTo>
                      <a:pt x="129005" y="584290"/>
                    </a:lnTo>
                    <a:close/>
                    <a:moveTo>
                      <a:pt x="78163" y="829092"/>
                    </a:moveTo>
                    <a:cubicBezTo>
                      <a:pt x="57410" y="829430"/>
                      <a:pt x="37441" y="821171"/>
                      <a:pt x="22989" y="806273"/>
                    </a:cubicBezTo>
                    <a:cubicBezTo>
                      <a:pt x="-7323" y="776108"/>
                      <a:pt x="-7444" y="727082"/>
                      <a:pt x="22720" y="696769"/>
                    </a:cubicBezTo>
                    <a:cubicBezTo>
                      <a:pt x="22810" y="696680"/>
                      <a:pt x="22899" y="696590"/>
                      <a:pt x="22989" y="696500"/>
                    </a:cubicBezTo>
                    <a:cubicBezTo>
                      <a:pt x="37441" y="681602"/>
                      <a:pt x="57410" y="673343"/>
                      <a:pt x="78163" y="673681"/>
                    </a:cubicBezTo>
                    <a:cubicBezTo>
                      <a:pt x="98839" y="673310"/>
                      <a:pt x="118731" y="681581"/>
                      <a:pt x="133050" y="696500"/>
                    </a:cubicBezTo>
                    <a:cubicBezTo>
                      <a:pt x="147793" y="711034"/>
                      <a:pt x="155937" y="730975"/>
                      <a:pt x="155581" y="751674"/>
                    </a:cubicBezTo>
                    <a:cubicBezTo>
                      <a:pt x="155860" y="772192"/>
                      <a:pt x="147716" y="791928"/>
                      <a:pt x="133050" y="806279"/>
                    </a:cubicBezTo>
                    <a:cubicBezTo>
                      <a:pt x="118731" y="821198"/>
                      <a:pt x="98839" y="829469"/>
                      <a:pt x="78163" y="829099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l-G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093016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A0E8E02-AF44-E8A8-E116-F2265DDBB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273" y="379389"/>
            <a:ext cx="10515600" cy="111053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Exploratory Data Analysis (EDA)</a:t>
            </a:r>
          </a:p>
        </p:txBody>
      </p:sp>
      <p:pic>
        <p:nvPicPr>
          <p:cNvPr id="25" name="Θέση περιεχομένου 24">
            <a:extLst>
              <a:ext uri="{FF2B5EF4-FFF2-40B4-BE49-F238E27FC236}">
                <a16:creationId xmlns:a16="http://schemas.microsoft.com/office/drawing/2014/main" id="{D83F33CF-E6D1-4FF9-41E8-0D9CD92FE1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62650" y="1834939"/>
            <a:ext cx="3656846" cy="2056976"/>
          </a:xfrm>
          <a:prstGeom prst="rect">
            <a:avLst/>
          </a:prstGeom>
        </p:spPr>
      </p:pic>
      <p:pic>
        <p:nvPicPr>
          <p:cNvPr id="13" name="Εικόνα 12">
            <a:extLst>
              <a:ext uri="{FF2B5EF4-FFF2-40B4-BE49-F238E27FC236}">
                <a16:creationId xmlns:a16="http://schemas.microsoft.com/office/drawing/2014/main" id="{6CAEE78A-5D2D-2D0A-3371-B1C4DBE22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704" y="1834939"/>
            <a:ext cx="3104869" cy="2056976"/>
          </a:xfrm>
          <a:prstGeom prst="rect">
            <a:avLst/>
          </a:prstGeom>
        </p:spPr>
      </p:pic>
      <p:pic>
        <p:nvPicPr>
          <p:cNvPr id="9" name="Εικόνα 8">
            <a:extLst>
              <a:ext uri="{FF2B5EF4-FFF2-40B4-BE49-F238E27FC236}">
                <a16:creationId xmlns:a16="http://schemas.microsoft.com/office/drawing/2014/main" id="{7604071E-A8E1-BC72-1A97-D73EE6BDF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6007" y="1834939"/>
            <a:ext cx="3656846" cy="2056976"/>
          </a:xfrm>
          <a:prstGeom prst="rect">
            <a:avLst/>
          </a:prstGeom>
        </p:spPr>
      </p:pic>
      <p:pic>
        <p:nvPicPr>
          <p:cNvPr id="11" name="Εικόνα 10">
            <a:extLst>
              <a:ext uri="{FF2B5EF4-FFF2-40B4-BE49-F238E27FC236}">
                <a16:creationId xmlns:a16="http://schemas.microsoft.com/office/drawing/2014/main" id="{3DC5D467-F812-324F-52E9-397CEFD58C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15" y="4063630"/>
            <a:ext cx="3656846" cy="2056976"/>
          </a:xfrm>
          <a:prstGeom prst="rect">
            <a:avLst/>
          </a:prstGeom>
        </p:spPr>
      </p:pic>
      <p:pic>
        <p:nvPicPr>
          <p:cNvPr id="7" name="Εικόνα 6">
            <a:extLst>
              <a:ext uri="{FF2B5EF4-FFF2-40B4-BE49-F238E27FC236}">
                <a16:creationId xmlns:a16="http://schemas.microsoft.com/office/drawing/2014/main" id="{06FA4C73-738F-A0A0-D7B4-643B94C339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2650" y="4063630"/>
            <a:ext cx="3656846" cy="2056976"/>
          </a:xfrm>
          <a:prstGeom prst="rect">
            <a:avLst/>
          </a:prstGeom>
        </p:spPr>
      </p:pic>
      <p:pic>
        <p:nvPicPr>
          <p:cNvPr id="5" name="Θέση περιεχομένου 4">
            <a:extLst>
              <a:ext uri="{FF2B5EF4-FFF2-40B4-BE49-F238E27FC236}">
                <a16:creationId xmlns:a16="http://schemas.microsoft.com/office/drawing/2014/main" id="{2E3ECB0B-D654-847E-FBC5-288CE2F522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8032" y="4063630"/>
            <a:ext cx="3792797" cy="1232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6309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71C07D6-393C-43F6-5BAC-89FF07440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950" y="306774"/>
            <a:ext cx="10585450" cy="1615363"/>
          </a:xfrm>
        </p:spPr>
        <p:txBody>
          <a:bodyPr anchor="t">
            <a:normAutofit/>
          </a:bodyPr>
          <a:lstStyle/>
          <a:p>
            <a:r>
              <a:rPr lang="en-US" dirty="0"/>
              <a:t>Exploratory Data Analysis (EDA)</a:t>
            </a:r>
            <a:br>
              <a:rPr lang="en-US" dirty="0"/>
            </a:br>
            <a:r>
              <a:rPr lang="en-US" sz="2800" dirty="0"/>
              <a:t>Charged-Off</a:t>
            </a:r>
            <a:endParaRPr lang="en-CY" dirty="0"/>
          </a:p>
        </p:txBody>
      </p:sp>
      <p:pic>
        <p:nvPicPr>
          <p:cNvPr id="21" name="Θέση περιεχομένου 20">
            <a:extLst>
              <a:ext uri="{FF2B5EF4-FFF2-40B4-BE49-F238E27FC236}">
                <a16:creationId xmlns:a16="http://schemas.microsoft.com/office/drawing/2014/main" id="{838750B6-988C-EFE7-9732-CD703F59AB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89" r="6527" b="1"/>
          <a:stretch>
            <a:fillRect/>
          </a:stretch>
        </p:blipFill>
        <p:spPr>
          <a:xfrm>
            <a:off x="579125" y="1559560"/>
            <a:ext cx="5193025" cy="2019510"/>
          </a:xfrm>
          <a:prstGeom prst="rect">
            <a:avLst/>
          </a:prstGeom>
        </p:spPr>
      </p:pic>
      <p:pic>
        <p:nvPicPr>
          <p:cNvPr id="17" name="Εικόνα 16">
            <a:extLst>
              <a:ext uri="{FF2B5EF4-FFF2-40B4-BE49-F238E27FC236}">
                <a16:creationId xmlns:a16="http://schemas.microsoft.com/office/drawing/2014/main" id="{C3B0B15F-36C3-5463-C3D5-8148614A7D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000"/>
          <a:stretch>
            <a:fillRect/>
          </a:stretch>
        </p:blipFill>
        <p:spPr>
          <a:xfrm>
            <a:off x="6318249" y="1559560"/>
            <a:ext cx="5193025" cy="2019510"/>
          </a:xfrm>
          <a:prstGeom prst="rect">
            <a:avLst/>
          </a:prstGeom>
        </p:spPr>
      </p:pic>
      <p:pic>
        <p:nvPicPr>
          <p:cNvPr id="15" name="Εικόνα 14">
            <a:extLst>
              <a:ext uri="{FF2B5EF4-FFF2-40B4-BE49-F238E27FC236}">
                <a16:creationId xmlns:a16="http://schemas.microsoft.com/office/drawing/2014/main" id="{D2FAD99F-D9BE-72A9-521C-FE178F462FF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716" b="1"/>
          <a:stretch>
            <a:fillRect/>
          </a:stretch>
        </p:blipFill>
        <p:spPr>
          <a:xfrm>
            <a:off x="579125" y="3871736"/>
            <a:ext cx="5193026" cy="2019510"/>
          </a:xfrm>
          <a:prstGeom prst="rect">
            <a:avLst/>
          </a:prstGeom>
        </p:spPr>
      </p:pic>
      <p:pic>
        <p:nvPicPr>
          <p:cNvPr id="19" name="Εικόνα 18">
            <a:extLst>
              <a:ext uri="{FF2B5EF4-FFF2-40B4-BE49-F238E27FC236}">
                <a16:creationId xmlns:a16="http://schemas.microsoft.com/office/drawing/2014/main" id="{793A89D5-1D7B-EDDA-3C3A-4893945685F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714" r="1" b="1"/>
          <a:stretch>
            <a:fillRect/>
          </a:stretch>
        </p:blipFill>
        <p:spPr>
          <a:xfrm>
            <a:off x="6419851" y="3871736"/>
            <a:ext cx="5193026" cy="2019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623193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C5A09-35DF-9DAA-CDBA-C870FAE1A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6DCD629B-765A-30E1-15FD-51FFF8211AF3}"/>
              </a:ext>
            </a:extLst>
          </p:cNvPr>
          <p:cNvSpPr/>
          <p:nvPr/>
        </p:nvSpPr>
        <p:spPr>
          <a:xfrm>
            <a:off x="12522200" y="1422400"/>
            <a:ext cx="5740399" cy="5385555"/>
          </a:xfrm>
          <a:prstGeom prst="roundRect">
            <a:avLst>
              <a:gd name="adj" fmla="val 393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sz="14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D5A7A-B0F6-B507-3864-70548DA3EF26}"/>
              </a:ext>
            </a:extLst>
          </p:cNvPr>
          <p:cNvSpPr txBox="1"/>
          <p:nvPr/>
        </p:nvSpPr>
        <p:spPr>
          <a:xfrm>
            <a:off x="166488" y="50045"/>
            <a:ext cx="118091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Data pre-processing techniques </a:t>
            </a:r>
          </a:p>
          <a:p>
            <a:r>
              <a:rPr lang="en-US" sz="2400" dirty="0"/>
              <a:t>Encoding</a:t>
            </a:r>
            <a:endParaRPr lang="el-GR" sz="2400" dirty="0"/>
          </a:p>
        </p:txBody>
      </p:sp>
      <p:grpSp>
        <p:nvGrpSpPr>
          <p:cNvPr id="9" name="Graphic 5">
            <a:extLst>
              <a:ext uri="{FF2B5EF4-FFF2-40B4-BE49-F238E27FC236}">
                <a16:creationId xmlns:a16="http://schemas.microsoft.com/office/drawing/2014/main" id="{D7BD87DC-5B4E-7736-0F1F-3F04DF4B0C82}"/>
              </a:ext>
            </a:extLst>
          </p:cNvPr>
          <p:cNvGrpSpPr/>
          <p:nvPr/>
        </p:nvGrpSpPr>
        <p:grpSpPr>
          <a:xfrm>
            <a:off x="-3532403" y="4331229"/>
            <a:ext cx="3226831" cy="2496181"/>
            <a:chOff x="1514524" y="4311774"/>
            <a:chExt cx="3226831" cy="2496181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C143638-AFB0-64B7-E42F-A64CF33F0C60}"/>
                </a:ext>
              </a:extLst>
            </p:cNvPr>
            <p:cNvSpPr/>
            <p:nvPr/>
          </p:nvSpPr>
          <p:spPr>
            <a:xfrm>
              <a:off x="2039075" y="6795266"/>
              <a:ext cx="2169613" cy="12689"/>
            </a:xfrm>
            <a:custGeom>
              <a:avLst/>
              <a:gdLst>
                <a:gd name="csX0" fmla="*/ 316 w 2169613"/>
                <a:gd name="csY0" fmla="*/ 6527 h 12689"/>
                <a:gd name="csX1" fmla="*/ 4648 w 2169613"/>
                <a:gd name="csY1" fmla="*/ 12871 h 12689"/>
                <a:gd name="csX2" fmla="*/ 2165598 w 2169613"/>
                <a:gd name="csY2" fmla="*/ 12871 h 12689"/>
                <a:gd name="csX3" fmla="*/ 2169930 w 2169613"/>
                <a:gd name="csY3" fmla="*/ 6527 h 12689"/>
                <a:gd name="csX4" fmla="*/ 2165598 w 2169613"/>
                <a:gd name="csY4" fmla="*/ 182 h 12689"/>
                <a:gd name="csX5" fmla="*/ 4648 w 2169613"/>
                <a:gd name="csY5" fmla="*/ 182 h 12689"/>
                <a:gd name="csX6" fmla="*/ 316 w 2169613"/>
                <a:gd name="csY6" fmla="*/ 6527 h 126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169613" h="12689">
                  <a:moveTo>
                    <a:pt x="316" y="6527"/>
                  </a:moveTo>
                  <a:cubicBezTo>
                    <a:pt x="316" y="10051"/>
                    <a:pt x="2249" y="12871"/>
                    <a:pt x="4648" y="12871"/>
                  </a:cubicBezTo>
                  <a:lnTo>
                    <a:pt x="2165598" y="12871"/>
                  </a:lnTo>
                  <a:cubicBezTo>
                    <a:pt x="2168021" y="12871"/>
                    <a:pt x="2169930" y="10045"/>
                    <a:pt x="2169930" y="6527"/>
                  </a:cubicBezTo>
                  <a:cubicBezTo>
                    <a:pt x="2169930" y="3008"/>
                    <a:pt x="2167997" y="182"/>
                    <a:pt x="2165598" y="182"/>
                  </a:cubicBezTo>
                  <a:lnTo>
                    <a:pt x="4648" y="182"/>
                  </a:lnTo>
                  <a:cubicBezTo>
                    <a:pt x="2249" y="182"/>
                    <a:pt x="316" y="3008"/>
                    <a:pt x="316" y="6527"/>
                  </a:cubicBezTo>
                  <a:close/>
                </a:path>
              </a:pathLst>
            </a:custGeom>
            <a:solidFill>
              <a:srgbClr val="CCCCCC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7D32E3E-9CC0-4AFB-B52F-500B09F0B8D1}"/>
                </a:ext>
              </a:extLst>
            </p:cNvPr>
            <p:cNvSpPr/>
            <p:nvPr/>
          </p:nvSpPr>
          <p:spPr>
            <a:xfrm>
              <a:off x="2746891" y="6780673"/>
              <a:ext cx="77151" cy="13612"/>
            </a:xfrm>
            <a:custGeom>
              <a:avLst/>
              <a:gdLst>
                <a:gd name="csX0" fmla="*/ 454 w 77151"/>
                <a:gd name="csY0" fmla="*/ 667 h 13612"/>
                <a:gd name="csX1" fmla="*/ 77606 w 77151"/>
                <a:gd name="csY1" fmla="*/ 667 h 13612"/>
                <a:gd name="csX2" fmla="*/ 77606 w 77151"/>
                <a:gd name="csY2" fmla="*/ 14279 h 13612"/>
                <a:gd name="csX3" fmla="*/ 454 w 77151"/>
                <a:gd name="csY3" fmla="*/ 14279 h 13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7151" h="13612">
                  <a:moveTo>
                    <a:pt x="454" y="667"/>
                  </a:moveTo>
                  <a:lnTo>
                    <a:pt x="77606" y="667"/>
                  </a:lnTo>
                  <a:lnTo>
                    <a:pt x="77606" y="14279"/>
                  </a:lnTo>
                  <a:lnTo>
                    <a:pt x="454" y="14279"/>
                  </a:lnTo>
                  <a:close/>
                </a:path>
              </a:pathLst>
            </a:custGeom>
            <a:solidFill>
              <a:srgbClr val="B6B3C5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266FFA6-F582-AA91-9160-B9823FB01603}"/>
                </a:ext>
              </a:extLst>
            </p:cNvPr>
            <p:cNvSpPr/>
            <p:nvPr/>
          </p:nvSpPr>
          <p:spPr>
            <a:xfrm>
              <a:off x="3429916" y="6782946"/>
              <a:ext cx="77151" cy="13612"/>
            </a:xfrm>
            <a:custGeom>
              <a:avLst/>
              <a:gdLst>
                <a:gd name="csX0" fmla="*/ 573 w 77151"/>
                <a:gd name="csY0" fmla="*/ 667 h 13612"/>
                <a:gd name="csX1" fmla="*/ 77724 w 77151"/>
                <a:gd name="csY1" fmla="*/ 667 h 13612"/>
                <a:gd name="csX2" fmla="*/ 77724 w 77151"/>
                <a:gd name="csY2" fmla="*/ 14279 h 13612"/>
                <a:gd name="csX3" fmla="*/ 573 w 77151"/>
                <a:gd name="csY3" fmla="*/ 14279 h 13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7151" h="13612">
                  <a:moveTo>
                    <a:pt x="573" y="667"/>
                  </a:moveTo>
                  <a:lnTo>
                    <a:pt x="77724" y="667"/>
                  </a:lnTo>
                  <a:lnTo>
                    <a:pt x="77724" y="14279"/>
                  </a:lnTo>
                  <a:lnTo>
                    <a:pt x="573" y="14279"/>
                  </a:lnTo>
                  <a:close/>
                </a:path>
              </a:pathLst>
            </a:custGeom>
            <a:solidFill>
              <a:srgbClr val="B6B3C5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10BE55D-8ED6-8ED4-8FD6-2DA1CB020CA6}"/>
                </a:ext>
              </a:extLst>
            </p:cNvPr>
            <p:cNvSpPr/>
            <p:nvPr/>
          </p:nvSpPr>
          <p:spPr>
            <a:xfrm>
              <a:off x="2737622" y="6174788"/>
              <a:ext cx="780623" cy="608146"/>
            </a:xfrm>
            <a:custGeom>
              <a:avLst/>
              <a:gdLst>
                <a:gd name="csX0" fmla="*/ 500215 w 780623"/>
                <a:gd name="csY0" fmla="*/ 191 h 608146"/>
                <a:gd name="csX1" fmla="*/ 372418 w 780623"/>
                <a:gd name="csY1" fmla="*/ 91765 h 608146"/>
                <a:gd name="csX2" fmla="*/ 280844 w 780623"/>
                <a:gd name="csY2" fmla="*/ 191 h 608146"/>
                <a:gd name="csX3" fmla="*/ 223 w 780623"/>
                <a:gd name="csY3" fmla="*/ 191 h 608146"/>
                <a:gd name="csX4" fmla="*/ 223 w 780623"/>
                <a:gd name="csY4" fmla="*/ 608337 h 608146"/>
                <a:gd name="csX5" fmla="*/ 780847 w 780623"/>
                <a:gd name="csY5" fmla="*/ 608337 h 608146"/>
                <a:gd name="csX6" fmla="*/ 780847 w 780623"/>
                <a:gd name="csY6" fmla="*/ 191 h 608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80623" h="608146">
                  <a:moveTo>
                    <a:pt x="500215" y="191"/>
                  </a:moveTo>
                  <a:cubicBezTo>
                    <a:pt x="490213" y="60768"/>
                    <a:pt x="432996" y="101768"/>
                    <a:pt x="372418" y="91765"/>
                  </a:cubicBezTo>
                  <a:cubicBezTo>
                    <a:pt x="325430" y="84006"/>
                    <a:pt x="288603" y="47179"/>
                    <a:pt x="280844" y="191"/>
                  </a:cubicBezTo>
                  <a:lnTo>
                    <a:pt x="223" y="191"/>
                  </a:lnTo>
                  <a:lnTo>
                    <a:pt x="223" y="608337"/>
                  </a:lnTo>
                  <a:lnTo>
                    <a:pt x="780847" y="608337"/>
                  </a:lnTo>
                  <a:lnTo>
                    <a:pt x="780847" y="191"/>
                  </a:lnTo>
                  <a:close/>
                </a:path>
              </a:pathLst>
            </a:custGeom>
            <a:solidFill>
              <a:srgbClr val="D6D6E3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19916D5-2582-53D3-1A29-B6BB45FC9703}"/>
                </a:ext>
              </a:extLst>
            </p:cNvPr>
            <p:cNvSpPr/>
            <p:nvPr/>
          </p:nvSpPr>
          <p:spPr>
            <a:xfrm>
              <a:off x="2739894" y="6734755"/>
              <a:ext cx="780606" cy="21168"/>
            </a:xfrm>
            <a:custGeom>
              <a:avLst/>
              <a:gdLst>
                <a:gd name="csX0" fmla="*/ 453 w 780606"/>
                <a:gd name="csY0" fmla="*/ 659 h 21168"/>
                <a:gd name="csX1" fmla="*/ 781060 w 780606"/>
                <a:gd name="csY1" fmla="*/ 659 h 21168"/>
                <a:gd name="csX2" fmla="*/ 781060 w 780606"/>
                <a:gd name="csY2" fmla="*/ 21827 h 21168"/>
                <a:gd name="csX3" fmla="*/ 453 w 780606"/>
                <a:gd name="csY3" fmla="*/ 21827 h 211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80606" h="21168">
                  <a:moveTo>
                    <a:pt x="453" y="659"/>
                  </a:moveTo>
                  <a:lnTo>
                    <a:pt x="781060" y="659"/>
                  </a:lnTo>
                  <a:lnTo>
                    <a:pt x="781060" y="21827"/>
                  </a:lnTo>
                  <a:lnTo>
                    <a:pt x="453" y="21827"/>
                  </a:lnTo>
                  <a:close/>
                </a:path>
              </a:pathLst>
            </a:custGeom>
            <a:solidFill>
              <a:srgbClr val="090814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5D07645-63D6-7C2F-45D2-23A5854295DD}"/>
                </a:ext>
              </a:extLst>
            </p:cNvPr>
            <p:cNvSpPr/>
            <p:nvPr/>
          </p:nvSpPr>
          <p:spPr>
            <a:xfrm>
              <a:off x="1514524" y="4311774"/>
              <a:ext cx="3226831" cy="1878910"/>
            </a:xfrm>
            <a:custGeom>
              <a:avLst/>
              <a:gdLst>
                <a:gd name="csX0" fmla="*/ 3183554 w 3226831"/>
                <a:gd name="csY0" fmla="*/ 1879121 h 1878910"/>
                <a:gd name="csX1" fmla="*/ 43759 w 3226831"/>
                <a:gd name="csY1" fmla="*/ 1879121 h 1878910"/>
                <a:gd name="csX2" fmla="*/ 241 w 3226831"/>
                <a:gd name="csY2" fmla="*/ 1835608 h 1878910"/>
                <a:gd name="csX3" fmla="*/ 241 w 3226831"/>
                <a:gd name="csY3" fmla="*/ 43741 h 1878910"/>
                <a:gd name="csX4" fmla="*/ 43759 w 3226831"/>
                <a:gd name="csY4" fmla="*/ 217 h 1878910"/>
                <a:gd name="csX5" fmla="*/ 3183554 w 3226831"/>
                <a:gd name="csY5" fmla="*/ 217 h 1878910"/>
                <a:gd name="csX6" fmla="*/ 3227073 w 3226831"/>
                <a:gd name="csY6" fmla="*/ 43736 h 1878910"/>
                <a:gd name="csX7" fmla="*/ 3227073 w 3226831"/>
                <a:gd name="csY7" fmla="*/ 1835608 h 1878910"/>
                <a:gd name="csX8" fmla="*/ 3183554 w 3226831"/>
                <a:gd name="csY8" fmla="*/ 1879127 h 18789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226831" h="1878910">
                  <a:moveTo>
                    <a:pt x="3183554" y="1879121"/>
                  </a:moveTo>
                  <a:lnTo>
                    <a:pt x="43759" y="1879121"/>
                  </a:lnTo>
                  <a:cubicBezTo>
                    <a:pt x="19737" y="1879096"/>
                    <a:pt x="269" y="1859630"/>
                    <a:pt x="241" y="1835608"/>
                  </a:cubicBezTo>
                  <a:lnTo>
                    <a:pt x="241" y="43741"/>
                  </a:lnTo>
                  <a:cubicBezTo>
                    <a:pt x="263" y="19715"/>
                    <a:pt x="19733" y="242"/>
                    <a:pt x="43759" y="217"/>
                  </a:cubicBezTo>
                  <a:lnTo>
                    <a:pt x="3183554" y="217"/>
                  </a:lnTo>
                  <a:cubicBezTo>
                    <a:pt x="3207577" y="245"/>
                    <a:pt x="3227044" y="19713"/>
                    <a:pt x="3227073" y="43736"/>
                  </a:cubicBezTo>
                  <a:lnTo>
                    <a:pt x="3227073" y="1835608"/>
                  </a:lnTo>
                  <a:cubicBezTo>
                    <a:pt x="3227044" y="1859631"/>
                    <a:pt x="3207577" y="1879099"/>
                    <a:pt x="3183554" y="1879127"/>
                  </a:cubicBezTo>
                  <a:close/>
                </a:path>
              </a:pathLst>
            </a:custGeom>
            <a:solidFill>
              <a:srgbClr val="090814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AB37659-5FD4-4FF5-C147-2FF467B7DB9E}"/>
                </a:ext>
              </a:extLst>
            </p:cNvPr>
            <p:cNvSpPr/>
            <p:nvPr/>
          </p:nvSpPr>
          <p:spPr>
            <a:xfrm>
              <a:off x="1579557" y="4380303"/>
              <a:ext cx="3072505" cy="1733674"/>
            </a:xfrm>
            <a:custGeom>
              <a:avLst/>
              <a:gdLst>
                <a:gd name="csX0" fmla="*/ 252 w 3072505"/>
                <a:gd name="csY0" fmla="*/ 251 h 1733674"/>
                <a:gd name="csX1" fmla="*/ 3072758 w 3072505"/>
                <a:gd name="csY1" fmla="*/ 251 h 1733674"/>
                <a:gd name="csX2" fmla="*/ 3072758 w 3072505"/>
                <a:gd name="csY2" fmla="*/ 1733925 h 1733674"/>
                <a:gd name="csX3" fmla="*/ 252 w 3072505"/>
                <a:gd name="csY3" fmla="*/ 1733925 h 17336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072505" h="1733674">
                  <a:moveTo>
                    <a:pt x="252" y="251"/>
                  </a:moveTo>
                  <a:lnTo>
                    <a:pt x="3072758" y="251"/>
                  </a:lnTo>
                  <a:lnTo>
                    <a:pt x="3072758" y="1733925"/>
                  </a:lnTo>
                  <a:lnTo>
                    <a:pt x="252" y="1733925"/>
                  </a:ln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2E8D294-6E5D-D8AF-513B-DA99F38AA384}"/>
                </a:ext>
              </a:extLst>
            </p:cNvPr>
            <p:cNvSpPr/>
            <p:nvPr/>
          </p:nvSpPr>
          <p:spPr>
            <a:xfrm>
              <a:off x="1640080" y="4414645"/>
              <a:ext cx="2975725" cy="1669171"/>
            </a:xfrm>
            <a:custGeom>
              <a:avLst/>
              <a:gdLst>
                <a:gd name="csX0" fmla="*/ 24488 w 2975725"/>
                <a:gd name="csY0" fmla="*/ 257 h 1669171"/>
                <a:gd name="csX1" fmla="*/ 2951763 w 2975725"/>
                <a:gd name="csY1" fmla="*/ 257 h 1669171"/>
                <a:gd name="csX2" fmla="*/ 2975988 w 2975725"/>
                <a:gd name="csY2" fmla="*/ 24482 h 1669171"/>
                <a:gd name="csX3" fmla="*/ 2975988 w 2975725"/>
                <a:gd name="csY3" fmla="*/ 1645203 h 1669171"/>
                <a:gd name="csX4" fmla="*/ 2951763 w 2975725"/>
                <a:gd name="csY4" fmla="*/ 1669428 h 1669171"/>
                <a:gd name="csX5" fmla="*/ 24488 w 2975725"/>
                <a:gd name="csY5" fmla="*/ 1669428 h 1669171"/>
                <a:gd name="csX6" fmla="*/ 262 w 2975725"/>
                <a:gd name="csY6" fmla="*/ 1645203 h 1669171"/>
                <a:gd name="csX7" fmla="*/ 262 w 2975725"/>
                <a:gd name="csY7" fmla="*/ 24482 h 1669171"/>
                <a:gd name="csX8" fmla="*/ 24488 w 2975725"/>
                <a:gd name="csY8" fmla="*/ 257 h 16691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975725" h="1669171">
                  <a:moveTo>
                    <a:pt x="24488" y="257"/>
                  </a:moveTo>
                  <a:lnTo>
                    <a:pt x="2951763" y="257"/>
                  </a:lnTo>
                  <a:cubicBezTo>
                    <a:pt x="2965142" y="257"/>
                    <a:pt x="2975988" y="11103"/>
                    <a:pt x="2975988" y="24482"/>
                  </a:cubicBezTo>
                  <a:lnTo>
                    <a:pt x="2975988" y="1645203"/>
                  </a:lnTo>
                  <a:cubicBezTo>
                    <a:pt x="2975988" y="1658582"/>
                    <a:pt x="2965142" y="1669428"/>
                    <a:pt x="2951763" y="1669428"/>
                  </a:cubicBezTo>
                  <a:lnTo>
                    <a:pt x="24488" y="1669428"/>
                  </a:lnTo>
                  <a:cubicBezTo>
                    <a:pt x="11108" y="1669428"/>
                    <a:pt x="262" y="1658582"/>
                    <a:pt x="262" y="1645203"/>
                  </a:cubicBezTo>
                  <a:lnTo>
                    <a:pt x="262" y="24482"/>
                  </a:lnTo>
                  <a:cubicBezTo>
                    <a:pt x="262" y="11103"/>
                    <a:pt x="11108" y="257"/>
                    <a:pt x="24488" y="257"/>
                  </a:cubicBezTo>
                  <a:close/>
                </a:path>
              </a:pathLst>
            </a:custGeom>
            <a:solidFill>
              <a:srgbClr val="FFFF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A16DBC3-BF90-74DC-64A2-505648856F50}"/>
                </a:ext>
              </a:extLst>
            </p:cNvPr>
            <p:cNvSpPr/>
            <p:nvPr/>
          </p:nvSpPr>
          <p:spPr>
            <a:xfrm>
              <a:off x="1881571" y="4755466"/>
              <a:ext cx="726030" cy="484020"/>
            </a:xfrm>
            <a:custGeom>
              <a:avLst/>
              <a:gdLst>
                <a:gd name="csX0" fmla="*/ 32570 w 726030"/>
                <a:gd name="csY0" fmla="*/ 316 h 484020"/>
                <a:gd name="csX1" fmla="*/ 694069 w 726030"/>
                <a:gd name="csY1" fmla="*/ 316 h 484020"/>
                <a:gd name="csX2" fmla="*/ 726335 w 726030"/>
                <a:gd name="csY2" fmla="*/ 32581 h 484020"/>
                <a:gd name="csX3" fmla="*/ 726335 w 726030"/>
                <a:gd name="csY3" fmla="*/ 452070 h 484020"/>
                <a:gd name="csX4" fmla="*/ 694069 w 726030"/>
                <a:gd name="csY4" fmla="*/ 484336 h 484020"/>
                <a:gd name="csX5" fmla="*/ 32570 w 726030"/>
                <a:gd name="csY5" fmla="*/ 484336 h 484020"/>
                <a:gd name="csX6" fmla="*/ 304 w 726030"/>
                <a:gd name="csY6" fmla="*/ 452070 h 484020"/>
                <a:gd name="csX7" fmla="*/ 304 w 726030"/>
                <a:gd name="csY7" fmla="*/ 32581 h 484020"/>
                <a:gd name="csX8" fmla="*/ 32570 w 726030"/>
                <a:gd name="csY8" fmla="*/ 316 h 4840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30" h="484020">
                  <a:moveTo>
                    <a:pt x="32570" y="316"/>
                  </a:moveTo>
                  <a:lnTo>
                    <a:pt x="694069" y="316"/>
                  </a:lnTo>
                  <a:cubicBezTo>
                    <a:pt x="711889" y="316"/>
                    <a:pt x="726335" y="14761"/>
                    <a:pt x="726335" y="32581"/>
                  </a:cubicBezTo>
                  <a:lnTo>
                    <a:pt x="726335" y="452070"/>
                  </a:lnTo>
                  <a:cubicBezTo>
                    <a:pt x="726335" y="469890"/>
                    <a:pt x="711889" y="484336"/>
                    <a:pt x="694069" y="484336"/>
                  </a:cubicBezTo>
                  <a:lnTo>
                    <a:pt x="32570" y="484336"/>
                  </a:lnTo>
                  <a:cubicBezTo>
                    <a:pt x="14750" y="484336"/>
                    <a:pt x="304" y="469890"/>
                    <a:pt x="304" y="452070"/>
                  </a:cubicBezTo>
                  <a:lnTo>
                    <a:pt x="304" y="32581"/>
                  </a:lnTo>
                  <a:cubicBezTo>
                    <a:pt x="304" y="14761"/>
                    <a:pt x="14750" y="316"/>
                    <a:pt x="32570" y="316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1E77CFB-DBC6-5BF3-C0DC-73D0431FA6E2}"/>
                </a:ext>
              </a:extLst>
            </p:cNvPr>
            <p:cNvSpPr/>
            <p:nvPr/>
          </p:nvSpPr>
          <p:spPr>
            <a:xfrm>
              <a:off x="2764910" y="4755466"/>
              <a:ext cx="726030" cy="484020"/>
            </a:xfrm>
            <a:custGeom>
              <a:avLst/>
              <a:gdLst>
                <a:gd name="csX0" fmla="*/ 32723 w 726030"/>
                <a:gd name="csY0" fmla="*/ 316 h 484020"/>
                <a:gd name="csX1" fmla="*/ 694222 w 726030"/>
                <a:gd name="csY1" fmla="*/ 316 h 484020"/>
                <a:gd name="csX2" fmla="*/ 726488 w 726030"/>
                <a:gd name="csY2" fmla="*/ 32581 h 484020"/>
                <a:gd name="csX3" fmla="*/ 726488 w 726030"/>
                <a:gd name="csY3" fmla="*/ 452070 h 484020"/>
                <a:gd name="csX4" fmla="*/ 694222 w 726030"/>
                <a:gd name="csY4" fmla="*/ 484336 h 484020"/>
                <a:gd name="csX5" fmla="*/ 32723 w 726030"/>
                <a:gd name="csY5" fmla="*/ 484336 h 484020"/>
                <a:gd name="csX6" fmla="*/ 457 w 726030"/>
                <a:gd name="csY6" fmla="*/ 452070 h 484020"/>
                <a:gd name="csX7" fmla="*/ 457 w 726030"/>
                <a:gd name="csY7" fmla="*/ 32581 h 484020"/>
                <a:gd name="csX8" fmla="*/ 32723 w 726030"/>
                <a:gd name="csY8" fmla="*/ 316 h 4840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30" h="484020">
                  <a:moveTo>
                    <a:pt x="32723" y="316"/>
                  </a:moveTo>
                  <a:lnTo>
                    <a:pt x="694222" y="316"/>
                  </a:lnTo>
                  <a:cubicBezTo>
                    <a:pt x="712042" y="316"/>
                    <a:pt x="726488" y="14761"/>
                    <a:pt x="726488" y="32581"/>
                  </a:cubicBezTo>
                  <a:lnTo>
                    <a:pt x="726488" y="452070"/>
                  </a:lnTo>
                  <a:cubicBezTo>
                    <a:pt x="726488" y="469890"/>
                    <a:pt x="712042" y="484336"/>
                    <a:pt x="694222" y="484336"/>
                  </a:cubicBezTo>
                  <a:lnTo>
                    <a:pt x="32723" y="484336"/>
                  </a:lnTo>
                  <a:cubicBezTo>
                    <a:pt x="14903" y="484336"/>
                    <a:pt x="457" y="469890"/>
                    <a:pt x="457" y="452070"/>
                  </a:cubicBezTo>
                  <a:lnTo>
                    <a:pt x="457" y="32581"/>
                  </a:lnTo>
                  <a:cubicBezTo>
                    <a:pt x="457" y="14761"/>
                    <a:pt x="14903" y="316"/>
                    <a:pt x="32723" y="316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5762ED-40E2-8F70-903C-0D0E6556252B}"/>
                </a:ext>
              </a:extLst>
            </p:cNvPr>
            <p:cNvSpPr/>
            <p:nvPr/>
          </p:nvSpPr>
          <p:spPr>
            <a:xfrm>
              <a:off x="1881571" y="5396794"/>
              <a:ext cx="726065" cy="80704"/>
            </a:xfrm>
            <a:custGeom>
              <a:avLst/>
              <a:gdLst>
                <a:gd name="csX0" fmla="*/ 16454 w 726065"/>
                <a:gd name="csY0" fmla="*/ 427 h 80704"/>
                <a:gd name="csX1" fmla="*/ 710219 w 726065"/>
                <a:gd name="csY1" fmla="*/ 427 h 80704"/>
                <a:gd name="csX2" fmla="*/ 726370 w 726065"/>
                <a:gd name="csY2" fmla="*/ 16577 h 80704"/>
                <a:gd name="csX3" fmla="*/ 726370 w 726065"/>
                <a:gd name="csY3" fmla="*/ 64981 h 80704"/>
                <a:gd name="csX4" fmla="*/ 710219 w 726065"/>
                <a:gd name="csY4" fmla="*/ 81131 h 80704"/>
                <a:gd name="csX5" fmla="*/ 16454 w 726065"/>
                <a:gd name="csY5" fmla="*/ 81131 h 80704"/>
                <a:gd name="csX6" fmla="*/ 304 w 726065"/>
                <a:gd name="csY6" fmla="*/ 64981 h 80704"/>
                <a:gd name="csX7" fmla="*/ 304 w 726065"/>
                <a:gd name="csY7" fmla="*/ 16577 h 80704"/>
                <a:gd name="csX8" fmla="*/ 16454 w 726065"/>
                <a:gd name="csY8" fmla="*/ 42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454" y="427"/>
                  </a:moveTo>
                  <a:lnTo>
                    <a:pt x="710219" y="427"/>
                  </a:lnTo>
                  <a:cubicBezTo>
                    <a:pt x="719139" y="427"/>
                    <a:pt x="726370" y="7657"/>
                    <a:pt x="726370" y="16577"/>
                  </a:cubicBezTo>
                  <a:lnTo>
                    <a:pt x="726370" y="64981"/>
                  </a:lnTo>
                  <a:cubicBezTo>
                    <a:pt x="726370" y="73901"/>
                    <a:pt x="719139" y="81131"/>
                    <a:pt x="710219" y="81131"/>
                  </a:cubicBezTo>
                  <a:lnTo>
                    <a:pt x="16454" y="81131"/>
                  </a:lnTo>
                  <a:cubicBezTo>
                    <a:pt x="7535" y="81131"/>
                    <a:pt x="304" y="73901"/>
                    <a:pt x="304" y="64981"/>
                  </a:cubicBezTo>
                  <a:lnTo>
                    <a:pt x="304" y="16577"/>
                  </a:lnTo>
                  <a:cubicBezTo>
                    <a:pt x="304" y="7657"/>
                    <a:pt x="7535" y="427"/>
                    <a:pt x="16454" y="427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2537F2A-ABB7-005C-7888-CC64EFF4D17F}"/>
                </a:ext>
              </a:extLst>
            </p:cNvPr>
            <p:cNvSpPr/>
            <p:nvPr/>
          </p:nvSpPr>
          <p:spPr>
            <a:xfrm>
              <a:off x="1881571" y="5542002"/>
              <a:ext cx="726065" cy="80704"/>
            </a:xfrm>
            <a:custGeom>
              <a:avLst/>
              <a:gdLst>
                <a:gd name="csX0" fmla="*/ 16454 w 726065"/>
                <a:gd name="csY0" fmla="*/ 452 h 80704"/>
                <a:gd name="csX1" fmla="*/ 710219 w 726065"/>
                <a:gd name="csY1" fmla="*/ 452 h 80704"/>
                <a:gd name="csX2" fmla="*/ 726370 w 726065"/>
                <a:gd name="csY2" fmla="*/ 16602 h 80704"/>
                <a:gd name="csX3" fmla="*/ 726370 w 726065"/>
                <a:gd name="csY3" fmla="*/ 65006 h 80704"/>
                <a:gd name="csX4" fmla="*/ 710219 w 726065"/>
                <a:gd name="csY4" fmla="*/ 81157 h 80704"/>
                <a:gd name="csX5" fmla="*/ 16454 w 726065"/>
                <a:gd name="csY5" fmla="*/ 81157 h 80704"/>
                <a:gd name="csX6" fmla="*/ 304 w 726065"/>
                <a:gd name="csY6" fmla="*/ 65006 h 80704"/>
                <a:gd name="csX7" fmla="*/ 304 w 726065"/>
                <a:gd name="csY7" fmla="*/ 16602 h 80704"/>
                <a:gd name="csX8" fmla="*/ 16454 w 726065"/>
                <a:gd name="csY8" fmla="*/ 452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454" y="452"/>
                  </a:moveTo>
                  <a:lnTo>
                    <a:pt x="710219" y="452"/>
                  </a:lnTo>
                  <a:cubicBezTo>
                    <a:pt x="719139" y="452"/>
                    <a:pt x="726370" y="7683"/>
                    <a:pt x="726370" y="16602"/>
                  </a:cubicBezTo>
                  <a:lnTo>
                    <a:pt x="726370" y="65006"/>
                  </a:lnTo>
                  <a:cubicBezTo>
                    <a:pt x="726370" y="73926"/>
                    <a:pt x="719139" y="81157"/>
                    <a:pt x="710219" y="81157"/>
                  </a:cubicBezTo>
                  <a:lnTo>
                    <a:pt x="16454" y="81157"/>
                  </a:lnTo>
                  <a:cubicBezTo>
                    <a:pt x="7535" y="81157"/>
                    <a:pt x="304" y="73926"/>
                    <a:pt x="304" y="65006"/>
                  </a:cubicBezTo>
                  <a:lnTo>
                    <a:pt x="304" y="16602"/>
                  </a:lnTo>
                  <a:cubicBezTo>
                    <a:pt x="304" y="7683"/>
                    <a:pt x="7535" y="452"/>
                    <a:pt x="16454" y="452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7941D86-8264-F8E7-5389-F6CB5B84D204}"/>
                </a:ext>
              </a:extLst>
            </p:cNvPr>
            <p:cNvSpPr/>
            <p:nvPr/>
          </p:nvSpPr>
          <p:spPr>
            <a:xfrm>
              <a:off x="1881571" y="5687209"/>
              <a:ext cx="281716" cy="80704"/>
            </a:xfrm>
            <a:custGeom>
              <a:avLst/>
              <a:gdLst>
                <a:gd name="csX0" fmla="*/ 16454 w 281716"/>
                <a:gd name="csY0" fmla="*/ 477 h 80704"/>
                <a:gd name="csX1" fmla="*/ 265871 w 281716"/>
                <a:gd name="csY1" fmla="*/ 477 h 80704"/>
                <a:gd name="csX2" fmla="*/ 282021 w 281716"/>
                <a:gd name="csY2" fmla="*/ 16627 h 80704"/>
                <a:gd name="csX3" fmla="*/ 282021 w 281716"/>
                <a:gd name="csY3" fmla="*/ 65032 h 80704"/>
                <a:gd name="csX4" fmla="*/ 265871 w 281716"/>
                <a:gd name="csY4" fmla="*/ 81182 h 80704"/>
                <a:gd name="csX5" fmla="*/ 16454 w 281716"/>
                <a:gd name="csY5" fmla="*/ 81182 h 80704"/>
                <a:gd name="csX6" fmla="*/ 304 w 281716"/>
                <a:gd name="csY6" fmla="*/ 65032 h 80704"/>
                <a:gd name="csX7" fmla="*/ 304 w 281716"/>
                <a:gd name="csY7" fmla="*/ 16627 h 80704"/>
                <a:gd name="csX8" fmla="*/ 16454 w 281716"/>
                <a:gd name="csY8" fmla="*/ 47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1716" h="80704">
                  <a:moveTo>
                    <a:pt x="16454" y="477"/>
                  </a:moveTo>
                  <a:lnTo>
                    <a:pt x="265871" y="477"/>
                  </a:lnTo>
                  <a:cubicBezTo>
                    <a:pt x="274790" y="477"/>
                    <a:pt x="282021" y="7708"/>
                    <a:pt x="282021" y="16627"/>
                  </a:cubicBezTo>
                  <a:lnTo>
                    <a:pt x="282021" y="65032"/>
                  </a:lnTo>
                  <a:cubicBezTo>
                    <a:pt x="282021" y="73951"/>
                    <a:pt x="274790" y="81182"/>
                    <a:pt x="265871" y="81182"/>
                  </a:cubicBezTo>
                  <a:lnTo>
                    <a:pt x="16454" y="81182"/>
                  </a:lnTo>
                  <a:cubicBezTo>
                    <a:pt x="7535" y="81182"/>
                    <a:pt x="304" y="73951"/>
                    <a:pt x="304" y="65032"/>
                  </a:cubicBezTo>
                  <a:lnTo>
                    <a:pt x="304" y="16627"/>
                  </a:lnTo>
                  <a:cubicBezTo>
                    <a:pt x="304" y="7708"/>
                    <a:pt x="7535" y="477"/>
                    <a:pt x="16454" y="477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6D9B46C-9CD1-B13D-8E39-070D51A52868}"/>
                </a:ext>
              </a:extLst>
            </p:cNvPr>
            <p:cNvSpPr/>
            <p:nvPr/>
          </p:nvSpPr>
          <p:spPr>
            <a:xfrm>
              <a:off x="2764910" y="5396794"/>
              <a:ext cx="726065" cy="80704"/>
            </a:xfrm>
            <a:custGeom>
              <a:avLst/>
              <a:gdLst>
                <a:gd name="csX0" fmla="*/ 16608 w 726065"/>
                <a:gd name="csY0" fmla="*/ 427 h 80704"/>
                <a:gd name="csX1" fmla="*/ 710373 w 726065"/>
                <a:gd name="csY1" fmla="*/ 427 h 80704"/>
                <a:gd name="csX2" fmla="*/ 726523 w 726065"/>
                <a:gd name="csY2" fmla="*/ 16577 h 80704"/>
                <a:gd name="csX3" fmla="*/ 726523 w 726065"/>
                <a:gd name="csY3" fmla="*/ 64981 h 80704"/>
                <a:gd name="csX4" fmla="*/ 710372 w 726065"/>
                <a:gd name="csY4" fmla="*/ 81131 h 80704"/>
                <a:gd name="csX5" fmla="*/ 16608 w 726065"/>
                <a:gd name="csY5" fmla="*/ 81131 h 80704"/>
                <a:gd name="csX6" fmla="*/ 457 w 726065"/>
                <a:gd name="csY6" fmla="*/ 64981 h 80704"/>
                <a:gd name="csX7" fmla="*/ 457 w 726065"/>
                <a:gd name="csY7" fmla="*/ 16577 h 80704"/>
                <a:gd name="csX8" fmla="*/ 16608 w 726065"/>
                <a:gd name="csY8" fmla="*/ 42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608" y="427"/>
                  </a:moveTo>
                  <a:lnTo>
                    <a:pt x="710373" y="427"/>
                  </a:lnTo>
                  <a:cubicBezTo>
                    <a:pt x="719292" y="427"/>
                    <a:pt x="726523" y="7657"/>
                    <a:pt x="726523" y="16577"/>
                  </a:cubicBezTo>
                  <a:lnTo>
                    <a:pt x="726523" y="64981"/>
                  </a:lnTo>
                  <a:cubicBezTo>
                    <a:pt x="726523" y="73901"/>
                    <a:pt x="719292" y="81131"/>
                    <a:pt x="710372" y="81131"/>
                  </a:cubicBezTo>
                  <a:lnTo>
                    <a:pt x="16608" y="81131"/>
                  </a:lnTo>
                  <a:cubicBezTo>
                    <a:pt x="7688" y="81131"/>
                    <a:pt x="457" y="73901"/>
                    <a:pt x="457" y="64981"/>
                  </a:cubicBezTo>
                  <a:lnTo>
                    <a:pt x="457" y="16577"/>
                  </a:lnTo>
                  <a:cubicBezTo>
                    <a:pt x="457" y="7657"/>
                    <a:pt x="7688" y="427"/>
                    <a:pt x="16608" y="427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AB34DA3-B442-3D9F-4F15-22F6BFC2644D}"/>
                </a:ext>
              </a:extLst>
            </p:cNvPr>
            <p:cNvSpPr/>
            <p:nvPr/>
          </p:nvSpPr>
          <p:spPr>
            <a:xfrm>
              <a:off x="2764910" y="5542002"/>
              <a:ext cx="726065" cy="80704"/>
            </a:xfrm>
            <a:custGeom>
              <a:avLst/>
              <a:gdLst>
                <a:gd name="csX0" fmla="*/ 16608 w 726065"/>
                <a:gd name="csY0" fmla="*/ 452 h 80704"/>
                <a:gd name="csX1" fmla="*/ 710373 w 726065"/>
                <a:gd name="csY1" fmla="*/ 452 h 80704"/>
                <a:gd name="csX2" fmla="*/ 726523 w 726065"/>
                <a:gd name="csY2" fmla="*/ 16602 h 80704"/>
                <a:gd name="csX3" fmla="*/ 726523 w 726065"/>
                <a:gd name="csY3" fmla="*/ 65006 h 80704"/>
                <a:gd name="csX4" fmla="*/ 710372 w 726065"/>
                <a:gd name="csY4" fmla="*/ 81157 h 80704"/>
                <a:gd name="csX5" fmla="*/ 16608 w 726065"/>
                <a:gd name="csY5" fmla="*/ 81157 h 80704"/>
                <a:gd name="csX6" fmla="*/ 457 w 726065"/>
                <a:gd name="csY6" fmla="*/ 65006 h 80704"/>
                <a:gd name="csX7" fmla="*/ 457 w 726065"/>
                <a:gd name="csY7" fmla="*/ 16602 h 80704"/>
                <a:gd name="csX8" fmla="*/ 16608 w 726065"/>
                <a:gd name="csY8" fmla="*/ 452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608" y="452"/>
                  </a:moveTo>
                  <a:lnTo>
                    <a:pt x="710373" y="452"/>
                  </a:lnTo>
                  <a:cubicBezTo>
                    <a:pt x="719292" y="452"/>
                    <a:pt x="726523" y="7683"/>
                    <a:pt x="726523" y="16602"/>
                  </a:cubicBezTo>
                  <a:lnTo>
                    <a:pt x="726523" y="65006"/>
                  </a:lnTo>
                  <a:cubicBezTo>
                    <a:pt x="726523" y="73926"/>
                    <a:pt x="719292" y="81157"/>
                    <a:pt x="710372" y="81157"/>
                  </a:cubicBezTo>
                  <a:lnTo>
                    <a:pt x="16608" y="81157"/>
                  </a:lnTo>
                  <a:cubicBezTo>
                    <a:pt x="7688" y="81157"/>
                    <a:pt x="457" y="73926"/>
                    <a:pt x="457" y="65006"/>
                  </a:cubicBezTo>
                  <a:lnTo>
                    <a:pt x="457" y="16602"/>
                  </a:lnTo>
                  <a:cubicBezTo>
                    <a:pt x="457" y="7683"/>
                    <a:pt x="7688" y="452"/>
                    <a:pt x="16608" y="452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BBBEC76-0EFD-A699-6A7B-53911B1F1F51}"/>
                </a:ext>
              </a:extLst>
            </p:cNvPr>
            <p:cNvSpPr/>
            <p:nvPr/>
          </p:nvSpPr>
          <p:spPr>
            <a:xfrm>
              <a:off x="2764910" y="5687209"/>
              <a:ext cx="281716" cy="80704"/>
            </a:xfrm>
            <a:custGeom>
              <a:avLst/>
              <a:gdLst>
                <a:gd name="csX0" fmla="*/ 16608 w 281716"/>
                <a:gd name="csY0" fmla="*/ 477 h 80704"/>
                <a:gd name="csX1" fmla="*/ 266024 w 281716"/>
                <a:gd name="csY1" fmla="*/ 477 h 80704"/>
                <a:gd name="csX2" fmla="*/ 282174 w 281716"/>
                <a:gd name="csY2" fmla="*/ 16627 h 80704"/>
                <a:gd name="csX3" fmla="*/ 282174 w 281716"/>
                <a:gd name="csY3" fmla="*/ 65032 h 80704"/>
                <a:gd name="csX4" fmla="*/ 266024 w 281716"/>
                <a:gd name="csY4" fmla="*/ 81182 h 80704"/>
                <a:gd name="csX5" fmla="*/ 16608 w 281716"/>
                <a:gd name="csY5" fmla="*/ 81182 h 80704"/>
                <a:gd name="csX6" fmla="*/ 457 w 281716"/>
                <a:gd name="csY6" fmla="*/ 65032 h 80704"/>
                <a:gd name="csX7" fmla="*/ 457 w 281716"/>
                <a:gd name="csY7" fmla="*/ 16627 h 80704"/>
                <a:gd name="csX8" fmla="*/ 16608 w 281716"/>
                <a:gd name="csY8" fmla="*/ 47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1716" h="80704">
                  <a:moveTo>
                    <a:pt x="16608" y="477"/>
                  </a:moveTo>
                  <a:lnTo>
                    <a:pt x="266024" y="477"/>
                  </a:lnTo>
                  <a:cubicBezTo>
                    <a:pt x="274943" y="477"/>
                    <a:pt x="282174" y="7708"/>
                    <a:pt x="282174" y="16627"/>
                  </a:cubicBezTo>
                  <a:lnTo>
                    <a:pt x="282174" y="65032"/>
                  </a:lnTo>
                  <a:cubicBezTo>
                    <a:pt x="282174" y="73951"/>
                    <a:pt x="274943" y="81182"/>
                    <a:pt x="266024" y="81182"/>
                  </a:cubicBezTo>
                  <a:lnTo>
                    <a:pt x="16608" y="81182"/>
                  </a:lnTo>
                  <a:cubicBezTo>
                    <a:pt x="7688" y="81182"/>
                    <a:pt x="457" y="73951"/>
                    <a:pt x="457" y="65032"/>
                  </a:cubicBezTo>
                  <a:lnTo>
                    <a:pt x="457" y="16627"/>
                  </a:lnTo>
                  <a:cubicBezTo>
                    <a:pt x="457" y="7708"/>
                    <a:pt x="7688" y="477"/>
                    <a:pt x="16608" y="477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FDA2204-92BA-1726-39B8-417F00C5D7F6}"/>
                </a:ext>
              </a:extLst>
            </p:cNvPr>
            <p:cNvSpPr/>
            <p:nvPr/>
          </p:nvSpPr>
          <p:spPr>
            <a:xfrm>
              <a:off x="3624047" y="4755466"/>
              <a:ext cx="726030" cy="484020"/>
            </a:xfrm>
            <a:custGeom>
              <a:avLst/>
              <a:gdLst>
                <a:gd name="csX0" fmla="*/ 32872 w 726030"/>
                <a:gd name="csY0" fmla="*/ 316 h 484020"/>
                <a:gd name="csX1" fmla="*/ 694371 w 726030"/>
                <a:gd name="csY1" fmla="*/ 316 h 484020"/>
                <a:gd name="csX2" fmla="*/ 726637 w 726030"/>
                <a:gd name="csY2" fmla="*/ 32581 h 484020"/>
                <a:gd name="csX3" fmla="*/ 726637 w 726030"/>
                <a:gd name="csY3" fmla="*/ 452070 h 484020"/>
                <a:gd name="csX4" fmla="*/ 694371 w 726030"/>
                <a:gd name="csY4" fmla="*/ 484336 h 484020"/>
                <a:gd name="csX5" fmla="*/ 32872 w 726030"/>
                <a:gd name="csY5" fmla="*/ 484336 h 484020"/>
                <a:gd name="csX6" fmla="*/ 606 w 726030"/>
                <a:gd name="csY6" fmla="*/ 452070 h 484020"/>
                <a:gd name="csX7" fmla="*/ 606 w 726030"/>
                <a:gd name="csY7" fmla="*/ 32581 h 484020"/>
                <a:gd name="csX8" fmla="*/ 32872 w 726030"/>
                <a:gd name="csY8" fmla="*/ 316 h 4840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30" h="484020">
                  <a:moveTo>
                    <a:pt x="32872" y="316"/>
                  </a:moveTo>
                  <a:lnTo>
                    <a:pt x="694371" y="316"/>
                  </a:lnTo>
                  <a:cubicBezTo>
                    <a:pt x="712191" y="316"/>
                    <a:pt x="726637" y="14761"/>
                    <a:pt x="726637" y="32581"/>
                  </a:cubicBezTo>
                  <a:lnTo>
                    <a:pt x="726637" y="452070"/>
                  </a:lnTo>
                  <a:cubicBezTo>
                    <a:pt x="726637" y="469890"/>
                    <a:pt x="712191" y="484336"/>
                    <a:pt x="694371" y="484336"/>
                  </a:cubicBezTo>
                  <a:lnTo>
                    <a:pt x="32872" y="484336"/>
                  </a:lnTo>
                  <a:cubicBezTo>
                    <a:pt x="15052" y="484336"/>
                    <a:pt x="606" y="469890"/>
                    <a:pt x="606" y="452070"/>
                  </a:cubicBezTo>
                  <a:lnTo>
                    <a:pt x="606" y="32581"/>
                  </a:lnTo>
                  <a:cubicBezTo>
                    <a:pt x="606" y="14761"/>
                    <a:pt x="15052" y="316"/>
                    <a:pt x="32872" y="316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364AA01-EA5F-F6E9-8170-B2A4F4EBB744}"/>
                </a:ext>
              </a:extLst>
            </p:cNvPr>
            <p:cNvSpPr/>
            <p:nvPr/>
          </p:nvSpPr>
          <p:spPr>
            <a:xfrm>
              <a:off x="3624047" y="5396794"/>
              <a:ext cx="726065" cy="80704"/>
            </a:xfrm>
            <a:custGeom>
              <a:avLst/>
              <a:gdLst>
                <a:gd name="csX0" fmla="*/ 16756 w 726065"/>
                <a:gd name="csY0" fmla="*/ 427 h 80704"/>
                <a:gd name="csX1" fmla="*/ 710521 w 726065"/>
                <a:gd name="csY1" fmla="*/ 427 h 80704"/>
                <a:gd name="csX2" fmla="*/ 726672 w 726065"/>
                <a:gd name="csY2" fmla="*/ 16577 h 80704"/>
                <a:gd name="csX3" fmla="*/ 726672 w 726065"/>
                <a:gd name="csY3" fmla="*/ 64981 h 80704"/>
                <a:gd name="csX4" fmla="*/ 710521 w 726065"/>
                <a:gd name="csY4" fmla="*/ 81131 h 80704"/>
                <a:gd name="csX5" fmla="*/ 16756 w 726065"/>
                <a:gd name="csY5" fmla="*/ 81131 h 80704"/>
                <a:gd name="csX6" fmla="*/ 606 w 726065"/>
                <a:gd name="csY6" fmla="*/ 64981 h 80704"/>
                <a:gd name="csX7" fmla="*/ 606 w 726065"/>
                <a:gd name="csY7" fmla="*/ 16577 h 80704"/>
                <a:gd name="csX8" fmla="*/ 16756 w 726065"/>
                <a:gd name="csY8" fmla="*/ 42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756" y="427"/>
                  </a:moveTo>
                  <a:lnTo>
                    <a:pt x="710521" y="427"/>
                  </a:lnTo>
                  <a:cubicBezTo>
                    <a:pt x="719441" y="427"/>
                    <a:pt x="726672" y="7657"/>
                    <a:pt x="726672" y="16577"/>
                  </a:cubicBezTo>
                  <a:lnTo>
                    <a:pt x="726672" y="64981"/>
                  </a:lnTo>
                  <a:cubicBezTo>
                    <a:pt x="726672" y="73901"/>
                    <a:pt x="719441" y="81131"/>
                    <a:pt x="710521" y="81131"/>
                  </a:cubicBezTo>
                  <a:lnTo>
                    <a:pt x="16756" y="81131"/>
                  </a:lnTo>
                  <a:cubicBezTo>
                    <a:pt x="7837" y="81131"/>
                    <a:pt x="606" y="73901"/>
                    <a:pt x="606" y="64981"/>
                  </a:cubicBezTo>
                  <a:lnTo>
                    <a:pt x="606" y="16577"/>
                  </a:lnTo>
                  <a:cubicBezTo>
                    <a:pt x="606" y="7657"/>
                    <a:pt x="7837" y="427"/>
                    <a:pt x="16756" y="427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A62E80A-35F4-AC32-E357-0DAE309250BB}"/>
                </a:ext>
              </a:extLst>
            </p:cNvPr>
            <p:cNvSpPr/>
            <p:nvPr/>
          </p:nvSpPr>
          <p:spPr>
            <a:xfrm>
              <a:off x="3624047" y="5542002"/>
              <a:ext cx="726065" cy="80704"/>
            </a:xfrm>
            <a:custGeom>
              <a:avLst/>
              <a:gdLst>
                <a:gd name="csX0" fmla="*/ 16756 w 726065"/>
                <a:gd name="csY0" fmla="*/ 452 h 80704"/>
                <a:gd name="csX1" fmla="*/ 710521 w 726065"/>
                <a:gd name="csY1" fmla="*/ 452 h 80704"/>
                <a:gd name="csX2" fmla="*/ 726672 w 726065"/>
                <a:gd name="csY2" fmla="*/ 16602 h 80704"/>
                <a:gd name="csX3" fmla="*/ 726672 w 726065"/>
                <a:gd name="csY3" fmla="*/ 65006 h 80704"/>
                <a:gd name="csX4" fmla="*/ 710521 w 726065"/>
                <a:gd name="csY4" fmla="*/ 81157 h 80704"/>
                <a:gd name="csX5" fmla="*/ 16756 w 726065"/>
                <a:gd name="csY5" fmla="*/ 81157 h 80704"/>
                <a:gd name="csX6" fmla="*/ 606 w 726065"/>
                <a:gd name="csY6" fmla="*/ 65006 h 80704"/>
                <a:gd name="csX7" fmla="*/ 606 w 726065"/>
                <a:gd name="csY7" fmla="*/ 16602 h 80704"/>
                <a:gd name="csX8" fmla="*/ 16756 w 726065"/>
                <a:gd name="csY8" fmla="*/ 452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756" y="452"/>
                  </a:moveTo>
                  <a:lnTo>
                    <a:pt x="710521" y="452"/>
                  </a:lnTo>
                  <a:cubicBezTo>
                    <a:pt x="719441" y="452"/>
                    <a:pt x="726672" y="7683"/>
                    <a:pt x="726672" y="16602"/>
                  </a:cubicBezTo>
                  <a:lnTo>
                    <a:pt x="726672" y="65006"/>
                  </a:lnTo>
                  <a:cubicBezTo>
                    <a:pt x="726672" y="73926"/>
                    <a:pt x="719441" y="81157"/>
                    <a:pt x="710521" y="81157"/>
                  </a:cubicBezTo>
                  <a:lnTo>
                    <a:pt x="16756" y="81157"/>
                  </a:lnTo>
                  <a:cubicBezTo>
                    <a:pt x="7837" y="81157"/>
                    <a:pt x="606" y="73926"/>
                    <a:pt x="606" y="65006"/>
                  </a:cubicBezTo>
                  <a:lnTo>
                    <a:pt x="606" y="16602"/>
                  </a:lnTo>
                  <a:cubicBezTo>
                    <a:pt x="606" y="7683"/>
                    <a:pt x="7837" y="452"/>
                    <a:pt x="16756" y="452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C2D5CEB-2C05-2BDE-293F-B46E55546E39}"/>
                </a:ext>
              </a:extLst>
            </p:cNvPr>
            <p:cNvSpPr/>
            <p:nvPr/>
          </p:nvSpPr>
          <p:spPr>
            <a:xfrm>
              <a:off x="3624047" y="5687209"/>
              <a:ext cx="281716" cy="80704"/>
            </a:xfrm>
            <a:custGeom>
              <a:avLst/>
              <a:gdLst>
                <a:gd name="csX0" fmla="*/ 16756 w 281716"/>
                <a:gd name="csY0" fmla="*/ 477 h 80704"/>
                <a:gd name="csX1" fmla="*/ 266173 w 281716"/>
                <a:gd name="csY1" fmla="*/ 477 h 80704"/>
                <a:gd name="csX2" fmla="*/ 282323 w 281716"/>
                <a:gd name="csY2" fmla="*/ 16627 h 80704"/>
                <a:gd name="csX3" fmla="*/ 282323 w 281716"/>
                <a:gd name="csY3" fmla="*/ 65032 h 80704"/>
                <a:gd name="csX4" fmla="*/ 266173 w 281716"/>
                <a:gd name="csY4" fmla="*/ 81182 h 80704"/>
                <a:gd name="csX5" fmla="*/ 16756 w 281716"/>
                <a:gd name="csY5" fmla="*/ 81182 h 80704"/>
                <a:gd name="csX6" fmla="*/ 606 w 281716"/>
                <a:gd name="csY6" fmla="*/ 65032 h 80704"/>
                <a:gd name="csX7" fmla="*/ 606 w 281716"/>
                <a:gd name="csY7" fmla="*/ 16627 h 80704"/>
                <a:gd name="csX8" fmla="*/ 16756 w 281716"/>
                <a:gd name="csY8" fmla="*/ 47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1716" h="80704">
                  <a:moveTo>
                    <a:pt x="16756" y="477"/>
                  </a:moveTo>
                  <a:lnTo>
                    <a:pt x="266173" y="477"/>
                  </a:lnTo>
                  <a:cubicBezTo>
                    <a:pt x="275092" y="477"/>
                    <a:pt x="282323" y="7708"/>
                    <a:pt x="282323" y="16627"/>
                  </a:cubicBezTo>
                  <a:lnTo>
                    <a:pt x="282323" y="65032"/>
                  </a:lnTo>
                  <a:cubicBezTo>
                    <a:pt x="282323" y="73951"/>
                    <a:pt x="275092" y="81182"/>
                    <a:pt x="266173" y="81182"/>
                  </a:cubicBezTo>
                  <a:lnTo>
                    <a:pt x="16756" y="81182"/>
                  </a:lnTo>
                  <a:cubicBezTo>
                    <a:pt x="7837" y="81182"/>
                    <a:pt x="606" y="73951"/>
                    <a:pt x="606" y="65032"/>
                  </a:cubicBezTo>
                  <a:lnTo>
                    <a:pt x="606" y="16627"/>
                  </a:lnTo>
                  <a:cubicBezTo>
                    <a:pt x="606" y="7708"/>
                    <a:pt x="7837" y="477"/>
                    <a:pt x="16756" y="477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31" name="Graphic 5">
            <a:extLst>
              <a:ext uri="{FF2B5EF4-FFF2-40B4-BE49-F238E27FC236}">
                <a16:creationId xmlns:a16="http://schemas.microsoft.com/office/drawing/2014/main" id="{6F455363-50F8-98ED-DFA9-0CACDF6C8F69}"/>
              </a:ext>
            </a:extLst>
          </p:cNvPr>
          <p:cNvGrpSpPr/>
          <p:nvPr/>
        </p:nvGrpSpPr>
        <p:grpSpPr>
          <a:xfrm>
            <a:off x="-7359838" y="3477670"/>
            <a:ext cx="1798436" cy="199823"/>
            <a:chOff x="126999" y="3477670"/>
            <a:chExt cx="1798436" cy="199823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847C27D-8DB1-28DF-EF5B-7E9B3171BC31}"/>
                </a:ext>
              </a:extLst>
            </p:cNvPr>
            <p:cNvSpPr/>
            <p:nvPr/>
          </p:nvSpPr>
          <p:spPr>
            <a:xfrm>
              <a:off x="126999" y="3477670"/>
              <a:ext cx="1798436" cy="199823"/>
            </a:xfrm>
            <a:custGeom>
              <a:avLst/>
              <a:gdLst>
                <a:gd name="csX0" fmla="*/ 59946 w 1798436"/>
                <a:gd name="csY0" fmla="*/ 94 h 199823"/>
                <a:gd name="csX1" fmla="*/ 1738450 w 1798436"/>
                <a:gd name="csY1" fmla="*/ 94 h 199823"/>
                <a:gd name="csX2" fmla="*/ 1798436 w 1798436"/>
                <a:gd name="csY2" fmla="*/ 60000 h 199823"/>
                <a:gd name="csX3" fmla="*/ 1798436 w 1798436"/>
                <a:gd name="csY3" fmla="*/ 60040 h 199823"/>
                <a:gd name="csX4" fmla="*/ 1798436 w 1798436"/>
                <a:gd name="csY4" fmla="*/ 139972 h 199823"/>
                <a:gd name="csX5" fmla="*/ 1738490 w 1798436"/>
                <a:gd name="csY5" fmla="*/ 199918 h 199823"/>
                <a:gd name="csX6" fmla="*/ 1738450 w 1798436"/>
                <a:gd name="csY6" fmla="*/ 199918 h 199823"/>
                <a:gd name="csX7" fmla="*/ 59946 w 1798436"/>
                <a:gd name="csY7" fmla="*/ 199918 h 199823"/>
                <a:gd name="csX8" fmla="*/ 0 w 1798436"/>
                <a:gd name="csY8" fmla="*/ 139972 h 199823"/>
                <a:gd name="csX9" fmla="*/ 0 w 1798436"/>
                <a:gd name="csY9" fmla="*/ 60040 h 199823"/>
                <a:gd name="csX10" fmla="*/ 59946 w 1798436"/>
                <a:gd name="csY10" fmla="*/ 94 h 199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798436" h="199823">
                  <a:moveTo>
                    <a:pt x="59946" y="94"/>
                  </a:moveTo>
                  <a:lnTo>
                    <a:pt x="1738450" y="94"/>
                  </a:lnTo>
                  <a:cubicBezTo>
                    <a:pt x="1771557" y="72"/>
                    <a:pt x="1798414" y="26892"/>
                    <a:pt x="1798436" y="60000"/>
                  </a:cubicBezTo>
                  <a:cubicBezTo>
                    <a:pt x="1798436" y="60013"/>
                    <a:pt x="1798436" y="60027"/>
                    <a:pt x="1798436" y="60040"/>
                  </a:cubicBezTo>
                  <a:lnTo>
                    <a:pt x="1798436" y="139972"/>
                  </a:lnTo>
                  <a:cubicBezTo>
                    <a:pt x="1798436" y="173079"/>
                    <a:pt x="1771598" y="199918"/>
                    <a:pt x="1738490" y="199918"/>
                  </a:cubicBezTo>
                  <a:cubicBezTo>
                    <a:pt x="1738477" y="199918"/>
                    <a:pt x="1738463" y="199918"/>
                    <a:pt x="1738450" y="199918"/>
                  </a:cubicBezTo>
                  <a:lnTo>
                    <a:pt x="59946" y="199918"/>
                  </a:lnTo>
                  <a:cubicBezTo>
                    <a:pt x="26839" y="199918"/>
                    <a:pt x="0" y="173079"/>
                    <a:pt x="0" y="139972"/>
                  </a:cubicBezTo>
                  <a:lnTo>
                    <a:pt x="0" y="60040"/>
                  </a:lnTo>
                  <a:cubicBezTo>
                    <a:pt x="0" y="26933"/>
                    <a:pt x="26839" y="94"/>
                    <a:pt x="59946" y="94"/>
                  </a:cubicBezTo>
                  <a:close/>
                </a:path>
              </a:pathLst>
            </a:custGeom>
            <a:solidFill>
              <a:srgbClr val="FFFF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BCD1378-3C27-282B-27C2-6E963305ED6B}"/>
                </a:ext>
              </a:extLst>
            </p:cNvPr>
            <p:cNvSpPr/>
            <p:nvPr/>
          </p:nvSpPr>
          <p:spPr>
            <a:xfrm>
              <a:off x="126999" y="3477670"/>
              <a:ext cx="1798436" cy="199823"/>
            </a:xfrm>
            <a:custGeom>
              <a:avLst/>
              <a:gdLst>
                <a:gd name="csX0" fmla="*/ 59946 w 1798436"/>
                <a:gd name="csY0" fmla="*/ 10084 h 199823"/>
                <a:gd name="csX1" fmla="*/ 9990 w 1798436"/>
                <a:gd name="csY1" fmla="*/ 60040 h 199823"/>
                <a:gd name="csX2" fmla="*/ 9990 w 1798436"/>
                <a:gd name="csY2" fmla="*/ 139972 h 199823"/>
                <a:gd name="csX3" fmla="*/ 59946 w 1798436"/>
                <a:gd name="csY3" fmla="*/ 189928 h 199823"/>
                <a:gd name="csX4" fmla="*/ 1738450 w 1798436"/>
                <a:gd name="csY4" fmla="*/ 189928 h 199823"/>
                <a:gd name="csX5" fmla="*/ 1788406 w 1798436"/>
                <a:gd name="csY5" fmla="*/ 139972 h 199823"/>
                <a:gd name="csX6" fmla="*/ 1788406 w 1798436"/>
                <a:gd name="csY6" fmla="*/ 60040 h 199823"/>
                <a:gd name="csX7" fmla="*/ 1738450 w 1798436"/>
                <a:gd name="csY7" fmla="*/ 10084 h 199823"/>
                <a:gd name="csX8" fmla="*/ 59946 w 1798436"/>
                <a:gd name="csY8" fmla="*/ 10084 h 199823"/>
                <a:gd name="csX9" fmla="*/ 59946 w 1798436"/>
                <a:gd name="csY9" fmla="*/ 94 h 199823"/>
                <a:gd name="csX10" fmla="*/ 1738450 w 1798436"/>
                <a:gd name="csY10" fmla="*/ 94 h 199823"/>
                <a:gd name="csX11" fmla="*/ 1798436 w 1798436"/>
                <a:gd name="csY11" fmla="*/ 60000 h 199823"/>
                <a:gd name="csX12" fmla="*/ 1798436 w 1798436"/>
                <a:gd name="csY12" fmla="*/ 60040 h 199823"/>
                <a:gd name="csX13" fmla="*/ 1798436 w 1798436"/>
                <a:gd name="csY13" fmla="*/ 139972 h 199823"/>
                <a:gd name="csX14" fmla="*/ 1738490 w 1798436"/>
                <a:gd name="csY14" fmla="*/ 199918 h 199823"/>
                <a:gd name="csX15" fmla="*/ 1738450 w 1798436"/>
                <a:gd name="csY15" fmla="*/ 199918 h 199823"/>
                <a:gd name="csX16" fmla="*/ 59946 w 1798436"/>
                <a:gd name="csY16" fmla="*/ 199918 h 199823"/>
                <a:gd name="csX17" fmla="*/ 0 w 1798436"/>
                <a:gd name="csY17" fmla="*/ 139972 h 199823"/>
                <a:gd name="csX18" fmla="*/ 0 w 1798436"/>
                <a:gd name="csY18" fmla="*/ 60040 h 199823"/>
                <a:gd name="csX19" fmla="*/ 59946 w 1798436"/>
                <a:gd name="csY19" fmla="*/ 94 h 199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798436" h="199823">
                  <a:moveTo>
                    <a:pt x="59946" y="10084"/>
                  </a:moveTo>
                  <a:cubicBezTo>
                    <a:pt x="32369" y="10116"/>
                    <a:pt x="10022" y="32463"/>
                    <a:pt x="9990" y="60040"/>
                  </a:cubicBezTo>
                  <a:lnTo>
                    <a:pt x="9990" y="139972"/>
                  </a:lnTo>
                  <a:cubicBezTo>
                    <a:pt x="10022" y="167549"/>
                    <a:pt x="32369" y="189896"/>
                    <a:pt x="59946" y="189928"/>
                  </a:cubicBezTo>
                  <a:lnTo>
                    <a:pt x="1738450" y="189928"/>
                  </a:lnTo>
                  <a:cubicBezTo>
                    <a:pt x="1766027" y="189896"/>
                    <a:pt x="1788374" y="167549"/>
                    <a:pt x="1788406" y="139972"/>
                  </a:cubicBezTo>
                  <a:lnTo>
                    <a:pt x="1788406" y="60040"/>
                  </a:lnTo>
                  <a:cubicBezTo>
                    <a:pt x="1788374" y="32463"/>
                    <a:pt x="1766027" y="10116"/>
                    <a:pt x="1738450" y="10084"/>
                  </a:cubicBezTo>
                  <a:lnTo>
                    <a:pt x="59946" y="10084"/>
                  </a:lnTo>
                  <a:moveTo>
                    <a:pt x="59946" y="94"/>
                  </a:moveTo>
                  <a:lnTo>
                    <a:pt x="1738450" y="94"/>
                  </a:lnTo>
                  <a:cubicBezTo>
                    <a:pt x="1771557" y="72"/>
                    <a:pt x="1798414" y="26892"/>
                    <a:pt x="1798436" y="60000"/>
                  </a:cubicBezTo>
                  <a:cubicBezTo>
                    <a:pt x="1798436" y="60013"/>
                    <a:pt x="1798436" y="60027"/>
                    <a:pt x="1798436" y="60040"/>
                  </a:cubicBezTo>
                  <a:lnTo>
                    <a:pt x="1798436" y="139972"/>
                  </a:lnTo>
                  <a:cubicBezTo>
                    <a:pt x="1798436" y="173079"/>
                    <a:pt x="1771598" y="199918"/>
                    <a:pt x="1738490" y="199918"/>
                  </a:cubicBezTo>
                  <a:cubicBezTo>
                    <a:pt x="1738477" y="199918"/>
                    <a:pt x="1738463" y="199918"/>
                    <a:pt x="1738450" y="199918"/>
                  </a:cubicBezTo>
                  <a:lnTo>
                    <a:pt x="59946" y="199918"/>
                  </a:lnTo>
                  <a:cubicBezTo>
                    <a:pt x="26839" y="199918"/>
                    <a:pt x="0" y="173079"/>
                    <a:pt x="0" y="139972"/>
                  </a:cubicBezTo>
                  <a:lnTo>
                    <a:pt x="0" y="60040"/>
                  </a:lnTo>
                  <a:cubicBezTo>
                    <a:pt x="0" y="26933"/>
                    <a:pt x="26839" y="94"/>
                    <a:pt x="59946" y="94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ECE33F2-6A93-39FA-A2F8-490A78B51C0C}"/>
                </a:ext>
              </a:extLst>
            </p:cNvPr>
            <p:cNvSpPr/>
            <p:nvPr/>
          </p:nvSpPr>
          <p:spPr>
            <a:xfrm>
              <a:off x="246897" y="3517636"/>
              <a:ext cx="119891" cy="119891"/>
            </a:xfrm>
            <a:custGeom>
              <a:avLst/>
              <a:gdLst>
                <a:gd name="csX0" fmla="*/ 59967 w 119891"/>
                <a:gd name="csY0" fmla="*/ 101 h 119891"/>
                <a:gd name="csX1" fmla="*/ 119913 w 119891"/>
                <a:gd name="csY1" fmla="*/ 60047 h 119891"/>
                <a:gd name="csX2" fmla="*/ 59967 w 119891"/>
                <a:gd name="csY2" fmla="*/ 119993 h 119891"/>
                <a:gd name="csX3" fmla="*/ 21 w 119891"/>
                <a:gd name="csY3" fmla="*/ 60047 h 119891"/>
                <a:gd name="csX4" fmla="*/ 59967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59967" y="101"/>
                  </a:moveTo>
                  <a:cubicBezTo>
                    <a:pt x="93074" y="101"/>
                    <a:pt x="119913" y="26940"/>
                    <a:pt x="119913" y="60047"/>
                  </a:cubicBezTo>
                  <a:cubicBezTo>
                    <a:pt x="119913" y="93154"/>
                    <a:pt x="93074" y="119993"/>
                    <a:pt x="59967" y="119993"/>
                  </a:cubicBezTo>
                  <a:cubicBezTo>
                    <a:pt x="26860" y="119993"/>
                    <a:pt x="21" y="93154"/>
                    <a:pt x="21" y="60047"/>
                  </a:cubicBezTo>
                  <a:cubicBezTo>
                    <a:pt x="21" y="26940"/>
                    <a:pt x="26860" y="101"/>
                    <a:pt x="59967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B3FE2C1-FE3B-E6B3-1F24-612E7316DDD5}"/>
                </a:ext>
              </a:extLst>
            </p:cNvPr>
            <p:cNvSpPr/>
            <p:nvPr/>
          </p:nvSpPr>
          <p:spPr>
            <a:xfrm>
              <a:off x="486687" y="3517636"/>
              <a:ext cx="119891" cy="119891"/>
            </a:xfrm>
            <a:custGeom>
              <a:avLst/>
              <a:gdLst>
                <a:gd name="csX0" fmla="*/ 60008 w 119891"/>
                <a:gd name="csY0" fmla="*/ 101 h 119891"/>
                <a:gd name="csX1" fmla="*/ 119954 w 119891"/>
                <a:gd name="csY1" fmla="*/ 60047 h 119891"/>
                <a:gd name="csX2" fmla="*/ 60008 w 119891"/>
                <a:gd name="csY2" fmla="*/ 119993 h 119891"/>
                <a:gd name="csX3" fmla="*/ 62 w 119891"/>
                <a:gd name="csY3" fmla="*/ 60047 h 119891"/>
                <a:gd name="csX4" fmla="*/ 60008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008" y="101"/>
                  </a:moveTo>
                  <a:cubicBezTo>
                    <a:pt x="93116" y="101"/>
                    <a:pt x="119954" y="26940"/>
                    <a:pt x="119954" y="60047"/>
                  </a:cubicBezTo>
                  <a:cubicBezTo>
                    <a:pt x="119954" y="93154"/>
                    <a:pt x="93116" y="119993"/>
                    <a:pt x="60008" y="119993"/>
                  </a:cubicBezTo>
                  <a:cubicBezTo>
                    <a:pt x="26901" y="119993"/>
                    <a:pt x="62" y="93154"/>
                    <a:pt x="62" y="60047"/>
                  </a:cubicBezTo>
                  <a:cubicBezTo>
                    <a:pt x="62" y="26940"/>
                    <a:pt x="26901" y="101"/>
                    <a:pt x="60008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48566375-B10D-37E0-D3EC-8BD0EC636FB3}"/>
                </a:ext>
              </a:extLst>
            </p:cNvPr>
            <p:cNvSpPr/>
            <p:nvPr/>
          </p:nvSpPr>
          <p:spPr>
            <a:xfrm>
              <a:off x="726476" y="3517636"/>
              <a:ext cx="119891" cy="119891"/>
            </a:xfrm>
            <a:custGeom>
              <a:avLst/>
              <a:gdLst>
                <a:gd name="csX0" fmla="*/ 60050 w 119891"/>
                <a:gd name="csY0" fmla="*/ 101 h 119891"/>
                <a:gd name="csX1" fmla="*/ 119996 w 119891"/>
                <a:gd name="csY1" fmla="*/ 60047 h 119891"/>
                <a:gd name="csX2" fmla="*/ 60050 w 119891"/>
                <a:gd name="csY2" fmla="*/ 119993 h 119891"/>
                <a:gd name="csX3" fmla="*/ 104 w 119891"/>
                <a:gd name="csY3" fmla="*/ 60047 h 119891"/>
                <a:gd name="csX4" fmla="*/ 60050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050" y="101"/>
                  </a:moveTo>
                  <a:cubicBezTo>
                    <a:pt x="93157" y="101"/>
                    <a:pt x="119996" y="26940"/>
                    <a:pt x="119996" y="60047"/>
                  </a:cubicBezTo>
                  <a:cubicBezTo>
                    <a:pt x="119996" y="93154"/>
                    <a:pt x="93157" y="119993"/>
                    <a:pt x="60050" y="119993"/>
                  </a:cubicBezTo>
                  <a:cubicBezTo>
                    <a:pt x="26943" y="119993"/>
                    <a:pt x="104" y="93154"/>
                    <a:pt x="104" y="60047"/>
                  </a:cubicBezTo>
                  <a:cubicBezTo>
                    <a:pt x="104" y="26940"/>
                    <a:pt x="26943" y="101"/>
                    <a:pt x="60050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910ED3F-AE9A-30AA-7BB3-56F4928E854E}"/>
                </a:ext>
              </a:extLst>
            </p:cNvPr>
            <p:cNvSpPr/>
            <p:nvPr/>
          </p:nvSpPr>
          <p:spPr>
            <a:xfrm>
              <a:off x="966266" y="3517636"/>
              <a:ext cx="119891" cy="119891"/>
            </a:xfrm>
            <a:custGeom>
              <a:avLst/>
              <a:gdLst>
                <a:gd name="csX0" fmla="*/ 60091 w 119891"/>
                <a:gd name="csY0" fmla="*/ 101 h 119891"/>
                <a:gd name="csX1" fmla="*/ 120037 w 119891"/>
                <a:gd name="csY1" fmla="*/ 60047 h 119891"/>
                <a:gd name="csX2" fmla="*/ 60091 w 119891"/>
                <a:gd name="csY2" fmla="*/ 119993 h 119891"/>
                <a:gd name="csX3" fmla="*/ 146 w 119891"/>
                <a:gd name="csY3" fmla="*/ 60047 h 119891"/>
                <a:gd name="csX4" fmla="*/ 60091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091" y="101"/>
                  </a:moveTo>
                  <a:cubicBezTo>
                    <a:pt x="93199" y="101"/>
                    <a:pt x="120037" y="26940"/>
                    <a:pt x="120037" y="60047"/>
                  </a:cubicBezTo>
                  <a:cubicBezTo>
                    <a:pt x="120037" y="93154"/>
                    <a:pt x="93199" y="119993"/>
                    <a:pt x="60091" y="119993"/>
                  </a:cubicBezTo>
                  <a:cubicBezTo>
                    <a:pt x="26984" y="119993"/>
                    <a:pt x="146" y="93154"/>
                    <a:pt x="146" y="60047"/>
                  </a:cubicBezTo>
                  <a:cubicBezTo>
                    <a:pt x="146" y="26940"/>
                    <a:pt x="26984" y="101"/>
                    <a:pt x="60091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F7D678E-D400-90AD-291D-75D03B190F7A}"/>
                </a:ext>
              </a:extLst>
            </p:cNvPr>
            <p:cNvSpPr/>
            <p:nvPr/>
          </p:nvSpPr>
          <p:spPr>
            <a:xfrm>
              <a:off x="1206056" y="3517636"/>
              <a:ext cx="119891" cy="119891"/>
            </a:xfrm>
            <a:custGeom>
              <a:avLst/>
              <a:gdLst>
                <a:gd name="csX0" fmla="*/ 60133 w 119891"/>
                <a:gd name="csY0" fmla="*/ 101 h 119891"/>
                <a:gd name="csX1" fmla="*/ 120079 w 119891"/>
                <a:gd name="csY1" fmla="*/ 60047 h 119891"/>
                <a:gd name="csX2" fmla="*/ 60133 w 119891"/>
                <a:gd name="csY2" fmla="*/ 119993 h 119891"/>
                <a:gd name="csX3" fmla="*/ 187 w 119891"/>
                <a:gd name="csY3" fmla="*/ 60047 h 119891"/>
                <a:gd name="csX4" fmla="*/ 60133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133" y="101"/>
                  </a:moveTo>
                  <a:cubicBezTo>
                    <a:pt x="93240" y="101"/>
                    <a:pt x="120079" y="26940"/>
                    <a:pt x="120079" y="60047"/>
                  </a:cubicBezTo>
                  <a:cubicBezTo>
                    <a:pt x="120079" y="93154"/>
                    <a:pt x="93240" y="119993"/>
                    <a:pt x="60133" y="119993"/>
                  </a:cubicBezTo>
                  <a:cubicBezTo>
                    <a:pt x="27026" y="119993"/>
                    <a:pt x="187" y="93154"/>
                    <a:pt x="187" y="60047"/>
                  </a:cubicBezTo>
                  <a:cubicBezTo>
                    <a:pt x="187" y="26940"/>
                    <a:pt x="27026" y="101"/>
                    <a:pt x="60133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0C92D320-7AA5-1C23-9DFD-5FDD59B4E55E}"/>
                </a:ext>
              </a:extLst>
            </p:cNvPr>
            <p:cNvSpPr/>
            <p:nvPr/>
          </p:nvSpPr>
          <p:spPr>
            <a:xfrm>
              <a:off x="1445845" y="3517636"/>
              <a:ext cx="119891" cy="119891"/>
            </a:xfrm>
            <a:custGeom>
              <a:avLst/>
              <a:gdLst>
                <a:gd name="csX0" fmla="*/ 60175 w 119891"/>
                <a:gd name="csY0" fmla="*/ 101 h 119891"/>
                <a:gd name="csX1" fmla="*/ 120121 w 119891"/>
                <a:gd name="csY1" fmla="*/ 60047 h 119891"/>
                <a:gd name="csX2" fmla="*/ 60175 w 119891"/>
                <a:gd name="csY2" fmla="*/ 119993 h 119891"/>
                <a:gd name="csX3" fmla="*/ 229 w 119891"/>
                <a:gd name="csY3" fmla="*/ 60047 h 119891"/>
                <a:gd name="csX4" fmla="*/ 60175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175" y="101"/>
                  </a:moveTo>
                  <a:cubicBezTo>
                    <a:pt x="93282" y="101"/>
                    <a:pt x="120121" y="26940"/>
                    <a:pt x="120121" y="60047"/>
                  </a:cubicBezTo>
                  <a:cubicBezTo>
                    <a:pt x="120121" y="93154"/>
                    <a:pt x="93282" y="119993"/>
                    <a:pt x="60175" y="119993"/>
                  </a:cubicBezTo>
                  <a:cubicBezTo>
                    <a:pt x="27067" y="119993"/>
                    <a:pt x="229" y="93154"/>
                    <a:pt x="229" y="60047"/>
                  </a:cubicBezTo>
                  <a:cubicBezTo>
                    <a:pt x="229" y="26940"/>
                    <a:pt x="27067" y="101"/>
                    <a:pt x="60175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85C5B00-7717-221E-CDDC-16D7E40F6792}"/>
                </a:ext>
              </a:extLst>
            </p:cNvPr>
            <p:cNvSpPr/>
            <p:nvPr/>
          </p:nvSpPr>
          <p:spPr>
            <a:xfrm>
              <a:off x="1685635" y="3517636"/>
              <a:ext cx="119891" cy="119891"/>
            </a:xfrm>
            <a:custGeom>
              <a:avLst/>
              <a:gdLst>
                <a:gd name="csX0" fmla="*/ 60216 w 119891"/>
                <a:gd name="csY0" fmla="*/ 101 h 119891"/>
                <a:gd name="csX1" fmla="*/ 120162 w 119891"/>
                <a:gd name="csY1" fmla="*/ 60047 h 119891"/>
                <a:gd name="csX2" fmla="*/ 60216 w 119891"/>
                <a:gd name="csY2" fmla="*/ 119993 h 119891"/>
                <a:gd name="csX3" fmla="*/ 270 w 119891"/>
                <a:gd name="csY3" fmla="*/ 60047 h 119891"/>
                <a:gd name="csX4" fmla="*/ 60216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216" y="101"/>
                  </a:moveTo>
                  <a:cubicBezTo>
                    <a:pt x="93323" y="101"/>
                    <a:pt x="120162" y="26940"/>
                    <a:pt x="120162" y="60047"/>
                  </a:cubicBezTo>
                  <a:cubicBezTo>
                    <a:pt x="120162" y="93154"/>
                    <a:pt x="93323" y="119993"/>
                    <a:pt x="60216" y="119993"/>
                  </a:cubicBezTo>
                  <a:cubicBezTo>
                    <a:pt x="27109" y="119993"/>
                    <a:pt x="270" y="93154"/>
                    <a:pt x="270" y="60047"/>
                  </a:cubicBezTo>
                  <a:cubicBezTo>
                    <a:pt x="270" y="26940"/>
                    <a:pt x="27109" y="101"/>
                    <a:pt x="60216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41" name="Graphic 5">
            <a:extLst>
              <a:ext uri="{FF2B5EF4-FFF2-40B4-BE49-F238E27FC236}">
                <a16:creationId xmlns:a16="http://schemas.microsoft.com/office/drawing/2014/main" id="{B2FDE62B-50C8-2F81-24EC-B053B7B203E1}"/>
              </a:ext>
            </a:extLst>
          </p:cNvPr>
          <p:cNvGrpSpPr/>
          <p:nvPr/>
        </p:nvGrpSpPr>
        <p:grpSpPr>
          <a:xfrm>
            <a:off x="-4344011" y="3301325"/>
            <a:ext cx="472969" cy="467201"/>
            <a:chOff x="2901367" y="3748797"/>
            <a:chExt cx="472969" cy="467201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209D129-6362-DEE1-DE48-F05F4898D8A3}"/>
                </a:ext>
              </a:extLst>
            </p:cNvPr>
            <p:cNvSpPr/>
            <p:nvPr/>
          </p:nvSpPr>
          <p:spPr>
            <a:xfrm>
              <a:off x="2901367" y="3748797"/>
              <a:ext cx="472969" cy="467201"/>
            </a:xfrm>
            <a:custGeom>
              <a:avLst/>
              <a:gdLst>
                <a:gd name="csX0" fmla="*/ 438843 w 472969"/>
                <a:gd name="csY0" fmla="*/ 141 h 467201"/>
                <a:gd name="csX1" fmla="*/ 473450 w 472969"/>
                <a:gd name="csY1" fmla="*/ 141 h 467201"/>
                <a:gd name="csX2" fmla="*/ 473450 w 472969"/>
                <a:gd name="csY2" fmla="*/ 467342 h 467201"/>
                <a:gd name="csX3" fmla="*/ 438843 w 472969"/>
                <a:gd name="csY3" fmla="*/ 467342 h 467201"/>
                <a:gd name="csX4" fmla="*/ 35088 w 472969"/>
                <a:gd name="csY4" fmla="*/ 467342 h 467201"/>
                <a:gd name="csX5" fmla="*/ 481 w 472969"/>
                <a:gd name="csY5" fmla="*/ 467342 h 467201"/>
                <a:gd name="csX6" fmla="*/ 481 w 472969"/>
                <a:gd name="csY6" fmla="*/ 141 h 467201"/>
                <a:gd name="csX7" fmla="*/ 35088 w 472969"/>
                <a:gd name="csY7" fmla="*/ 141 h 4672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72969" h="467201">
                  <a:moveTo>
                    <a:pt x="438843" y="141"/>
                  </a:moveTo>
                  <a:cubicBezTo>
                    <a:pt x="457956" y="141"/>
                    <a:pt x="473450" y="141"/>
                    <a:pt x="473450" y="141"/>
                  </a:cubicBezTo>
                  <a:lnTo>
                    <a:pt x="473450" y="467342"/>
                  </a:lnTo>
                  <a:cubicBezTo>
                    <a:pt x="473450" y="467342"/>
                    <a:pt x="457956" y="467342"/>
                    <a:pt x="438843" y="467342"/>
                  </a:cubicBezTo>
                  <a:lnTo>
                    <a:pt x="35088" y="467342"/>
                  </a:lnTo>
                  <a:cubicBezTo>
                    <a:pt x="15975" y="467342"/>
                    <a:pt x="481" y="467342"/>
                    <a:pt x="481" y="467342"/>
                  </a:cubicBezTo>
                  <a:lnTo>
                    <a:pt x="481" y="141"/>
                  </a:lnTo>
                  <a:cubicBezTo>
                    <a:pt x="481" y="141"/>
                    <a:pt x="15975" y="141"/>
                    <a:pt x="35088" y="141"/>
                  </a:cubicBezTo>
                  <a:close/>
                </a:path>
              </a:pathLst>
            </a:custGeom>
            <a:solidFill>
              <a:srgbClr val="F2F2F2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27B88C24-38C8-3720-4B3A-2DB83539BFA9}"/>
                </a:ext>
              </a:extLst>
            </p:cNvPr>
            <p:cNvSpPr/>
            <p:nvPr/>
          </p:nvSpPr>
          <p:spPr>
            <a:xfrm>
              <a:off x="2903115" y="3750654"/>
              <a:ext cx="470852" cy="464317"/>
            </a:xfrm>
            <a:custGeom>
              <a:avLst/>
              <a:gdLst>
                <a:gd name="csX0" fmla="*/ 20092 w 470852"/>
                <a:gd name="csY0" fmla="*/ 9947 h 464317"/>
                <a:gd name="csX1" fmla="*/ 10287 w 470852"/>
                <a:gd name="csY1" fmla="*/ 19752 h 464317"/>
                <a:gd name="csX2" fmla="*/ 10287 w 470852"/>
                <a:gd name="csY2" fmla="*/ 444848 h 464317"/>
                <a:gd name="csX3" fmla="*/ 20092 w 470852"/>
                <a:gd name="csY3" fmla="*/ 454653 h 464317"/>
                <a:gd name="csX4" fmla="*/ 451723 w 470852"/>
                <a:gd name="csY4" fmla="*/ 454653 h 464317"/>
                <a:gd name="csX5" fmla="*/ 461528 w 470852"/>
                <a:gd name="csY5" fmla="*/ 444848 h 464317"/>
                <a:gd name="csX6" fmla="*/ 461528 w 470852"/>
                <a:gd name="csY6" fmla="*/ 19752 h 464317"/>
                <a:gd name="csX7" fmla="*/ 451723 w 470852"/>
                <a:gd name="csY7" fmla="*/ 9947 h 464317"/>
                <a:gd name="csX8" fmla="*/ 20092 w 470852"/>
                <a:gd name="csY8" fmla="*/ 9947 h 464317"/>
                <a:gd name="csX9" fmla="*/ 20092 w 470852"/>
                <a:gd name="csY9" fmla="*/ 141 h 464317"/>
                <a:gd name="csX10" fmla="*/ 451723 w 470852"/>
                <a:gd name="csY10" fmla="*/ 141 h 464317"/>
                <a:gd name="csX11" fmla="*/ 471334 w 470852"/>
                <a:gd name="csY11" fmla="*/ 19752 h 464317"/>
                <a:gd name="csX12" fmla="*/ 471334 w 470852"/>
                <a:gd name="csY12" fmla="*/ 444848 h 464317"/>
                <a:gd name="csX13" fmla="*/ 451723 w 470852"/>
                <a:gd name="csY13" fmla="*/ 464459 h 464317"/>
                <a:gd name="csX14" fmla="*/ 20092 w 470852"/>
                <a:gd name="csY14" fmla="*/ 464459 h 464317"/>
                <a:gd name="csX15" fmla="*/ 481 w 470852"/>
                <a:gd name="csY15" fmla="*/ 444848 h 464317"/>
                <a:gd name="csX16" fmla="*/ 481 w 470852"/>
                <a:gd name="csY16" fmla="*/ 19752 h 464317"/>
                <a:gd name="csX17" fmla="*/ 20092 w 470852"/>
                <a:gd name="csY17" fmla="*/ 141 h 4643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70852" h="464317">
                  <a:moveTo>
                    <a:pt x="20092" y="9947"/>
                  </a:moveTo>
                  <a:cubicBezTo>
                    <a:pt x="14677" y="9947"/>
                    <a:pt x="10287" y="14337"/>
                    <a:pt x="10287" y="19752"/>
                  </a:cubicBezTo>
                  <a:lnTo>
                    <a:pt x="10287" y="444848"/>
                  </a:lnTo>
                  <a:cubicBezTo>
                    <a:pt x="10287" y="450263"/>
                    <a:pt x="14677" y="454653"/>
                    <a:pt x="20092" y="454653"/>
                  </a:cubicBezTo>
                  <a:lnTo>
                    <a:pt x="451723" y="454653"/>
                  </a:lnTo>
                  <a:cubicBezTo>
                    <a:pt x="457138" y="454653"/>
                    <a:pt x="461528" y="450263"/>
                    <a:pt x="461528" y="444848"/>
                  </a:cubicBezTo>
                  <a:lnTo>
                    <a:pt x="461528" y="19752"/>
                  </a:lnTo>
                  <a:cubicBezTo>
                    <a:pt x="461528" y="14337"/>
                    <a:pt x="457138" y="9947"/>
                    <a:pt x="451723" y="9947"/>
                  </a:cubicBezTo>
                  <a:lnTo>
                    <a:pt x="20092" y="9947"/>
                  </a:lnTo>
                  <a:moveTo>
                    <a:pt x="20092" y="141"/>
                  </a:moveTo>
                  <a:lnTo>
                    <a:pt x="451723" y="141"/>
                  </a:lnTo>
                  <a:cubicBezTo>
                    <a:pt x="462554" y="141"/>
                    <a:pt x="471334" y="8921"/>
                    <a:pt x="471334" y="19752"/>
                  </a:cubicBezTo>
                  <a:lnTo>
                    <a:pt x="471334" y="444848"/>
                  </a:lnTo>
                  <a:cubicBezTo>
                    <a:pt x="471334" y="455679"/>
                    <a:pt x="462554" y="464459"/>
                    <a:pt x="451723" y="464459"/>
                  </a:cubicBezTo>
                  <a:lnTo>
                    <a:pt x="20092" y="464459"/>
                  </a:lnTo>
                  <a:cubicBezTo>
                    <a:pt x="9261" y="464459"/>
                    <a:pt x="481" y="455679"/>
                    <a:pt x="481" y="444848"/>
                  </a:cubicBezTo>
                  <a:lnTo>
                    <a:pt x="481" y="19752"/>
                  </a:lnTo>
                  <a:cubicBezTo>
                    <a:pt x="481" y="8921"/>
                    <a:pt x="9261" y="141"/>
                    <a:pt x="20092" y="141"/>
                  </a:cubicBezTo>
                  <a:close/>
                </a:path>
              </a:pathLst>
            </a:custGeom>
            <a:solidFill>
              <a:srgbClr val="090814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D4C84F9-1367-F404-1233-DA9BDBD546B3}"/>
                </a:ext>
              </a:extLst>
            </p:cNvPr>
            <p:cNvSpPr/>
            <p:nvPr/>
          </p:nvSpPr>
          <p:spPr>
            <a:xfrm>
              <a:off x="2981593" y="3829132"/>
              <a:ext cx="313901" cy="19610"/>
            </a:xfrm>
            <a:custGeom>
              <a:avLst/>
              <a:gdLst>
                <a:gd name="csX0" fmla="*/ 10300 w 313901"/>
                <a:gd name="csY0" fmla="*/ 155 h 19610"/>
                <a:gd name="csX1" fmla="*/ 304591 w 313901"/>
                <a:gd name="csY1" fmla="*/ 155 h 19610"/>
                <a:gd name="csX2" fmla="*/ 314396 w 313901"/>
                <a:gd name="csY2" fmla="*/ 9960 h 19610"/>
                <a:gd name="csX3" fmla="*/ 304591 w 313901"/>
                <a:gd name="csY3" fmla="*/ 19766 h 19610"/>
                <a:gd name="csX4" fmla="*/ 10300 w 313901"/>
                <a:gd name="csY4" fmla="*/ 19766 h 19610"/>
                <a:gd name="csX5" fmla="*/ 495 w 313901"/>
                <a:gd name="csY5" fmla="*/ 9960 h 19610"/>
                <a:gd name="csX6" fmla="*/ 10300 w 313901"/>
                <a:gd name="csY6" fmla="*/ 155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300" y="155"/>
                  </a:moveTo>
                  <a:lnTo>
                    <a:pt x="304591" y="155"/>
                  </a:lnTo>
                  <a:cubicBezTo>
                    <a:pt x="310006" y="155"/>
                    <a:pt x="314396" y="4545"/>
                    <a:pt x="314396" y="9960"/>
                  </a:cubicBezTo>
                  <a:cubicBezTo>
                    <a:pt x="314396" y="15376"/>
                    <a:pt x="310006" y="19766"/>
                    <a:pt x="304591" y="19766"/>
                  </a:cubicBezTo>
                  <a:lnTo>
                    <a:pt x="10300" y="19766"/>
                  </a:lnTo>
                  <a:cubicBezTo>
                    <a:pt x="4885" y="19766"/>
                    <a:pt x="495" y="15376"/>
                    <a:pt x="495" y="9960"/>
                  </a:cubicBezTo>
                  <a:cubicBezTo>
                    <a:pt x="495" y="4545"/>
                    <a:pt x="4885" y="155"/>
                    <a:pt x="10300" y="155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398D0CB-E51F-1B98-6F02-F831968A41C9}"/>
                </a:ext>
              </a:extLst>
            </p:cNvPr>
            <p:cNvSpPr/>
            <p:nvPr/>
          </p:nvSpPr>
          <p:spPr>
            <a:xfrm>
              <a:off x="2981593" y="3901070"/>
              <a:ext cx="313901" cy="19610"/>
            </a:xfrm>
            <a:custGeom>
              <a:avLst/>
              <a:gdLst>
                <a:gd name="csX0" fmla="*/ 10300 w 313901"/>
                <a:gd name="csY0" fmla="*/ 167 h 19610"/>
                <a:gd name="csX1" fmla="*/ 304591 w 313901"/>
                <a:gd name="csY1" fmla="*/ 167 h 19610"/>
                <a:gd name="csX2" fmla="*/ 314396 w 313901"/>
                <a:gd name="csY2" fmla="*/ 9973 h 19610"/>
                <a:gd name="csX3" fmla="*/ 304591 w 313901"/>
                <a:gd name="csY3" fmla="*/ 19778 h 19610"/>
                <a:gd name="csX4" fmla="*/ 10300 w 313901"/>
                <a:gd name="csY4" fmla="*/ 19778 h 19610"/>
                <a:gd name="csX5" fmla="*/ 495 w 313901"/>
                <a:gd name="csY5" fmla="*/ 9973 h 19610"/>
                <a:gd name="csX6" fmla="*/ 10300 w 313901"/>
                <a:gd name="csY6" fmla="*/ 167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300" y="167"/>
                  </a:moveTo>
                  <a:lnTo>
                    <a:pt x="304591" y="167"/>
                  </a:lnTo>
                  <a:cubicBezTo>
                    <a:pt x="310006" y="167"/>
                    <a:pt x="314396" y="4558"/>
                    <a:pt x="314396" y="9973"/>
                  </a:cubicBezTo>
                  <a:cubicBezTo>
                    <a:pt x="314396" y="15388"/>
                    <a:pt x="310006" y="19778"/>
                    <a:pt x="304591" y="19778"/>
                  </a:cubicBezTo>
                  <a:lnTo>
                    <a:pt x="10300" y="19778"/>
                  </a:lnTo>
                  <a:cubicBezTo>
                    <a:pt x="4885" y="19778"/>
                    <a:pt x="495" y="15388"/>
                    <a:pt x="495" y="9973"/>
                  </a:cubicBezTo>
                  <a:cubicBezTo>
                    <a:pt x="495" y="4558"/>
                    <a:pt x="4885" y="167"/>
                    <a:pt x="10300" y="167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426DD8D-7D7A-070E-48BC-B58BE4C70F5B}"/>
                </a:ext>
              </a:extLst>
            </p:cNvPr>
            <p:cNvSpPr/>
            <p:nvPr/>
          </p:nvSpPr>
          <p:spPr>
            <a:xfrm>
              <a:off x="2981593" y="3973007"/>
              <a:ext cx="313901" cy="19610"/>
            </a:xfrm>
            <a:custGeom>
              <a:avLst/>
              <a:gdLst>
                <a:gd name="csX0" fmla="*/ 10300 w 313901"/>
                <a:gd name="csY0" fmla="*/ 180 h 19610"/>
                <a:gd name="csX1" fmla="*/ 304591 w 313901"/>
                <a:gd name="csY1" fmla="*/ 180 h 19610"/>
                <a:gd name="csX2" fmla="*/ 314396 w 313901"/>
                <a:gd name="csY2" fmla="*/ 9985 h 19610"/>
                <a:gd name="csX3" fmla="*/ 304591 w 313901"/>
                <a:gd name="csY3" fmla="*/ 19791 h 19610"/>
                <a:gd name="csX4" fmla="*/ 10300 w 313901"/>
                <a:gd name="csY4" fmla="*/ 19791 h 19610"/>
                <a:gd name="csX5" fmla="*/ 495 w 313901"/>
                <a:gd name="csY5" fmla="*/ 9985 h 19610"/>
                <a:gd name="csX6" fmla="*/ 10300 w 313901"/>
                <a:gd name="csY6" fmla="*/ 180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300" y="180"/>
                  </a:moveTo>
                  <a:lnTo>
                    <a:pt x="304591" y="180"/>
                  </a:lnTo>
                  <a:cubicBezTo>
                    <a:pt x="310006" y="180"/>
                    <a:pt x="314396" y="4570"/>
                    <a:pt x="314396" y="9985"/>
                  </a:cubicBezTo>
                  <a:cubicBezTo>
                    <a:pt x="314396" y="15401"/>
                    <a:pt x="310006" y="19791"/>
                    <a:pt x="304591" y="19791"/>
                  </a:cubicBezTo>
                  <a:lnTo>
                    <a:pt x="10300" y="19791"/>
                  </a:lnTo>
                  <a:cubicBezTo>
                    <a:pt x="4885" y="19791"/>
                    <a:pt x="495" y="15401"/>
                    <a:pt x="495" y="9985"/>
                  </a:cubicBezTo>
                  <a:cubicBezTo>
                    <a:pt x="495" y="4570"/>
                    <a:pt x="4885" y="180"/>
                    <a:pt x="10300" y="180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D29AF8B-E0F8-839B-5F75-D036154B7909}"/>
                </a:ext>
              </a:extLst>
            </p:cNvPr>
            <p:cNvSpPr/>
            <p:nvPr/>
          </p:nvSpPr>
          <p:spPr>
            <a:xfrm>
              <a:off x="2981593" y="4044939"/>
              <a:ext cx="313901" cy="19610"/>
            </a:xfrm>
            <a:custGeom>
              <a:avLst/>
              <a:gdLst>
                <a:gd name="csX0" fmla="*/ 10300 w 313901"/>
                <a:gd name="csY0" fmla="*/ 192 h 19610"/>
                <a:gd name="csX1" fmla="*/ 304591 w 313901"/>
                <a:gd name="csY1" fmla="*/ 192 h 19610"/>
                <a:gd name="csX2" fmla="*/ 314396 w 313901"/>
                <a:gd name="csY2" fmla="*/ 9998 h 19610"/>
                <a:gd name="csX3" fmla="*/ 304591 w 313901"/>
                <a:gd name="csY3" fmla="*/ 19803 h 19610"/>
                <a:gd name="csX4" fmla="*/ 10300 w 313901"/>
                <a:gd name="csY4" fmla="*/ 19803 h 19610"/>
                <a:gd name="csX5" fmla="*/ 495 w 313901"/>
                <a:gd name="csY5" fmla="*/ 9998 h 19610"/>
                <a:gd name="csX6" fmla="*/ 10300 w 313901"/>
                <a:gd name="csY6" fmla="*/ 192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300" y="192"/>
                  </a:moveTo>
                  <a:lnTo>
                    <a:pt x="304591" y="192"/>
                  </a:lnTo>
                  <a:cubicBezTo>
                    <a:pt x="310006" y="192"/>
                    <a:pt x="314396" y="4582"/>
                    <a:pt x="314396" y="9998"/>
                  </a:cubicBezTo>
                  <a:cubicBezTo>
                    <a:pt x="314396" y="15413"/>
                    <a:pt x="310006" y="19803"/>
                    <a:pt x="304591" y="19803"/>
                  </a:cubicBezTo>
                  <a:lnTo>
                    <a:pt x="10300" y="19803"/>
                  </a:lnTo>
                  <a:cubicBezTo>
                    <a:pt x="4885" y="19803"/>
                    <a:pt x="495" y="15413"/>
                    <a:pt x="495" y="9998"/>
                  </a:cubicBezTo>
                  <a:cubicBezTo>
                    <a:pt x="495" y="4582"/>
                    <a:pt x="4885" y="192"/>
                    <a:pt x="10300" y="192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0386EDF-C61D-5CCD-D25B-94370C1A5C78}"/>
                </a:ext>
              </a:extLst>
            </p:cNvPr>
            <p:cNvSpPr/>
            <p:nvPr/>
          </p:nvSpPr>
          <p:spPr>
            <a:xfrm>
              <a:off x="2981593" y="4116876"/>
              <a:ext cx="313901" cy="19610"/>
            </a:xfrm>
            <a:custGeom>
              <a:avLst/>
              <a:gdLst>
                <a:gd name="csX0" fmla="*/ 10300 w 313901"/>
                <a:gd name="csY0" fmla="*/ 205 h 19610"/>
                <a:gd name="csX1" fmla="*/ 304591 w 313901"/>
                <a:gd name="csY1" fmla="*/ 205 h 19610"/>
                <a:gd name="csX2" fmla="*/ 314396 w 313901"/>
                <a:gd name="csY2" fmla="*/ 10010 h 19610"/>
                <a:gd name="csX3" fmla="*/ 304591 w 313901"/>
                <a:gd name="csY3" fmla="*/ 19816 h 19610"/>
                <a:gd name="csX4" fmla="*/ 10300 w 313901"/>
                <a:gd name="csY4" fmla="*/ 19816 h 19610"/>
                <a:gd name="csX5" fmla="*/ 495 w 313901"/>
                <a:gd name="csY5" fmla="*/ 10010 h 19610"/>
                <a:gd name="csX6" fmla="*/ 10300 w 313901"/>
                <a:gd name="csY6" fmla="*/ 205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300" y="205"/>
                  </a:moveTo>
                  <a:lnTo>
                    <a:pt x="304591" y="205"/>
                  </a:lnTo>
                  <a:cubicBezTo>
                    <a:pt x="310006" y="205"/>
                    <a:pt x="314396" y="4595"/>
                    <a:pt x="314396" y="10010"/>
                  </a:cubicBezTo>
                  <a:cubicBezTo>
                    <a:pt x="314396" y="15426"/>
                    <a:pt x="310006" y="19816"/>
                    <a:pt x="304591" y="19816"/>
                  </a:cubicBezTo>
                  <a:lnTo>
                    <a:pt x="10300" y="19816"/>
                  </a:lnTo>
                  <a:cubicBezTo>
                    <a:pt x="4885" y="19816"/>
                    <a:pt x="495" y="15426"/>
                    <a:pt x="495" y="10010"/>
                  </a:cubicBezTo>
                  <a:cubicBezTo>
                    <a:pt x="495" y="4595"/>
                    <a:pt x="4885" y="205"/>
                    <a:pt x="10300" y="205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49" name="Graphic 5">
            <a:extLst>
              <a:ext uri="{FF2B5EF4-FFF2-40B4-BE49-F238E27FC236}">
                <a16:creationId xmlns:a16="http://schemas.microsoft.com/office/drawing/2014/main" id="{636D43F3-D805-1AB4-966E-7857A5493515}"/>
              </a:ext>
            </a:extLst>
          </p:cNvPr>
          <p:cNvGrpSpPr/>
          <p:nvPr/>
        </p:nvGrpSpPr>
        <p:grpSpPr>
          <a:xfrm>
            <a:off x="-5469907" y="2960809"/>
            <a:ext cx="552061" cy="462165"/>
            <a:chOff x="2172570" y="3194269"/>
            <a:chExt cx="552061" cy="462165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1E38192-0544-99B3-F2C3-4706D0EB25CE}"/>
                </a:ext>
              </a:extLst>
            </p:cNvPr>
            <p:cNvSpPr/>
            <p:nvPr/>
          </p:nvSpPr>
          <p:spPr>
            <a:xfrm rot="1200000">
              <a:off x="2213172" y="3265128"/>
              <a:ext cx="470858" cy="320448"/>
            </a:xfrm>
            <a:custGeom>
              <a:avLst/>
              <a:gdLst>
                <a:gd name="csX0" fmla="*/ 436612 w 470858"/>
                <a:gd name="csY0" fmla="*/ 57 h 320448"/>
                <a:gd name="csX1" fmla="*/ 471220 w 470858"/>
                <a:gd name="csY1" fmla="*/ 57 h 320448"/>
                <a:gd name="csX2" fmla="*/ 471220 w 470858"/>
                <a:gd name="csY2" fmla="*/ 320505 h 320448"/>
                <a:gd name="csX3" fmla="*/ 436612 w 470858"/>
                <a:gd name="csY3" fmla="*/ 320505 h 320448"/>
                <a:gd name="csX4" fmla="*/ 34969 w 470858"/>
                <a:gd name="csY4" fmla="*/ 320505 h 320448"/>
                <a:gd name="csX5" fmla="*/ 362 w 470858"/>
                <a:gd name="csY5" fmla="*/ 320505 h 320448"/>
                <a:gd name="csX6" fmla="*/ 362 w 470858"/>
                <a:gd name="csY6" fmla="*/ 57 h 320448"/>
                <a:gd name="csX7" fmla="*/ 34969 w 470858"/>
                <a:gd name="csY7" fmla="*/ 57 h 3204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70858" h="320448">
                  <a:moveTo>
                    <a:pt x="436612" y="57"/>
                  </a:moveTo>
                  <a:cubicBezTo>
                    <a:pt x="455725" y="57"/>
                    <a:pt x="471220" y="57"/>
                    <a:pt x="471220" y="57"/>
                  </a:cubicBezTo>
                  <a:lnTo>
                    <a:pt x="471220" y="320505"/>
                  </a:lnTo>
                  <a:cubicBezTo>
                    <a:pt x="471220" y="320505"/>
                    <a:pt x="455725" y="320505"/>
                    <a:pt x="436612" y="320505"/>
                  </a:cubicBezTo>
                  <a:lnTo>
                    <a:pt x="34969" y="320505"/>
                  </a:lnTo>
                  <a:cubicBezTo>
                    <a:pt x="15856" y="320505"/>
                    <a:pt x="362" y="320505"/>
                    <a:pt x="362" y="320505"/>
                  </a:cubicBezTo>
                  <a:lnTo>
                    <a:pt x="362" y="57"/>
                  </a:lnTo>
                  <a:cubicBezTo>
                    <a:pt x="362" y="57"/>
                    <a:pt x="15856" y="57"/>
                    <a:pt x="34969" y="57"/>
                  </a:cubicBezTo>
                  <a:close/>
                </a:path>
              </a:pathLst>
            </a:custGeom>
            <a:solidFill>
              <a:srgbClr val="F2F2F2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EE9D98C-4134-86A9-80A4-3EB44E2B5892}"/>
                </a:ext>
              </a:extLst>
            </p:cNvPr>
            <p:cNvSpPr/>
            <p:nvPr/>
          </p:nvSpPr>
          <p:spPr>
            <a:xfrm rot="1200000">
              <a:off x="2213174" y="3265127"/>
              <a:ext cx="470852" cy="320436"/>
            </a:xfrm>
            <a:custGeom>
              <a:avLst/>
              <a:gdLst>
                <a:gd name="csX0" fmla="*/ 19973 w 470852"/>
                <a:gd name="csY0" fmla="*/ 9863 h 320436"/>
                <a:gd name="csX1" fmla="*/ 10167 w 470852"/>
                <a:gd name="csY1" fmla="*/ 19668 h 320436"/>
                <a:gd name="csX2" fmla="*/ 10167 w 470852"/>
                <a:gd name="csY2" fmla="*/ 300883 h 320436"/>
                <a:gd name="csX3" fmla="*/ 19973 w 470852"/>
                <a:gd name="csY3" fmla="*/ 310688 h 320436"/>
                <a:gd name="csX4" fmla="*/ 451603 w 470852"/>
                <a:gd name="csY4" fmla="*/ 310688 h 320436"/>
                <a:gd name="csX5" fmla="*/ 461409 w 470852"/>
                <a:gd name="csY5" fmla="*/ 300883 h 320436"/>
                <a:gd name="csX6" fmla="*/ 461409 w 470852"/>
                <a:gd name="csY6" fmla="*/ 19668 h 320436"/>
                <a:gd name="csX7" fmla="*/ 451603 w 470852"/>
                <a:gd name="csY7" fmla="*/ 9863 h 320436"/>
                <a:gd name="csX8" fmla="*/ 19973 w 470852"/>
                <a:gd name="csY8" fmla="*/ 9863 h 320436"/>
                <a:gd name="csX9" fmla="*/ 19973 w 470852"/>
                <a:gd name="csY9" fmla="*/ 57 h 320436"/>
                <a:gd name="csX10" fmla="*/ 451603 w 470852"/>
                <a:gd name="csY10" fmla="*/ 57 h 320436"/>
                <a:gd name="csX11" fmla="*/ 471214 w 470852"/>
                <a:gd name="csY11" fmla="*/ 19668 h 320436"/>
                <a:gd name="csX12" fmla="*/ 471214 w 470852"/>
                <a:gd name="csY12" fmla="*/ 300883 h 320436"/>
                <a:gd name="csX13" fmla="*/ 451603 w 470852"/>
                <a:gd name="csY13" fmla="*/ 320494 h 320436"/>
                <a:gd name="csX14" fmla="*/ 19973 w 470852"/>
                <a:gd name="csY14" fmla="*/ 320494 h 320436"/>
                <a:gd name="csX15" fmla="*/ 362 w 470852"/>
                <a:gd name="csY15" fmla="*/ 300883 h 320436"/>
                <a:gd name="csX16" fmla="*/ 362 w 470852"/>
                <a:gd name="csY16" fmla="*/ 19668 h 320436"/>
                <a:gd name="csX17" fmla="*/ 19973 w 470852"/>
                <a:gd name="csY17" fmla="*/ 57 h 3204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70852" h="320436">
                  <a:moveTo>
                    <a:pt x="19973" y="9863"/>
                  </a:moveTo>
                  <a:cubicBezTo>
                    <a:pt x="14557" y="9863"/>
                    <a:pt x="10167" y="14253"/>
                    <a:pt x="10167" y="19668"/>
                  </a:cubicBezTo>
                  <a:lnTo>
                    <a:pt x="10167" y="300883"/>
                  </a:lnTo>
                  <a:cubicBezTo>
                    <a:pt x="10167" y="306298"/>
                    <a:pt x="14557" y="310688"/>
                    <a:pt x="19973" y="310688"/>
                  </a:cubicBezTo>
                  <a:lnTo>
                    <a:pt x="451603" y="310688"/>
                  </a:lnTo>
                  <a:cubicBezTo>
                    <a:pt x="457018" y="310688"/>
                    <a:pt x="461409" y="306298"/>
                    <a:pt x="461409" y="300883"/>
                  </a:cubicBezTo>
                  <a:lnTo>
                    <a:pt x="461409" y="19668"/>
                  </a:lnTo>
                  <a:cubicBezTo>
                    <a:pt x="461409" y="14253"/>
                    <a:pt x="457018" y="9863"/>
                    <a:pt x="451603" y="9863"/>
                  </a:cubicBezTo>
                  <a:lnTo>
                    <a:pt x="19973" y="9863"/>
                  </a:lnTo>
                  <a:moveTo>
                    <a:pt x="19973" y="57"/>
                  </a:moveTo>
                  <a:lnTo>
                    <a:pt x="451603" y="57"/>
                  </a:lnTo>
                  <a:cubicBezTo>
                    <a:pt x="462434" y="57"/>
                    <a:pt x="471214" y="8837"/>
                    <a:pt x="471214" y="19668"/>
                  </a:cubicBezTo>
                  <a:lnTo>
                    <a:pt x="471214" y="300883"/>
                  </a:lnTo>
                  <a:cubicBezTo>
                    <a:pt x="471214" y="311714"/>
                    <a:pt x="462434" y="320494"/>
                    <a:pt x="451603" y="320494"/>
                  </a:cubicBezTo>
                  <a:lnTo>
                    <a:pt x="19973" y="320494"/>
                  </a:lnTo>
                  <a:cubicBezTo>
                    <a:pt x="9142" y="320494"/>
                    <a:pt x="362" y="311714"/>
                    <a:pt x="362" y="300883"/>
                  </a:cubicBezTo>
                  <a:lnTo>
                    <a:pt x="362" y="19668"/>
                  </a:lnTo>
                  <a:cubicBezTo>
                    <a:pt x="362" y="8837"/>
                    <a:pt x="9142" y="57"/>
                    <a:pt x="19973" y="57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766B7F0F-C517-0CEC-7659-0752FFC91766}"/>
                </a:ext>
              </a:extLst>
            </p:cNvPr>
            <p:cNvSpPr/>
            <p:nvPr/>
          </p:nvSpPr>
          <p:spPr>
            <a:xfrm rot="1200000">
              <a:off x="2316255" y="3347945"/>
              <a:ext cx="313901" cy="19610"/>
            </a:xfrm>
            <a:custGeom>
              <a:avLst/>
              <a:gdLst>
                <a:gd name="csX0" fmla="*/ 10185 w 313901"/>
                <a:gd name="csY0" fmla="*/ 72 h 19610"/>
                <a:gd name="csX1" fmla="*/ 304476 w 313901"/>
                <a:gd name="csY1" fmla="*/ 72 h 19610"/>
                <a:gd name="csX2" fmla="*/ 314281 w 313901"/>
                <a:gd name="csY2" fmla="*/ 9877 h 19610"/>
                <a:gd name="csX3" fmla="*/ 304476 w 313901"/>
                <a:gd name="csY3" fmla="*/ 19682 h 19610"/>
                <a:gd name="csX4" fmla="*/ 10185 w 313901"/>
                <a:gd name="csY4" fmla="*/ 19682 h 19610"/>
                <a:gd name="csX5" fmla="*/ 380 w 313901"/>
                <a:gd name="csY5" fmla="*/ 9877 h 19610"/>
                <a:gd name="csX6" fmla="*/ 10185 w 313901"/>
                <a:gd name="csY6" fmla="*/ 72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185" y="72"/>
                  </a:moveTo>
                  <a:lnTo>
                    <a:pt x="304476" y="72"/>
                  </a:lnTo>
                  <a:cubicBezTo>
                    <a:pt x="309891" y="72"/>
                    <a:pt x="314281" y="4462"/>
                    <a:pt x="314281" y="9877"/>
                  </a:cubicBezTo>
                  <a:cubicBezTo>
                    <a:pt x="314281" y="15292"/>
                    <a:pt x="309891" y="19682"/>
                    <a:pt x="304476" y="19682"/>
                  </a:cubicBezTo>
                  <a:lnTo>
                    <a:pt x="10185" y="19682"/>
                  </a:lnTo>
                  <a:cubicBezTo>
                    <a:pt x="4770" y="19682"/>
                    <a:pt x="380" y="15292"/>
                    <a:pt x="380" y="9877"/>
                  </a:cubicBezTo>
                  <a:cubicBezTo>
                    <a:pt x="380" y="4462"/>
                    <a:pt x="4770" y="72"/>
                    <a:pt x="10185" y="72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C19FF97A-6454-BBD7-8B6C-B94D330536DA}"/>
                </a:ext>
              </a:extLst>
            </p:cNvPr>
            <p:cNvSpPr/>
            <p:nvPr/>
          </p:nvSpPr>
          <p:spPr>
            <a:xfrm rot="1200000">
              <a:off x="2291651" y="3415544"/>
              <a:ext cx="313901" cy="19610"/>
            </a:xfrm>
            <a:custGeom>
              <a:avLst/>
              <a:gdLst>
                <a:gd name="csX0" fmla="*/ 10181 w 313901"/>
                <a:gd name="csY0" fmla="*/ 83 h 19610"/>
                <a:gd name="csX1" fmla="*/ 304471 w 313901"/>
                <a:gd name="csY1" fmla="*/ 83 h 19610"/>
                <a:gd name="csX2" fmla="*/ 314277 w 313901"/>
                <a:gd name="csY2" fmla="*/ 9889 h 19610"/>
                <a:gd name="csX3" fmla="*/ 304471 w 313901"/>
                <a:gd name="csY3" fmla="*/ 19694 h 19610"/>
                <a:gd name="csX4" fmla="*/ 10181 w 313901"/>
                <a:gd name="csY4" fmla="*/ 19694 h 19610"/>
                <a:gd name="csX5" fmla="*/ 375 w 313901"/>
                <a:gd name="csY5" fmla="*/ 9889 h 19610"/>
                <a:gd name="csX6" fmla="*/ 10181 w 313901"/>
                <a:gd name="csY6" fmla="*/ 83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181" y="83"/>
                  </a:moveTo>
                  <a:lnTo>
                    <a:pt x="304471" y="83"/>
                  </a:lnTo>
                  <a:cubicBezTo>
                    <a:pt x="309887" y="83"/>
                    <a:pt x="314277" y="4473"/>
                    <a:pt x="314277" y="9889"/>
                  </a:cubicBezTo>
                  <a:cubicBezTo>
                    <a:pt x="314277" y="15304"/>
                    <a:pt x="309887" y="19694"/>
                    <a:pt x="304471" y="19694"/>
                  </a:cubicBezTo>
                  <a:lnTo>
                    <a:pt x="10181" y="19694"/>
                  </a:lnTo>
                  <a:cubicBezTo>
                    <a:pt x="4765" y="19694"/>
                    <a:pt x="375" y="15304"/>
                    <a:pt x="375" y="9889"/>
                  </a:cubicBezTo>
                  <a:cubicBezTo>
                    <a:pt x="375" y="4473"/>
                    <a:pt x="4765" y="83"/>
                    <a:pt x="10181" y="83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5AAC2DD-5941-390F-DFDA-BC79BD08796C}"/>
                </a:ext>
              </a:extLst>
            </p:cNvPr>
            <p:cNvSpPr/>
            <p:nvPr/>
          </p:nvSpPr>
          <p:spPr>
            <a:xfrm rot="1200000">
              <a:off x="2267047" y="3483143"/>
              <a:ext cx="313901" cy="19610"/>
            </a:xfrm>
            <a:custGeom>
              <a:avLst/>
              <a:gdLst>
                <a:gd name="csX0" fmla="*/ 10176 w 313901"/>
                <a:gd name="csY0" fmla="*/ 95 h 19610"/>
                <a:gd name="csX1" fmla="*/ 304467 w 313901"/>
                <a:gd name="csY1" fmla="*/ 95 h 19610"/>
                <a:gd name="csX2" fmla="*/ 314273 w 313901"/>
                <a:gd name="csY2" fmla="*/ 9900 h 19610"/>
                <a:gd name="csX3" fmla="*/ 304467 w 313901"/>
                <a:gd name="csY3" fmla="*/ 19706 h 19610"/>
                <a:gd name="csX4" fmla="*/ 10176 w 313901"/>
                <a:gd name="csY4" fmla="*/ 19706 h 19610"/>
                <a:gd name="csX5" fmla="*/ 371 w 313901"/>
                <a:gd name="csY5" fmla="*/ 9900 h 19610"/>
                <a:gd name="csX6" fmla="*/ 10176 w 313901"/>
                <a:gd name="csY6" fmla="*/ 95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176" y="95"/>
                  </a:moveTo>
                  <a:lnTo>
                    <a:pt x="304467" y="95"/>
                  </a:lnTo>
                  <a:cubicBezTo>
                    <a:pt x="309883" y="95"/>
                    <a:pt x="314273" y="4485"/>
                    <a:pt x="314273" y="9900"/>
                  </a:cubicBezTo>
                  <a:cubicBezTo>
                    <a:pt x="314273" y="15316"/>
                    <a:pt x="309883" y="19706"/>
                    <a:pt x="304467" y="19706"/>
                  </a:cubicBezTo>
                  <a:lnTo>
                    <a:pt x="10176" y="19706"/>
                  </a:lnTo>
                  <a:cubicBezTo>
                    <a:pt x="4761" y="19706"/>
                    <a:pt x="371" y="15316"/>
                    <a:pt x="371" y="9900"/>
                  </a:cubicBezTo>
                  <a:cubicBezTo>
                    <a:pt x="371" y="4485"/>
                    <a:pt x="4761" y="95"/>
                    <a:pt x="10176" y="95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55" name="Graphic 5">
            <a:extLst>
              <a:ext uri="{FF2B5EF4-FFF2-40B4-BE49-F238E27FC236}">
                <a16:creationId xmlns:a16="http://schemas.microsoft.com/office/drawing/2014/main" id="{49FDE99A-6F80-0345-223D-CFD9F7F03DDC}"/>
              </a:ext>
            </a:extLst>
          </p:cNvPr>
          <p:cNvGrpSpPr/>
          <p:nvPr/>
        </p:nvGrpSpPr>
        <p:grpSpPr>
          <a:xfrm>
            <a:off x="-6667688" y="3104901"/>
            <a:ext cx="472969" cy="320886"/>
            <a:chOff x="819149" y="3104901"/>
            <a:chExt cx="472969" cy="320886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EDBC2AE-B110-9B75-BF91-708109191183}"/>
                </a:ext>
              </a:extLst>
            </p:cNvPr>
            <p:cNvSpPr/>
            <p:nvPr/>
          </p:nvSpPr>
          <p:spPr>
            <a:xfrm>
              <a:off x="819149" y="3108552"/>
              <a:ext cx="472969" cy="317235"/>
            </a:xfrm>
            <a:custGeom>
              <a:avLst/>
              <a:gdLst>
                <a:gd name="csX0" fmla="*/ 438482 w 472969"/>
                <a:gd name="csY0" fmla="*/ 30 h 317235"/>
                <a:gd name="csX1" fmla="*/ 473089 w 472969"/>
                <a:gd name="csY1" fmla="*/ 30 h 317235"/>
                <a:gd name="csX2" fmla="*/ 473089 w 472969"/>
                <a:gd name="csY2" fmla="*/ 317265 h 317235"/>
                <a:gd name="csX3" fmla="*/ 438482 w 472969"/>
                <a:gd name="csY3" fmla="*/ 317265 h 317235"/>
                <a:gd name="csX4" fmla="*/ 34727 w 472969"/>
                <a:gd name="csY4" fmla="*/ 317265 h 317235"/>
                <a:gd name="csX5" fmla="*/ 120 w 472969"/>
                <a:gd name="csY5" fmla="*/ 317265 h 317235"/>
                <a:gd name="csX6" fmla="*/ 120 w 472969"/>
                <a:gd name="csY6" fmla="*/ 30 h 317235"/>
                <a:gd name="csX7" fmla="*/ 34727 w 472969"/>
                <a:gd name="csY7" fmla="*/ 30 h 3172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72969" h="317235">
                  <a:moveTo>
                    <a:pt x="438482" y="30"/>
                  </a:moveTo>
                  <a:cubicBezTo>
                    <a:pt x="457595" y="30"/>
                    <a:pt x="473089" y="30"/>
                    <a:pt x="473089" y="30"/>
                  </a:cubicBezTo>
                  <a:lnTo>
                    <a:pt x="473089" y="317265"/>
                  </a:lnTo>
                  <a:cubicBezTo>
                    <a:pt x="473089" y="317265"/>
                    <a:pt x="457595" y="317265"/>
                    <a:pt x="438482" y="317265"/>
                  </a:cubicBezTo>
                  <a:lnTo>
                    <a:pt x="34727" y="317265"/>
                  </a:lnTo>
                  <a:cubicBezTo>
                    <a:pt x="15614" y="317265"/>
                    <a:pt x="120" y="317265"/>
                    <a:pt x="120" y="317265"/>
                  </a:cubicBezTo>
                  <a:lnTo>
                    <a:pt x="120" y="30"/>
                  </a:lnTo>
                  <a:cubicBezTo>
                    <a:pt x="120" y="30"/>
                    <a:pt x="15614" y="30"/>
                    <a:pt x="34727" y="30"/>
                  </a:cubicBezTo>
                  <a:close/>
                </a:path>
              </a:pathLst>
            </a:custGeom>
            <a:solidFill>
              <a:srgbClr val="F2F2F2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AE4D3C1-E052-126D-8A6D-C357A7DE90D0}"/>
                </a:ext>
              </a:extLst>
            </p:cNvPr>
            <p:cNvSpPr/>
            <p:nvPr/>
          </p:nvSpPr>
          <p:spPr>
            <a:xfrm>
              <a:off x="820211" y="3104901"/>
              <a:ext cx="470852" cy="320436"/>
            </a:xfrm>
            <a:custGeom>
              <a:avLst/>
              <a:gdLst>
                <a:gd name="csX0" fmla="*/ 19731 w 470852"/>
                <a:gd name="csY0" fmla="*/ 9835 h 320436"/>
                <a:gd name="csX1" fmla="*/ 9926 w 470852"/>
                <a:gd name="csY1" fmla="*/ 19640 h 320436"/>
                <a:gd name="csX2" fmla="*/ 9926 w 470852"/>
                <a:gd name="csY2" fmla="*/ 300855 h 320436"/>
                <a:gd name="csX3" fmla="*/ 19731 w 470852"/>
                <a:gd name="csY3" fmla="*/ 310661 h 320436"/>
                <a:gd name="csX4" fmla="*/ 451362 w 470852"/>
                <a:gd name="csY4" fmla="*/ 310661 h 320436"/>
                <a:gd name="csX5" fmla="*/ 461167 w 470852"/>
                <a:gd name="csY5" fmla="*/ 300855 h 320436"/>
                <a:gd name="csX6" fmla="*/ 461167 w 470852"/>
                <a:gd name="csY6" fmla="*/ 19640 h 320436"/>
                <a:gd name="csX7" fmla="*/ 451362 w 470852"/>
                <a:gd name="csY7" fmla="*/ 9835 h 320436"/>
                <a:gd name="csX8" fmla="*/ 19731 w 470852"/>
                <a:gd name="csY8" fmla="*/ 9835 h 320436"/>
                <a:gd name="csX9" fmla="*/ 19731 w 470852"/>
                <a:gd name="csY9" fmla="*/ 29 h 320436"/>
                <a:gd name="csX10" fmla="*/ 451362 w 470852"/>
                <a:gd name="csY10" fmla="*/ 29 h 320436"/>
                <a:gd name="csX11" fmla="*/ 470973 w 470852"/>
                <a:gd name="csY11" fmla="*/ 19640 h 320436"/>
                <a:gd name="csX12" fmla="*/ 470973 w 470852"/>
                <a:gd name="csY12" fmla="*/ 300855 h 320436"/>
                <a:gd name="csX13" fmla="*/ 451362 w 470852"/>
                <a:gd name="csY13" fmla="*/ 320466 h 320436"/>
                <a:gd name="csX14" fmla="*/ 19731 w 470852"/>
                <a:gd name="csY14" fmla="*/ 320466 h 320436"/>
                <a:gd name="csX15" fmla="*/ 120 w 470852"/>
                <a:gd name="csY15" fmla="*/ 300855 h 320436"/>
                <a:gd name="csX16" fmla="*/ 120 w 470852"/>
                <a:gd name="csY16" fmla="*/ 19640 h 320436"/>
                <a:gd name="csX17" fmla="*/ 19731 w 470852"/>
                <a:gd name="csY17" fmla="*/ 29 h 3204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70852" h="320436">
                  <a:moveTo>
                    <a:pt x="19731" y="9835"/>
                  </a:moveTo>
                  <a:cubicBezTo>
                    <a:pt x="14316" y="9835"/>
                    <a:pt x="9926" y="14225"/>
                    <a:pt x="9926" y="19640"/>
                  </a:cubicBezTo>
                  <a:lnTo>
                    <a:pt x="9926" y="300855"/>
                  </a:lnTo>
                  <a:cubicBezTo>
                    <a:pt x="9926" y="306271"/>
                    <a:pt x="14316" y="310661"/>
                    <a:pt x="19731" y="310661"/>
                  </a:cubicBezTo>
                  <a:lnTo>
                    <a:pt x="451362" y="310661"/>
                  </a:lnTo>
                  <a:cubicBezTo>
                    <a:pt x="456777" y="310661"/>
                    <a:pt x="461167" y="306271"/>
                    <a:pt x="461167" y="300855"/>
                  </a:cubicBezTo>
                  <a:lnTo>
                    <a:pt x="461167" y="19640"/>
                  </a:lnTo>
                  <a:cubicBezTo>
                    <a:pt x="461167" y="14225"/>
                    <a:pt x="456777" y="9835"/>
                    <a:pt x="451362" y="9835"/>
                  </a:cubicBezTo>
                  <a:lnTo>
                    <a:pt x="19731" y="9835"/>
                  </a:lnTo>
                  <a:moveTo>
                    <a:pt x="19731" y="29"/>
                  </a:moveTo>
                  <a:lnTo>
                    <a:pt x="451362" y="29"/>
                  </a:lnTo>
                  <a:cubicBezTo>
                    <a:pt x="462192" y="29"/>
                    <a:pt x="470973" y="8810"/>
                    <a:pt x="470973" y="19640"/>
                  </a:cubicBezTo>
                  <a:lnTo>
                    <a:pt x="470973" y="300855"/>
                  </a:lnTo>
                  <a:cubicBezTo>
                    <a:pt x="470973" y="311686"/>
                    <a:pt x="462192" y="320466"/>
                    <a:pt x="451362" y="320466"/>
                  </a:cubicBezTo>
                  <a:lnTo>
                    <a:pt x="19731" y="320466"/>
                  </a:lnTo>
                  <a:cubicBezTo>
                    <a:pt x="8900" y="320466"/>
                    <a:pt x="120" y="311686"/>
                    <a:pt x="120" y="300855"/>
                  </a:cubicBezTo>
                  <a:lnTo>
                    <a:pt x="120" y="19640"/>
                  </a:lnTo>
                  <a:cubicBezTo>
                    <a:pt x="120" y="8810"/>
                    <a:pt x="8900" y="29"/>
                    <a:pt x="19731" y="29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40606411-3B96-6236-50E7-64BEBD30DAE3}"/>
                </a:ext>
              </a:extLst>
            </p:cNvPr>
            <p:cNvSpPr/>
            <p:nvPr/>
          </p:nvSpPr>
          <p:spPr>
            <a:xfrm>
              <a:off x="898689" y="3183379"/>
              <a:ext cx="313901" cy="19610"/>
            </a:xfrm>
            <a:custGeom>
              <a:avLst/>
              <a:gdLst>
                <a:gd name="csX0" fmla="*/ 9939 w 313901"/>
                <a:gd name="csY0" fmla="*/ 43 h 19610"/>
                <a:gd name="csX1" fmla="*/ 304230 w 313901"/>
                <a:gd name="csY1" fmla="*/ 43 h 19610"/>
                <a:gd name="csX2" fmla="*/ 314035 w 313901"/>
                <a:gd name="csY2" fmla="*/ 9848 h 19610"/>
                <a:gd name="csX3" fmla="*/ 304230 w 313901"/>
                <a:gd name="csY3" fmla="*/ 19654 h 19610"/>
                <a:gd name="csX4" fmla="*/ 9939 w 313901"/>
                <a:gd name="csY4" fmla="*/ 19654 h 19610"/>
                <a:gd name="csX5" fmla="*/ 134 w 313901"/>
                <a:gd name="csY5" fmla="*/ 9848 h 19610"/>
                <a:gd name="csX6" fmla="*/ 9939 w 313901"/>
                <a:gd name="csY6" fmla="*/ 43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939" y="43"/>
                  </a:moveTo>
                  <a:lnTo>
                    <a:pt x="304230" y="43"/>
                  </a:lnTo>
                  <a:cubicBezTo>
                    <a:pt x="309645" y="43"/>
                    <a:pt x="314035" y="4433"/>
                    <a:pt x="314035" y="9848"/>
                  </a:cubicBezTo>
                  <a:cubicBezTo>
                    <a:pt x="314035" y="15264"/>
                    <a:pt x="309645" y="19654"/>
                    <a:pt x="304230" y="19654"/>
                  </a:cubicBezTo>
                  <a:lnTo>
                    <a:pt x="9939" y="19654"/>
                  </a:lnTo>
                  <a:cubicBezTo>
                    <a:pt x="4524" y="19654"/>
                    <a:pt x="134" y="15264"/>
                    <a:pt x="134" y="9848"/>
                  </a:cubicBezTo>
                  <a:cubicBezTo>
                    <a:pt x="134" y="4433"/>
                    <a:pt x="4524" y="43"/>
                    <a:pt x="9939" y="43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4137A2CE-F667-FA93-5571-0F7E774F92C0}"/>
                </a:ext>
              </a:extLst>
            </p:cNvPr>
            <p:cNvSpPr/>
            <p:nvPr/>
          </p:nvSpPr>
          <p:spPr>
            <a:xfrm>
              <a:off x="898689" y="3255317"/>
              <a:ext cx="313901" cy="19610"/>
            </a:xfrm>
            <a:custGeom>
              <a:avLst/>
              <a:gdLst>
                <a:gd name="csX0" fmla="*/ 9939 w 313901"/>
                <a:gd name="csY0" fmla="*/ 56 h 19610"/>
                <a:gd name="csX1" fmla="*/ 304230 w 313901"/>
                <a:gd name="csY1" fmla="*/ 56 h 19610"/>
                <a:gd name="csX2" fmla="*/ 314035 w 313901"/>
                <a:gd name="csY2" fmla="*/ 9861 h 19610"/>
                <a:gd name="csX3" fmla="*/ 304230 w 313901"/>
                <a:gd name="csY3" fmla="*/ 19666 h 19610"/>
                <a:gd name="csX4" fmla="*/ 9939 w 313901"/>
                <a:gd name="csY4" fmla="*/ 19666 h 19610"/>
                <a:gd name="csX5" fmla="*/ 134 w 313901"/>
                <a:gd name="csY5" fmla="*/ 9861 h 19610"/>
                <a:gd name="csX6" fmla="*/ 9939 w 313901"/>
                <a:gd name="csY6" fmla="*/ 56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939" y="56"/>
                  </a:moveTo>
                  <a:lnTo>
                    <a:pt x="304230" y="56"/>
                  </a:lnTo>
                  <a:cubicBezTo>
                    <a:pt x="309645" y="56"/>
                    <a:pt x="314035" y="4446"/>
                    <a:pt x="314035" y="9861"/>
                  </a:cubicBezTo>
                  <a:cubicBezTo>
                    <a:pt x="314035" y="15276"/>
                    <a:pt x="309645" y="19666"/>
                    <a:pt x="304230" y="19666"/>
                  </a:cubicBezTo>
                  <a:lnTo>
                    <a:pt x="9939" y="19666"/>
                  </a:lnTo>
                  <a:cubicBezTo>
                    <a:pt x="4524" y="19666"/>
                    <a:pt x="134" y="15276"/>
                    <a:pt x="134" y="9861"/>
                  </a:cubicBezTo>
                  <a:cubicBezTo>
                    <a:pt x="134" y="4446"/>
                    <a:pt x="4524" y="56"/>
                    <a:pt x="9939" y="56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7EFB5BC9-8EA3-9D6E-57B6-C3B67491D9CB}"/>
                </a:ext>
              </a:extLst>
            </p:cNvPr>
            <p:cNvSpPr/>
            <p:nvPr/>
          </p:nvSpPr>
          <p:spPr>
            <a:xfrm>
              <a:off x="898689" y="3327254"/>
              <a:ext cx="313901" cy="19610"/>
            </a:xfrm>
            <a:custGeom>
              <a:avLst/>
              <a:gdLst>
                <a:gd name="csX0" fmla="*/ 9939 w 313901"/>
                <a:gd name="csY0" fmla="*/ 68 h 19610"/>
                <a:gd name="csX1" fmla="*/ 304230 w 313901"/>
                <a:gd name="csY1" fmla="*/ 68 h 19610"/>
                <a:gd name="csX2" fmla="*/ 314035 w 313901"/>
                <a:gd name="csY2" fmla="*/ 9873 h 19610"/>
                <a:gd name="csX3" fmla="*/ 304230 w 313901"/>
                <a:gd name="csY3" fmla="*/ 19679 h 19610"/>
                <a:gd name="csX4" fmla="*/ 9939 w 313901"/>
                <a:gd name="csY4" fmla="*/ 19679 h 19610"/>
                <a:gd name="csX5" fmla="*/ 134 w 313901"/>
                <a:gd name="csY5" fmla="*/ 9873 h 19610"/>
                <a:gd name="csX6" fmla="*/ 9939 w 313901"/>
                <a:gd name="csY6" fmla="*/ 68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939" y="68"/>
                  </a:moveTo>
                  <a:lnTo>
                    <a:pt x="304230" y="68"/>
                  </a:lnTo>
                  <a:cubicBezTo>
                    <a:pt x="309645" y="68"/>
                    <a:pt x="314035" y="4458"/>
                    <a:pt x="314035" y="9873"/>
                  </a:cubicBezTo>
                  <a:cubicBezTo>
                    <a:pt x="314035" y="15289"/>
                    <a:pt x="309645" y="19679"/>
                    <a:pt x="304230" y="19679"/>
                  </a:cubicBezTo>
                  <a:lnTo>
                    <a:pt x="9939" y="19679"/>
                  </a:lnTo>
                  <a:cubicBezTo>
                    <a:pt x="4524" y="19679"/>
                    <a:pt x="134" y="15289"/>
                    <a:pt x="134" y="9873"/>
                  </a:cubicBezTo>
                  <a:cubicBezTo>
                    <a:pt x="134" y="4458"/>
                    <a:pt x="4524" y="68"/>
                    <a:pt x="9939" y="68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61" name="Graphic 5">
            <a:extLst>
              <a:ext uri="{FF2B5EF4-FFF2-40B4-BE49-F238E27FC236}">
                <a16:creationId xmlns:a16="http://schemas.microsoft.com/office/drawing/2014/main" id="{B0E02BAC-1235-C262-07B1-E0CC83781CDB}"/>
              </a:ext>
            </a:extLst>
          </p:cNvPr>
          <p:cNvGrpSpPr/>
          <p:nvPr/>
        </p:nvGrpSpPr>
        <p:grpSpPr>
          <a:xfrm>
            <a:off x="-5970365" y="2958011"/>
            <a:ext cx="494490" cy="467548"/>
            <a:chOff x="1516472" y="2958011"/>
            <a:chExt cx="494490" cy="467548"/>
          </a:xfrm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B798A77-F054-7B18-B883-9D3458764931}"/>
                </a:ext>
              </a:extLst>
            </p:cNvPr>
            <p:cNvSpPr/>
            <p:nvPr/>
          </p:nvSpPr>
          <p:spPr>
            <a:xfrm rot="361440">
              <a:off x="1537745" y="2958011"/>
              <a:ext cx="473217" cy="467446"/>
            </a:xfrm>
            <a:custGeom>
              <a:avLst/>
              <a:gdLst>
                <a:gd name="csX0" fmla="*/ 438833 w 473217"/>
                <a:gd name="csY0" fmla="*/ 4 h 467446"/>
                <a:gd name="csX1" fmla="*/ 473458 w 473217"/>
                <a:gd name="csY1" fmla="*/ 4 h 467446"/>
                <a:gd name="csX2" fmla="*/ 473458 w 473217"/>
                <a:gd name="csY2" fmla="*/ 467451 h 467446"/>
                <a:gd name="csX3" fmla="*/ 438833 w 473217"/>
                <a:gd name="csY3" fmla="*/ 467451 h 467446"/>
                <a:gd name="csX4" fmla="*/ 34867 w 473217"/>
                <a:gd name="csY4" fmla="*/ 467451 h 467446"/>
                <a:gd name="csX5" fmla="*/ 241 w 473217"/>
                <a:gd name="csY5" fmla="*/ 467451 h 467446"/>
                <a:gd name="csX6" fmla="*/ 241 w 473217"/>
                <a:gd name="csY6" fmla="*/ 4 h 467446"/>
                <a:gd name="csX7" fmla="*/ 34867 w 473217"/>
                <a:gd name="csY7" fmla="*/ 4 h 4674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73217" h="467446">
                  <a:moveTo>
                    <a:pt x="438833" y="4"/>
                  </a:moveTo>
                  <a:cubicBezTo>
                    <a:pt x="457956" y="4"/>
                    <a:pt x="473458" y="4"/>
                    <a:pt x="473458" y="4"/>
                  </a:cubicBezTo>
                  <a:lnTo>
                    <a:pt x="473458" y="467451"/>
                  </a:lnTo>
                  <a:cubicBezTo>
                    <a:pt x="473458" y="467451"/>
                    <a:pt x="457956" y="467451"/>
                    <a:pt x="438833" y="467451"/>
                  </a:cubicBezTo>
                  <a:lnTo>
                    <a:pt x="34867" y="467451"/>
                  </a:lnTo>
                  <a:cubicBezTo>
                    <a:pt x="15743" y="467451"/>
                    <a:pt x="241" y="467451"/>
                    <a:pt x="241" y="467451"/>
                  </a:cubicBezTo>
                  <a:lnTo>
                    <a:pt x="241" y="4"/>
                  </a:lnTo>
                  <a:cubicBezTo>
                    <a:pt x="241" y="4"/>
                    <a:pt x="15743" y="4"/>
                    <a:pt x="34867" y="4"/>
                  </a:cubicBezTo>
                  <a:close/>
                </a:path>
              </a:pathLst>
            </a:custGeom>
            <a:solidFill>
              <a:srgbClr val="F2F2F2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4846915-ED45-DE3E-1230-6308A953CEAE}"/>
                </a:ext>
              </a:extLst>
            </p:cNvPr>
            <p:cNvSpPr/>
            <p:nvPr/>
          </p:nvSpPr>
          <p:spPr>
            <a:xfrm rot="361440">
              <a:off x="1516472" y="2960999"/>
              <a:ext cx="471099" cy="464560"/>
            </a:xfrm>
            <a:custGeom>
              <a:avLst/>
              <a:gdLst>
                <a:gd name="csX0" fmla="*/ 19862 w 471099"/>
                <a:gd name="csY0" fmla="*/ 9815 h 464560"/>
                <a:gd name="csX1" fmla="*/ 10052 w 471099"/>
                <a:gd name="csY1" fmla="*/ 19626 h 464560"/>
                <a:gd name="csX2" fmla="*/ 10052 w 471099"/>
                <a:gd name="csY2" fmla="*/ 444944 h 464560"/>
                <a:gd name="csX3" fmla="*/ 19862 w 471099"/>
                <a:gd name="csY3" fmla="*/ 454755 h 464560"/>
                <a:gd name="csX4" fmla="*/ 451719 w 471099"/>
                <a:gd name="csY4" fmla="*/ 454755 h 464560"/>
                <a:gd name="csX5" fmla="*/ 461530 w 471099"/>
                <a:gd name="csY5" fmla="*/ 444944 h 464560"/>
                <a:gd name="csX6" fmla="*/ 461530 w 471099"/>
                <a:gd name="csY6" fmla="*/ 19626 h 464560"/>
                <a:gd name="csX7" fmla="*/ 451719 w 471099"/>
                <a:gd name="csY7" fmla="*/ 9815 h 464560"/>
                <a:gd name="csX8" fmla="*/ 19862 w 471099"/>
                <a:gd name="csY8" fmla="*/ 9815 h 464560"/>
                <a:gd name="csX9" fmla="*/ 19862 w 471099"/>
                <a:gd name="csY9" fmla="*/ 4 h 464560"/>
                <a:gd name="csX10" fmla="*/ 451719 w 471099"/>
                <a:gd name="csY10" fmla="*/ 4 h 464560"/>
                <a:gd name="csX11" fmla="*/ 471340 w 471099"/>
                <a:gd name="csY11" fmla="*/ 19626 h 464560"/>
                <a:gd name="csX12" fmla="*/ 471340 w 471099"/>
                <a:gd name="csY12" fmla="*/ 444944 h 464560"/>
                <a:gd name="csX13" fmla="*/ 451719 w 471099"/>
                <a:gd name="csY13" fmla="*/ 464565 h 464560"/>
                <a:gd name="csX14" fmla="*/ 19862 w 471099"/>
                <a:gd name="csY14" fmla="*/ 464565 h 464560"/>
                <a:gd name="csX15" fmla="*/ 241 w 471099"/>
                <a:gd name="csY15" fmla="*/ 444944 h 464560"/>
                <a:gd name="csX16" fmla="*/ 241 w 471099"/>
                <a:gd name="csY16" fmla="*/ 19626 h 464560"/>
                <a:gd name="csX17" fmla="*/ 19862 w 471099"/>
                <a:gd name="csY17" fmla="*/ 4 h 4645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71099" h="464560">
                  <a:moveTo>
                    <a:pt x="19862" y="9815"/>
                  </a:moveTo>
                  <a:cubicBezTo>
                    <a:pt x="14444" y="9815"/>
                    <a:pt x="10052" y="14207"/>
                    <a:pt x="10052" y="19626"/>
                  </a:cubicBezTo>
                  <a:lnTo>
                    <a:pt x="10052" y="444944"/>
                  </a:lnTo>
                  <a:cubicBezTo>
                    <a:pt x="10052" y="450363"/>
                    <a:pt x="14444" y="454755"/>
                    <a:pt x="19862" y="454755"/>
                  </a:cubicBezTo>
                  <a:lnTo>
                    <a:pt x="451719" y="454755"/>
                  </a:lnTo>
                  <a:cubicBezTo>
                    <a:pt x="457137" y="454755"/>
                    <a:pt x="461530" y="450363"/>
                    <a:pt x="461530" y="444944"/>
                  </a:cubicBezTo>
                  <a:lnTo>
                    <a:pt x="461530" y="19626"/>
                  </a:lnTo>
                  <a:cubicBezTo>
                    <a:pt x="461530" y="14207"/>
                    <a:pt x="457137" y="9815"/>
                    <a:pt x="451719" y="9815"/>
                  </a:cubicBezTo>
                  <a:lnTo>
                    <a:pt x="19862" y="9815"/>
                  </a:lnTo>
                  <a:moveTo>
                    <a:pt x="19862" y="4"/>
                  </a:moveTo>
                  <a:lnTo>
                    <a:pt x="451719" y="4"/>
                  </a:lnTo>
                  <a:cubicBezTo>
                    <a:pt x="462556" y="4"/>
                    <a:pt x="471340" y="8789"/>
                    <a:pt x="471340" y="19626"/>
                  </a:cubicBezTo>
                  <a:lnTo>
                    <a:pt x="471340" y="444944"/>
                  </a:lnTo>
                  <a:cubicBezTo>
                    <a:pt x="471340" y="455781"/>
                    <a:pt x="462556" y="464565"/>
                    <a:pt x="451719" y="464565"/>
                  </a:cubicBezTo>
                  <a:lnTo>
                    <a:pt x="19862" y="464565"/>
                  </a:lnTo>
                  <a:cubicBezTo>
                    <a:pt x="9026" y="464565"/>
                    <a:pt x="241" y="455781"/>
                    <a:pt x="241" y="444944"/>
                  </a:cubicBezTo>
                  <a:lnTo>
                    <a:pt x="241" y="19626"/>
                  </a:lnTo>
                  <a:cubicBezTo>
                    <a:pt x="241" y="8789"/>
                    <a:pt x="9026" y="4"/>
                    <a:pt x="19862" y="4"/>
                  </a:cubicBezTo>
                  <a:close/>
                </a:path>
              </a:pathLst>
            </a:custGeom>
            <a:solidFill>
              <a:srgbClr val="E6E6E6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EB9229E-141C-DF9A-DF9E-5D08A17C5641}"/>
                </a:ext>
              </a:extLst>
            </p:cNvPr>
            <p:cNvSpPr/>
            <p:nvPr/>
          </p:nvSpPr>
          <p:spPr>
            <a:xfrm rot="361440">
              <a:off x="1610099" y="3040308"/>
              <a:ext cx="314066" cy="19621"/>
            </a:xfrm>
            <a:custGeom>
              <a:avLst/>
              <a:gdLst>
                <a:gd name="csX0" fmla="*/ 10068 w 314066"/>
                <a:gd name="csY0" fmla="*/ 18 h 19621"/>
                <a:gd name="csX1" fmla="*/ 304513 w 314066"/>
                <a:gd name="csY1" fmla="*/ 18 h 19621"/>
                <a:gd name="csX2" fmla="*/ 314323 w 314066"/>
                <a:gd name="csY2" fmla="*/ 9829 h 19621"/>
                <a:gd name="csX3" fmla="*/ 304513 w 314066"/>
                <a:gd name="csY3" fmla="*/ 19639 h 19621"/>
                <a:gd name="csX4" fmla="*/ 10068 w 314066"/>
                <a:gd name="csY4" fmla="*/ 19639 h 19621"/>
                <a:gd name="csX5" fmla="*/ 257 w 314066"/>
                <a:gd name="csY5" fmla="*/ 9829 h 19621"/>
                <a:gd name="csX6" fmla="*/ 10068 w 314066"/>
                <a:gd name="csY6" fmla="*/ 18 h 1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4066" h="19621">
                  <a:moveTo>
                    <a:pt x="10068" y="18"/>
                  </a:moveTo>
                  <a:lnTo>
                    <a:pt x="304513" y="18"/>
                  </a:lnTo>
                  <a:cubicBezTo>
                    <a:pt x="309931" y="18"/>
                    <a:pt x="314323" y="4411"/>
                    <a:pt x="314323" y="9829"/>
                  </a:cubicBezTo>
                  <a:cubicBezTo>
                    <a:pt x="314323" y="15247"/>
                    <a:pt x="309931" y="19639"/>
                    <a:pt x="304513" y="19639"/>
                  </a:cubicBezTo>
                  <a:lnTo>
                    <a:pt x="10068" y="19639"/>
                  </a:lnTo>
                  <a:cubicBezTo>
                    <a:pt x="4650" y="19639"/>
                    <a:pt x="257" y="15247"/>
                    <a:pt x="257" y="9829"/>
                  </a:cubicBezTo>
                  <a:cubicBezTo>
                    <a:pt x="257" y="4411"/>
                    <a:pt x="4650" y="18"/>
                    <a:pt x="10068" y="18"/>
                  </a:cubicBezTo>
                  <a:close/>
                </a:path>
              </a:pathLst>
            </a:custGeom>
            <a:solidFill>
              <a:srgbClr val="6C63FF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4CD1CF7-02A2-0BF0-8411-C50307E5CE32}"/>
                </a:ext>
              </a:extLst>
            </p:cNvPr>
            <p:cNvSpPr/>
            <p:nvPr/>
          </p:nvSpPr>
          <p:spPr>
            <a:xfrm rot="361440">
              <a:off x="1602546" y="3111886"/>
              <a:ext cx="314066" cy="19621"/>
            </a:xfrm>
            <a:custGeom>
              <a:avLst/>
              <a:gdLst>
                <a:gd name="csX0" fmla="*/ 10066 w 314066"/>
                <a:gd name="csY0" fmla="*/ 31 h 19621"/>
                <a:gd name="csX1" fmla="*/ 304512 w 314066"/>
                <a:gd name="csY1" fmla="*/ 31 h 19621"/>
                <a:gd name="csX2" fmla="*/ 314322 w 314066"/>
                <a:gd name="csY2" fmla="*/ 9841 h 19621"/>
                <a:gd name="csX3" fmla="*/ 304512 w 314066"/>
                <a:gd name="csY3" fmla="*/ 19652 h 19621"/>
                <a:gd name="csX4" fmla="*/ 10066 w 314066"/>
                <a:gd name="csY4" fmla="*/ 19652 h 19621"/>
                <a:gd name="csX5" fmla="*/ 256 w 314066"/>
                <a:gd name="csY5" fmla="*/ 9841 h 19621"/>
                <a:gd name="csX6" fmla="*/ 10066 w 314066"/>
                <a:gd name="csY6" fmla="*/ 31 h 1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4066" h="19621">
                  <a:moveTo>
                    <a:pt x="10066" y="31"/>
                  </a:moveTo>
                  <a:lnTo>
                    <a:pt x="304512" y="31"/>
                  </a:lnTo>
                  <a:cubicBezTo>
                    <a:pt x="309930" y="31"/>
                    <a:pt x="314322" y="4423"/>
                    <a:pt x="314322" y="9841"/>
                  </a:cubicBezTo>
                  <a:cubicBezTo>
                    <a:pt x="314322" y="15259"/>
                    <a:pt x="309930" y="19652"/>
                    <a:pt x="304512" y="19652"/>
                  </a:cubicBezTo>
                  <a:lnTo>
                    <a:pt x="10066" y="19652"/>
                  </a:lnTo>
                  <a:cubicBezTo>
                    <a:pt x="4648" y="19652"/>
                    <a:pt x="256" y="15259"/>
                    <a:pt x="256" y="9841"/>
                  </a:cubicBezTo>
                  <a:cubicBezTo>
                    <a:pt x="256" y="4423"/>
                    <a:pt x="4648" y="31"/>
                    <a:pt x="10066" y="31"/>
                  </a:cubicBezTo>
                  <a:close/>
                </a:path>
              </a:pathLst>
            </a:custGeom>
            <a:solidFill>
              <a:srgbClr val="6C63FF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961B132E-355A-202C-63D3-069208EA0D2C}"/>
                </a:ext>
              </a:extLst>
            </p:cNvPr>
            <p:cNvSpPr/>
            <p:nvPr/>
          </p:nvSpPr>
          <p:spPr>
            <a:xfrm rot="361440">
              <a:off x="1594992" y="3183463"/>
              <a:ext cx="314066" cy="19621"/>
            </a:xfrm>
            <a:custGeom>
              <a:avLst/>
              <a:gdLst>
                <a:gd name="csX0" fmla="*/ 10065 w 314066"/>
                <a:gd name="csY0" fmla="*/ 43 h 19621"/>
                <a:gd name="csX1" fmla="*/ 304510 w 314066"/>
                <a:gd name="csY1" fmla="*/ 43 h 19621"/>
                <a:gd name="csX2" fmla="*/ 314321 w 314066"/>
                <a:gd name="csY2" fmla="*/ 9854 h 19621"/>
                <a:gd name="csX3" fmla="*/ 304510 w 314066"/>
                <a:gd name="csY3" fmla="*/ 19664 h 19621"/>
                <a:gd name="csX4" fmla="*/ 10065 w 314066"/>
                <a:gd name="csY4" fmla="*/ 19664 h 19621"/>
                <a:gd name="csX5" fmla="*/ 255 w 314066"/>
                <a:gd name="csY5" fmla="*/ 9854 h 19621"/>
                <a:gd name="csX6" fmla="*/ 10065 w 314066"/>
                <a:gd name="csY6" fmla="*/ 43 h 1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4066" h="19621">
                  <a:moveTo>
                    <a:pt x="10065" y="43"/>
                  </a:moveTo>
                  <a:lnTo>
                    <a:pt x="304510" y="43"/>
                  </a:lnTo>
                  <a:cubicBezTo>
                    <a:pt x="309928" y="43"/>
                    <a:pt x="314321" y="4435"/>
                    <a:pt x="314321" y="9854"/>
                  </a:cubicBezTo>
                  <a:cubicBezTo>
                    <a:pt x="314321" y="15272"/>
                    <a:pt x="309928" y="19664"/>
                    <a:pt x="304510" y="19664"/>
                  </a:cubicBezTo>
                  <a:lnTo>
                    <a:pt x="10065" y="19664"/>
                  </a:lnTo>
                  <a:cubicBezTo>
                    <a:pt x="4647" y="19664"/>
                    <a:pt x="255" y="15272"/>
                    <a:pt x="255" y="9854"/>
                  </a:cubicBezTo>
                  <a:cubicBezTo>
                    <a:pt x="255" y="4435"/>
                    <a:pt x="4647" y="43"/>
                    <a:pt x="10065" y="43"/>
                  </a:cubicBezTo>
                  <a:close/>
                </a:path>
              </a:pathLst>
            </a:custGeom>
            <a:solidFill>
              <a:srgbClr val="6C63FF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98CF16E7-AF4D-3310-E824-DD6CDF40371D}"/>
                </a:ext>
              </a:extLst>
            </p:cNvPr>
            <p:cNvSpPr/>
            <p:nvPr/>
          </p:nvSpPr>
          <p:spPr>
            <a:xfrm rot="361440">
              <a:off x="1587439" y="3255041"/>
              <a:ext cx="314066" cy="19621"/>
            </a:xfrm>
            <a:custGeom>
              <a:avLst/>
              <a:gdLst>
                <a:gd name="csX0" fmla="*/ 10064 w 314066"/>
                <a:gd name="csY0" fmla="*/ 55 h 19621"/>
                <a:gd name="csX1" fmla="*/ 304509 w 314066"/>
                <a:gd name="csY1" fmla="*/ 55 h 19621"/>
                <a:gd name="csX2" fmla="*/ 314320 w 314066"/>
                <a:gd name="csY2" fmla="*/ 9866 h 19621"/>
                <a:gd name="csX3" fmla="*/ 304509 w 314066"/>
                <a:gd name="csY3" fmla="*/ 19677 h 19621"/>
                <a:gd name="csX4" fmla="*/ 10064 w 314066"/>
                <a:gd name="csY4" fmla="*/ 19677 h 19621"/>
                <a:gd name="csX5" fmla="*/ 253 w 314066"/>
                <a:gd name="csY5" fmla="*/ 9866 h 19621"/>
                <a:gd name="csX6" fmla="*/ 10064 w 314066"/>
                <a:gd name="csY6" fmla="*/ 55 h 1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4066" h="19621">
                  <a:moveTo>
                    <a:pt x="10064" y="55"/>
                  </a:moveTo>
                  <a:lnTo>
                    <a:pt x="304509" y="55"/>
                  </a:lnTo>
                  <a:cubicBezTo>
                    <a:pt x="309927" y="55"/>
                    <a:pt x="314320" y="4448"/>
                    <a:pt x="314320" y="9866"/>
                  </a:cubicBezTo>
                  <a:cubicBezTo>
                    <a:pt x="314320" y="15284"/>
                    <a:pt x="309927" y="19677"/>
                    <a:pt x="304509" y="19677"/>
                  </a:cubicBezTo>
                  <a:lnTo>
                    <a:pt x="10064" y="19677"/>
                  </a:lnTo>
                  <a:cubicBezTo>
                    <a:pt x="4646" y="19677"/>
                    <a:pt x="253" y="15284"/>
                    <a:pt x="253" y="9866"/>
                  </a:cubicBezTo>
                  <a:cubicBezTo>
                    <a:pt x="253" y="4448"/>
                    <a:pt x="4646" y="55"/>
                    <a:pt x="10064" y="55"/>
                  </a:cubicBezTo>
                  <a:close/>
                </a:path>
              </a:pathLst>
            </a:custGeom>
            <a:solidFill>
              <a:srgbClr val="6C63FF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ED145D58-8CBD-79E7-8EE6-AF1803366D52}"/>
                </a:ext>
              </a:extLst>
            </p:cNvPr>
            <p:cNvSpPr/>
            <p:nvPr/>
          </p:nvSpPr>
          <p:spPr>
            <a:xfrm rot="361440">
              <a:off x="1579885" y="3326619"/>
              <a:ext cx="314066" cy="19621"/>
            </a:xfrm>
            <a:custGeom>
              <a:avLst/>
              <a:gdLst>
                <a:gd name="csX0" fmla="*/ 10063 w 314066"/>
                <a:gd name="csY0" fmla="*/ 68 h 19621"/>
                <a:gd name="csX1" fmla="*/ 304508 w 314066"/>
                <a:gd name="csY1" fmla="*/ 68 h 19621"/>
                <a:gd name="csX2" fmla="*/ 314318 w 314066"/>
                <a:gd name="csY2" fmla="*/ 9878 h 19621"/>
                <a:gd name="csX3" fmla="*/ 304508 w 314066"/>
                <a:gd name="csY3" fmla="*/ 19689 h 19621"/>
                <a:gd name="csX4" fmla="*/ 10063 w 314066"/>
                <a:gd name="csY4" fmla="*/ 19689 h 19621"/>
                <a:gd name="csX5" fmla="*/ 252 w 314066"/>
                <a:gd name="csY5" fmla="*/ 9878 h 19621"/>
                <a:gd name="csX6" fmla="*/ 10063 w 314066"/>
                <a:gd name="csY6" fmla="*/ 68 h 1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4066" h="19621">
                  <a:moveTo>
                    <a:pt x="10063" y="68"/>
                  </a:moveTo>
                  <a:lnTo>
                    <a:pt x="304508" y="68"/>
                  </a:lnTo>
                  <a:cubicBezTo>
                    <a:pt x="309926" y="68"/>
                    <a:pt x="314318" y="4460"/>
                    <a:pt x="314318" y="9878"/>
                  </a:cubicBezTo>
                  <a:cubicBezTo>
                    <a:pt x="314318" y="15297"/>
                    <a:pt x="309926" y="19689"/>
                    <a:pt x="304508" y="19689"/>
                  </a:cubicBezTo>
                  <a:lnTo>
                    <a:pt x="10063" y="19689"/>
                  </a:lnTo>
                  <a:cubicBezTo>
                    <a:pt x="4644" y="19689"/>
                    <a:pt x="252" y="15297"/>
                    <a:pt x="252" y="9878"/>
                  </a:cubicBezTo>
                  <a:cubicBezTo>
                    <a:pt x="252" y="4460"/>
                    <a:pt x="4644" y="68"/>
                    <a:pt x="10063" y="68"/>
                  </a:cubicBezTo>
                  <a:close/>
                </a:path>
              </a:pathLst>
            </a:custGeom>
            <a:solidFill>
              <a:srgbClr val="6C63FF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69" name="Graphic 5">
            <a:extLst>
              <a:ext uri="{FF2B5EF4-FFF2-40B4-BE49-F238E27FC236}">
                <a16:creationId xmlns:a16="http://schemas.microsoft.com/office/drawing/2014/main" id="{71428B9F-BD5B-8C19-E22C-C0C4F80D5C20}"/>
              </a:ext>
            </a:extLst>
          </p:cNvPr>
          <p:cNvGrpSpPr/>
          <p:nvPr/>
        </p:nvGrpSpPr>
        <p:grpSpPr>
          <a:xfrm>
            <a:off x="-7359837" y="2958598"/>
            <a:ext cx="470852" cy="467201"/>
            <a:chOff x="127000" y="2958598"/>
            <a:chExt cx="470852" cy="467201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3C8F96E-A855-7D7B-E9E6-E3A6A243CFA1}"/>
                </a:ext>
              </a:extLst>
            </p:cNvPr>
            <p:cNvSpPr/>
            <p:nvPr/>
          </p:nvSpPr>
          <p:spPr>
            <a:xfrm>
              <a:off x="127000" y="2958598"/>
              <a:ext cx="467201" cy="467201"/>
            </a:xfrm>
            <a:custGeom>
              <a:avLst/>
              <a:gdLst>
                <a:gd name="csX0" fmla="*/ 432594 w 467201"/>
                <a:gd name="csY0" fmla="*/ 4 h 467201"/>
                <a:gd name="csX1" fmla="*/ 467201 w 467201"/>
                <a:gd name="csY1" fmla="*/ 4 h 467201"/>
                <a:gd name="csX2" fmla="*/ 467201 w 467201"/>
                <a:gd name="csY2" fmla="*/ 467205 h 467201"/>
                <a:gd name="csX3" fmla="*/ 432594 w 467201"/>
                <a:gd name="csY3" fmla="*/ 467205 h 467201"/>
                <a:gd name="csX4" fmla="*/ 34607 w 467201"/>
                <a:gd name="csY4" fmla="*/ 467205 h 467201"/>
                <a:gd name="csX5" fmla="*/ 0 w 467201"/>
                <a:gd name="csY5" fmla="*/ 467205 h 467201"/>
                <a:gd name="csX6" fmla="*/ 0 w 467201"/>
                <a:gd name="csY6" fmla="*/ 4 h 467201"/>
                <a:gd name="csX7" fmla="*/ 34607 w 467201"/>
                <a:gd name="csY7" fmla="*/ 4 h 4672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67201" h="467201">
                  <a:moveTo>
                    <a:pt x="432594" y="4"/>
                  </a:moveTo>
                  <a:cubicBezTo>
                    <a:pt x="451707" y="4"/>
                    <a:pt x="467201" y="4"/>
                    <a:pt x="467201" y="4"/>
                  </a:cubicBezTo>
                  <a:lnTo>
                    <a:pt x="467201" y="467205"/>
                  </a:lnTo>
                  <a:cubicBezTo>
                    <a:pt x="467201" y="467205"/>
                    <a:pt x="451707" y="467205"/>
                    <a:pt x="432594" y="467205"/>
                  </a:cubicBezTo>
                  <a:lnTo>
                    <a:pt x="34607" y="467205"/>
                  </a:lnTo>
                  <a:cubicBezTo>
                    <a:pt x="15494" y="467205"/>
                    <a:pt x="0" y="467205"/>
                    <a:pt x="0" y="467205"/>
                  </a:cubicBezTo>
                  <a:lnTo>
                    <a:pt x="0" y="4"/>
                  </a:lnTo>
                  <a:cubicBezTo>
                    <a:pt x="0" y="4"/>
                    <a:pt x="15494" y="4"/>
                    <a:pt x="34607" y="4"/>
                  </a:cubicBezTo>
                  <a:close/>
                </a:path>
              </a:pathLst>
            </a:custGeom>
            <a:solidFill>
              <a:srgbClr val="F2F2F2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443570F-A019-5CB1-8E36-87096BDC99A5}"/>
                </a:ext>
              </a:extLst>
            </p:cNvPr>
            <p:cNvSpPr/>
            <p:nvPr/>
          </p:nvSpPr>
          <p:spPr>
            <a:xfrm>
              <a:off x="127000" y="2961032"/>
              <a:ext cx="470852" cy="464317"/>
            </a:xfrm>
            <a:custGeom>
              <a:avLst/>
              <a:gdLst>
                <a:gd name="csX0" fmla="*/ 19611 w 470852"/>
                <a:gd name="csY0" fmla="*/ 9810 h 464317"/>
                <a:gd name="csX1" fmla="*/ 9805 w 470852"/>
                <a:gd name="csY1" fmla="*/ 19615 h 464317"/>
                <a:gd name="csX2" fmla="*/ 9805 w 470852"/>
                <a:gd name="csY2" fmla="*/ 444711 h 464317"/>
                <a:gd name="csX3" fmla="*/ 19611 w 470852"/>
                <a:gd name="csY3" fmla="*/ 454516 h 464317"/>
                <a:gd name="csX4" fmla="*/ 451241 w 470852"/>
                <a:gd name="csY4" fmla="*/ 454516 h 464317"/>
                <a:gd name="csX5" fmla="*/ 461047 w 470852"/>
                <a:gd name="csY5" fmla="*/ 444711 h 464317"/>
                <a:gd name="csX6" fmla="*/ 461047 w 470852"/>
                <a:gd name="csY6" fmla="*/ 19615 h 464317"/>
                <a:gd name="csX7" fmla="*/ 451241 w 470852"/>
                <a:gd name="csY7" fmla="*/ 9810 h 464317"/>
                <a:gd name="csX8" fmla="*/ 19611 w 470852"/>
                <a:gd name="csY8" fmla="*/ 9810 h 464317"/>
                <a:gd name="csX9" fmla="*/ 19611 w 470852"/>
                <a:gd name="csY9" fmla="*/ 4 h 464317"/>
                <a:gd name="csX10" fmla="*/ 451241 w 470852"/>
                <a:gd name="csY10" fmla="*/ 4 h 464317"/>
                <a:gd name="csX11" fmla="*/ 470852 w 470852"/>
                <a:gd name="csY11" fmla="*/ 19615 h 464317"/>
                <a:gd name="csX12" fmla="*/ 470852 w 470852"/>
                <a:gd name="csY12" fmla="*/ 444711 h 464317"/>
                <a:gd name="csX13" fmla="*/ 451241 w 470852"/>
                <a:gd name="csY13" fmla="*/ 464322 h 464317"/>
                <a:gd name="csX14" fmla="*/ 19611 w 470852"/>
                <a:gd name="csY14" fmla="*/ 464322 h 464317"/>
                <a:gd name="csX15" fmla="*/ 0 w 470852"/>
                <a:gd name="csY15" fmla="*/ 444711 h 464317"/>
                <a:gd name="csX16" fmla="*/ 0 w 470852"/>
                <a:gd name="csY16" fmla="*/ 19615 h 464317"/>
                <a:gd name="csX17" fmla="*/ 19611 w 470852"/>
                <a:gd name="csY17" fmla="*/ 4 h 4643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70852" h="464317">
                  <a:moveTo>
                    <a:pt x="19611" y="9810"/>
                  </a:moveTo>
                  <a:cubicBezTo>
                    <a:pt x="14196" y="9810"/>
                    <a:pt x="9805" y="14200"/>
                    <a:pt x="9805" y="19615"/>
                  </a:cubicBezTo>
                  <a:lnTo>
                    <a:pt x="9805" y="444711"/>
                  </a:lnTo>
                  <a:cubicBezTo>
                    <a:pt x="9805" y="450126"/>
                    <a:pt x="14196" y="454516"/>
                    <a:pt x="19611" y="454516"/>
                  </a:cubicBezTo>
                  <a:lnTo>
                    <a:pt x="451241" y="454516"/>
                  </a:lnTo>
                  <a:cubicBezTo>
                    <a:pt x="456657" y="454516"/>
                    <a:pt x="461047" y="450126"/>
                    <a:pt x="461047" y="444711"/>
                  </a:cubicBezTo>
                  <a:lnTo>
                    <a:pt x="461047" y="19615"/>
                  </a:lnTo>
                  <a:cubicBezTo>
                    <a:pt x="461047" y="14200"/>
                    <a:pt x="456657" y="9810"/>
                    <a:pt x="451241" y="9810"/>
                  </a:cubicBezTo>
                  <a:lnTo>
                    <a:pt x="19611" y="9810"/>
                  </a:lnTo>
                  <a:moveTo>
                    <a:pt x="19611" y="4"/>
                  </a:moveTo>
                  <a:lnTo>
                    <a:pt x="451241" y="4"/>
                  </a:lnTo>
                  <a:cubicBezTo>
                    <a:pt x="462072" y="4"/>
                    <a:pt x="470852" y="8785"/>
                    <a:pt x="470852" y="19615"/>
                  </a:cubicBezTo>
                  <a:lnTo>
                    <a:pt x="470852" y="444711"/>
                  </a:lnTo>
                  <a:cubicBezTo>
                    <a:pt x="470852" y="455542"/>
                    <a:pt x="462072" y="464322"/>
                    <a:pt x="451241" y="464322"/>
                  </a:cubicBezTo>
                  <a:lnTo>
                    <a:pt x="19611" y="464322"/>
                  </a:lnTo>
                  <a:cubicBezTo>
                    <a:pt x="8780" y="464322"/>
                    <a:pt x="0" y="455542"/>
                    <a:pt x="0" y="444711"/>
                  </a:cubicBezTo>
                  <a:lnTo>
                    <a:pt x="0" y="19615"/>
                  </a:lnTo>
                  <a:cubicBezTo>
                    <a:pt x="0" y="8785"/>
                    <a:pt x="8780" y="4"/>
                    <a:pt x="19611" y="4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CE0575E9-A02A-8EF6-E78A-2DB4DE00E008}"/>
                </a:ext>
              </a:extLst>
            </p:cNvPr>
            <p:cNvSpPr/>
            <p:nvPr/>
          </p:nvSpPr>
          <p:spPr>
            <a:xfrm>
              <a:off x="205478" y="3039505"/>
              <a:ext cx="313901" cy="19610"/>
            </a:xfrm>
            <a:custGeom>
              <a:avLst/>
              <a:gdLst>
                <a:gd name="csX0" fmla="*/ 9819 w 313901"/>
                <a:gd name="csY0" fmla="*/ 18 h 19610"/>
                <a:gd name="csX1" fmla="*/ 304110 w 313901"/>
                <a:gd name="csY1" fmla="*/ 18 h 19610"/>
                <a:gd name="csX2" fmla="*/ 313915 w 313901"/>
                <a:gd name="csY2" fmla="*/ 9824 h 19610"/>
                <a:gd name="csX3" fmla="*/ 304110 w 313901"/>
                <a:gd name="csY3" fmla="*/ 19629 h 19610"/>
                <a:gd name="csX4" fmla="*/ 9819 w 313901"/>
                <a:gd name="csY4" fmla="*/ 19629 h 19610"/>
                <a:gd name="csX5" fmla="*/ 14 w 313901"/>
                <a:gd name="csY5" fmla="*/ 9824 h 19610"/>
                <a:gd name="csX6" fmla="*/ 9819 w 313901"/>
                <a:gd name="csY6" fmla="*/ 18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819" y="18"/>
                  </a:moveTo>
                  <a:lnTo>
                    <a:pt x="304110" y="18"/>
                  </a:lnTo>
                  <a:cubicBezTo>
                    <a:pt x="309525" y="18"/>
                    <a:pt x="313915" y="4408"/>
                    <a:pt x="313915" y="9824"/>
                  </a:cubicBezTo>
                  <a:cubicBezTo>
                    <a:pt x="313915" y="15239"/>
                    <a:pt x="309525" y="19629"/>
                    <a:pt x="304110" y="19629"/>
                  </a:cubicBezTo>
                  <a:lnTo>
                    <a:pt x="9819" y="19629"/>
                  </a:lnTo>
                  <a:cubicBezTo>
                    <a:pt x="4404" y="19629"/>
                    <a:pt x="14" y="15239"/>
                    <a:pt x="14" y="9824"/>
                  </a:cubicBezTo>
                  <a:cubicBezTo>
                    <a:pt x="14" y="4408"/>
                    <a:pt x="4404" y="18"/>
                    <a:pt x="9819" y="18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36A25817-E2C4-EB57-EAF1-85DD38F8150F}"/>
                </a:ext>
              </a:extLst>
            </p:cNvPr>
            <p:cNvSpPr/>
            <p:nvPr/>
          </p:nvSpPr>
          <p:spPr>
            <a:xfrm>
              <a:off x="205478" y="3111442"/>
              <a:ext cx="313901" cy="19610"/>
            </a:xfrm>
            <a:custGeom>
              <a:avLst/>
              <a:gdLst>
                <a:gd name="csX0" fmla="*/ 9819 w 313901"/>
                <a:gd name="csY0" fmla="*/ 31 h 19610"/>
                <a:gd name="csX1" fmla="*/ 304110 w 313901"/>
                <a:gd name="csY1" fmla="*/ 31 h 19610"/>
                <a:gd name="csX2" fmla="*/ 313915 w 313901"/>
                <a:gd name="csY2" fmla="*/ 9836 h 19610"/>
                <a:gd name="csX3" fmla="*/ 304110 w 313901"/>
                <a:gd name="csY3" fmla="*/ 19641 h 19610"/>
                <a:gd name="csX4" fmla="*/ 9819 w 313901"/>
                <a:gd name="csY4" fmla="*/ 19641 h 19610"/>
                <a:gd name="csX5" fmla="*/ 14 w 313901"/>
                <a:gd name="csY5" fmla="*/ 9836 h 19610"/>
                <a:gd name="csX6" fmla="*/ 9819 w 313901"/>
                <a:gd name="csY6" fmla="*/ 31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819" y="31"/>
                  </a:moveTo>
                  <a:lnTo>
                    <a:pt x="304110" y="31"/>
                  </a:lnTo>
                  <a:cubicBezTo>
                    <a:pt x="309525" y="31"/>
                    <a:pt x="313915" y="4421"/>
                    <a:pt x="313915" y="9836"/>
                  </a:cubicBezTo>
                  <a:cubicBezTo>
                    <a:pt x="313915" y="15251"/>
                    <a:pt x="309525" y="19641"/>
                    <a:pt x="304110" y="19641"/>
                  </a:cubicBezTo>
                  <a:lnTo>
                    <a:pt x="9819" y="19641"/>
                  </a:lnTo>
                  <a:cubicBezTo>
                    <a:pt x="4404" y="19641"/>
                    <a:pt x="14" y="15251"/>
                    <a:pt x="14" y="9836"/>
                  </a:cubicBezTo>
                  <a:cubicBezTo>
                    <a:pt x="14" y="4421"/>
                    <a:pt x="4404" y="31"/>
                    <a:pt x="9819" y="31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67A33D2-0C1A-8C09-26A1-D7AF0D475D35}"/>
                </a:ext>
              </a:extLst>
            </p:cNvPr>
            <p:cNvSpPr/>
            <p:nvPr/>
          </p:nvSpPr>
          <p:spPr>
            <a:xfrm>
              <a:off x="205478" y="3183379"/>
              <a:ext cx="313901" cy="19610"/>
            </a:xfrm>
            <a:custGeom>
              <a:avLst/>
              <a:gdLst>
                <a:gd name="csX0" fmla="*/ 9819 w 313901"/>
                <a:gd name="csY0" fmla="*/ 43 h 19610"/>
                <a:gd name="csX1" fmla="*/ 304110 w 313901"/>
                <a:gd name="csY1" fmla="*/ 43 h 19610"/>
                <a:gd name="csX2" fmla="*/ 313915 w 313901"/>
                <a:gd name="csY2" fmla="*/ 9848 h 19610"/>
                <a:gd name="csX3" fmla="*/ 304110 w 313901"/>
                <a:gd name="csY3" fmla="*/ 19654 h 19610"/>
                <a:gd name="csX4" fmla="*/ 9819 w 313901"/>
                <a:gd name="csY4" fmla="*/ 19654 h 19610"/>
                <a:gd name="csX5" fmla="*/ 14 w 313901"/>
                <a:gd name="csY5" fmla="*/ 9848 h 19610"/>
                <a:gd name="csX6" fmla="*/ 9819 w 313901"/>
                <a:gd name="csY6" fmla="*/ 43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819" y="43"/>
                  </a:moveTo>
                  <a:lnTo>
                    <a:pt x="304110" y="43"/>
                  </a:lnTo>
                  <a:cubicBezTo>
                    <a:pt x="309525" y="43"/>
                    <a:pt x="313915" y="4433"/>
                    <a:pt x="313915" y="9848"/>
                  </a:cubicBezTo>
                  <a:cubicBezTo>
                    <a:pt x="313915" y="15264"/>
                    <a:pt x="309525" y="19654"/>
                    <a:pt x="304110" y="19654"/>
                  </a:cubicBezTo>
                  <a:lnTo>
                    <a:pt x="9819" y="19654"/>
                  </a:lnTo>
                  <a:cubicBezTo>
                    <a:pt x="4404" y="19654"/>
                    <a:pt x="14" y="15264"/>
                    <a:pt x="14" y="9848"/>
                  </a:cubicBezTo>
                  <a:cubicBezTo>
                    <a:pt x="14" y="4433"/>
                    <a:pt x="4404" y="43"/>
                    <a:pt x="9819" y="43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741AF9D-824C-5494-45E2-C2998DDD3381}"/>
                </a:ext>
              </a:extLst>
            </p:cNvPr>
            <p:cNvSpPr/>
            <p:nvPr/>
          </p:nvSpPr>
          <p:spPr>
            <a:xfrm>
              <a:off x="205478" y="3255317"/>
              <a:ext cx="313901" cy="19610"/>
            </a:xfrm>
            <a:custGeom>
              <a:avLst/>
              <a:gdLst>
                <a:gd name="csX0" fmla="*/ 9819 w 313901"/>
                <a:gd name="csY0" fmla="*/ 56 h 19610"/>
                <a:gd name="csX1" fmla="*/ 304110 w 313901"/>
                <a:gd name="csY1" fmla="*/ 56 h 19610"/>
                <a:gd name="csX2" fmla="*/ 313915 w 313901"/>
                <a:gd name="csY2" fmla="*/ 9861 h 19610"/>
                <a:gd name="csX3" fmla="*/ 304110 w 313901"/>
                <a:gd name="csY3" fmla="*/ 19666 h 19610"/>
                <a:gd name="csX4" fmla="*/ 9819 w 313901"/>
                <a:gd name="csY4" fmla="*/ 19666 h 19610"/>
                <a:gd name="csX5" fmla="*/ 14 w 313901"/>
                <a:gd name="csY5" fmla="*/ 9861 h 19610"/>
                <a:gd name="csX6" fmla="*/ 9819 w 313901"/>
                <a:gd name="csY6" fmla="*/ 56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819" y="56"/>
                  </a:moveTo>
                  <a:lnTo>
                    <a:pt x="304110" y="56"/>
                  </a:lnTo>
                  <a:cubicBezTo>
                    <a:pt x="309525" y="56"/>
                    <a:pt x="313915" y="4446"/>
                    <a:pt x="313915" y="9861"/>
                  </a:cubicBezTo>
                  <a:cubicBezTo>
                    <a:pt x="313915" y="15276"/>
                    <a:pt x="309525" y="19666"/>
                    <a:pt x="304110" y="19666"/>
                  </a:cubicBezTo>
                  <a:lnTo>
                    <a:pt x="9819" y="19666"/>
                  </a:lnTo>
                  <a:cubicBezTo>
                    <a:pt x="4404" y="19666"/>
                    <a:pt x="14" y="15276"/>
                    <a:pt x="14" y="9861"/>
                  </a:cubicBezTo>
                  <a:cubicBezTo>
                    <a:pt x="14" y="4446"/>
                    <a:pt x="4404" y="56"/>
                    <a:pt x="9819" y="56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0D357940-F974-4432-560E-1C236D19E5C5}"/>
                </a:ext>
              </a:extLst>
            </p:cNvPr>
            <p:cNvSpPr/>
            <p:nvPr/>
          </p:nvSpPr>
          <p:spPr>
            <a:xfrm>
              <a:off x="205478" y="3327254"/>
              <a:ext cx="313901" cy="19610"/>
            </a:xfrm>
            <a:custGeom>
              <a:avLst/>
              <a:gdLst>
                <a:gd name="csX0" fmla="*/ 9819 w 313901"/>
                <a:gd name="csY0" fmla="*/ 68 h 19610"/>
                <a:gd name="csX1" fmla="*/ 304110 w 313901"/>
                <a:gd name="csY1" fmla="*/ 68 h 19610"/>
                <a:gd name="csX2" fmla="*/ 313915 w 313901"/>
                <a:gd name="csY2" fmla="*/ 9873 h 19610"/>
                <a:gd name="csX3" fmla="*/ 304110 w 313901"/>
                <a:gd name="csY3" fmla="*/ 19679 h 19610"/>
                <a:gd name="csX4" fmla="*/ 9819 w 313901"/>
                <a:gd name="csY4" fmla="*/ 19679 h 19610"/>
                <a:gd name="csX5" fmla="*/ 14 w 313901"/>
                <a:gd name="csY5" fmla="*/ 9873 h 19610"/>
                <a:gd name="csX6" fmla="*/ 9819 w 313901"/>
                <a:gd name="csY6" fmla="*/ 68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819" y="68"/>
                  </a:moveTo>
                  <a:lnTo>
                    <a:pt x="304110" y="68"/>
                  </a:lnTo>
                  <a:cubicBezTo>
                    <a:pt x="309525" y="68"/>
                    <a:pt x="313915" y="4458"/>
                    <a:pt x="313915" y="9873"/>
                  </a:cubicBezTo>
                  <a:cubicBezTo>
                    <a:pt x="313915" y="15289"/>
                    <a:pt x="309525" y="19679"/>
                    <a:pt x="304110" y="19679"/>
                  </a:cubicBezTo>
                  <a:lnTo>
                    <a:pt x="9819" y="19679"/>
                  </a:lnTo>
                  <a:cubicBezTo>
                    <a:pt x="4404" y="19679"/>
                    <a:pt x="14" y="15289"/>
                    <a:pt x="14" y="9873"/>
                  </a:cubicBezTo>
                  <a:cubicBezTo>
                    <a:pt x="14" y="4458"/>
                    <a:pt x="4404" y="68"/>
                    <a:pt x="9819" y="68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2" name="Graphic 6">
            <a:extLst>
              <a:ext uri="{FF2B5EF4-FFF2-40B4-BE49-F238E27FC236}">
                <a16:creationId xmlns:a16="http://schemas.microsoft.com/office/drawing/2014/main" id="{6D2F44B2-1168-361C-3D18-90856DE8BB64}"/>
              </a:ext>
            </a:extLst>
          </p:cNvPr>
          <p:cNvGrpSpPr/>
          <p:nvPr/>
        </p:nvGrpSpPr>
        <p:grpSpPr>
          <a:xfrm>
            <a:off x="15892971" y="3251047"/>
            <a:ext cx="3279714" cy="1909707"/>
            <a:chOff x="7472012" y="3595855"/>
            <a:chExt cx="3279714" cy="1909707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54A36F56-1100-7E82-2454-EED078BBE91D}"/>
                </a:ext>
              </a:extLst>
            </p:cNvPr>
            <p:cNvSpPr/>
            <p:nvPr/>
          </p:nvSpPr>
          <p:spPr>
            <a:xfrm>
              <a:off x="7472012" y="3595855"/>
              <a:ext cx="3279714" cy="1909707"/>
            </a:xfrm>
            <a:custGeom>
              <a:avLst/>
              <a:gdLst>
                <a:gd name="csX0" fmla="*/ 3235480 w 3279714"/>
                <a:gd name="csY0" fmla="*/ 1909686 h 1909707"/>
                <a:gd name="csX1" fmla="*/ 44229 w 3279714"/>
                <a:gd name="csY1" fmla="*/ 1909686 h 1909707"/>
                <a:gd name="csX2" fmla="*/ 0 w 3279714"/>
                <a:gd name="csY2" fmla="*/ 1865451 h 1909707"/>
                <a:gd name="csX3" fmla="*/ 0 w 3279714"/>
                <a:gd name="csY3" fmla="*/ 44207 h 1909707"/>
                <a:gd name="csX4" fmla="*/ 44229 w 3279714"/>
                <a:gd name="csY4" fmla="*/ -22 h 1909707"/>
                <a:gd name="csX5" fmla="*/ 3235509 w 3279714"/>
                <a:gd name="csY5" fmla="*/ -22 h 1909707"/>
                <a:gd name="csX6" fmla="*/ 3279715 w 3279714"/>
                <a:gd name="csY6" fmla="*/ 44207 h 1909707"/>
                <a:gd name="csX7" fmla="*/ 3279715 w 3279714"/>
                <a:gd name="csY7" fmla="*/ 1865451 h 1909707"/>
                <a:gd name="csX8" fmla="*/ 3235480 w 3279714"/>
                <a:gd name="csY8" fmla="*/ 1909680 h 19097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279714" h="1909707">
                  <a:moveTo>
                    <a:pt x="3235480" y="1909686"/>
                  </a:moveTo>
                  <a:lnTo>
                    <a:pt x="44229" y="1909686"/>
                  </a:lnTo>
                  <a:cubicBezTo>
                    <a:pt x="19812" y="1909657"/>
                    <a:pt x="26" y="1889868"/>
                    <a:pt x="0" y="1865451"/>
                  </a:cubicBezTo>
                  <a:lnTo>
                    <a:pt x="0" y="44207"/>
                  </a:lnTo>
                  <a:cubicBezTo>
                    <a:pt x="29" y="19792"/>
                    <a:pt x="19814" y="7"/>
                    <a:pt x="44229" y="-22"/>
                  </a:cubicBezTo>
                  <a:lnTo>
                    <a:pt x="3235509" y="-22"/>
                  </a:lnTo>
                  <a:cubicBezTo>
                    <a:pt x="3259915" y="20"/>
                    <a:pt x="3279686" y="19801"/>
                    <a:pt x="3279715" y="44207"/>
                  </a:cubicBezTo>
                  <a:lnTo>
                    <a:pt x="3279715" y="1865451"/>
                  </a:lnTo>
                  <a:cubicBezTo>
                    <a:pt x="3279686" y="1889868"/>
                    <a:pt x="3259897" y="1909654"/>
                    <a:pt x="3235480" y="1909680"/>
                  </a:cubicBezTo>
                  <a:close/>
                </a:path>
              </a:pathLst>
            </a:custGeom>
            <a:solidFill>
              <a:srgbClr val="090814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7173DE8-681A-4DF7-4FAB-C853F2CEC646}"/>
                </a:ext>
              </a:extLst>
            </p:cNvPr>
            <p:cNvSpPr/>
            <p:nvPr/>
          </p:nvSpPr>
          <p:spPr>
            <a:xfrm>
              <a:off x="7555187" y="3669660"/>
              <a:ext cx="3122879" cy="1762097"/>
            </a:xfrm>
            <a:custGeom>
              <a:avLst/>
              <a:gdLst>
                <a:gd name="csX0" fmla="*/ 14 w 3122879"/>
                <a:gd name="csY0" fmla="*/ 13 h 1762097"/>
                <a:gd name="csX1" fmla="*/ 3122894 w 3122879"/>
                <a:gd name="csY1" fmla="*/ 13 h 1762097"/>
                <a:gd name="csX2" fmla="*/ 3122894 w 3122879"/>
                <a:gd name="csY2" fmla="*/ 1762110 h 1762097"/>
                <a:gd name="csX3" fmla="*/ 14 w 3122879"/>
                <a:gd name="csY3" fmla="*/ 1762110 h 17620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122879" h="1762097">
                  <a:moveTo>
                    <a:pt x="14" y="13"/>
                  </a:moveTo>
                  <a:lnTo>
                    <a:pt x="3122894" y="13"/>
                  </a:lnTo>
                  <a:lnTo>
                    <a:pt x="3122894" y="1762110"/>
                  </a:lnTo>
                  <a:lnTo>
                    <a:pt x="14" y="1762110"/>
                  </a:lnTo>
                  <a:close/>
                </a:path>
              </a:pathLst>
            </a:custGeom>
            <a:solidFill>
              <a:srgbClr val="FFFFFF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 dirty="0"/>
            </a:p>
          </p:txBody>
        </p:sp>
        <p:grpSp>
          <p:nvGrpSpPr>
            <p:cNvPr id="6" name="Graphic 6">
              <a:extLst>
                <a:ext uri="{FF2B5EF4-FFF2-40B4-BE49-F238E27FC236}">
                  <a16:creationId xmlns:a16="http://schemas.microsoft.com/office/drawing/2014/main" id="{B3F893C5-9FC0-9426-D6AF-E5176E2903FA}"/>
                </a:ext>
              </a:extLst>
            </p:cNvPr>
            <p:cNvGrpSpPr/>
            <p:nvPr/>
          </p:nvGrpSpPr>
          <p:grpSpPr>
            <a:xfrm>
              <a:off x="7815685" y="4013081"/>
              <a:ext cx="2592362" cy="1075248"/>
              <a:chOff x="7815685" y="4013081"/>
              <a:chExt cx="2592362" cy="1075248"/>
            </a:xfrm>
            <a:solidFill>
              <a:srgbClr val="6C63FF"/>
            </a:solidFill>
          </p:grpSpPr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D9E136B7-21D5-FDC8-0615-AC124B2B59CD}"/>
                  </a:ext>
                </a:extLst>
              </p:cNvPr>
              <p:cNvSpPr/>
              <p:nvPr/>
            </p:nvSpPr>
            <p:spPr>
              <a:xfrm>
                <a:off x="10290165" y="4013081"/>
                <a:ext cx="117882" cy="117882"/>
              </a:xfrm>
              <a:custGeom>
                <a:avLst/>
                <a:gdLst>
                  <a:gd name="csX0" fmla="*/ 118364 w 117882"/>
                  <a:gd name="csY0" fmla="*/ 59012 h 117882"/>
                  <a:gd name="csX1" fmla="*/ 59422 w 117882"/>
                  <a:gd name="csY1" fmla="*/ 117954 h 117882"/>
                  <a:gd name="csX2" fmla="*/ 481 w 117882"/>
                  <a:gd name="csY2" fmla="*/ 59012 h 117882"/>
                  <a:gd name="csX3" fmla="*/ 59422 w 117882"/>
                  <a:gd name="csY3" fmla="*/ 71 h 117882"/>
                  <a:gd name="csX4" fmla="*/ 118364 w 117882"/>
                  <a:gd name="csY4" fmla="*/ 59012 h 1178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17882" h="117882">
                    <a:moveTo>
                      <a:pt x="118364" y="59012"/>
                    </a:moveTo>
                    <a:cubicBezTo>
                      <a:pt x="118364" y="91565"/>
                      <a:pt x="91975" y="117954"/>
                      <a:pt x="59422" y="117954"/>
                    </a:cubicBezTo>
                    <a:cubicBezTo>
                      <a:pt x="26870" y="117954"/>
                      <a:pt x="481" y="91565"/>
                      <a:pt x="481" y="59012"/>
                    </a:cubicBezTo>
                    <a:cubicBezTo>
                      <a:pt x="481" y="26460"/>
                      <a:pt x="26870" y="71"/>
                      <a:pt x="59422" y="71"/>
                    </a:cubicBezTo>
                    <a:cubicBezTo>
                      <a:pt x="91975" y="71"/>
                      <a:pt x="118364" y="26460"/>
                      <a:pt x="118364" y="59012"/>
                    </a:cubicBezTo>
                    <a:close/>
                  </a:path>
                </a:pathLst>
              </a:custGeom>
              <a:solidFill>
                <a:srgbClr val="6C63FF"/>
              </a:solidFill>
              <a:ln w="584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l-GR"/>
              </a:p>
            </p:txBody>
          </p:sp>
          <p:grpSp>
            <p:nvGrpSpPr>
              <p:cNvPr id="78" name="Graphic 6">
                <a:extLst>
                  <a:ext uri="{FF2B5EF4-FFF2-40B4-BE49-F238E27FC236}">
                    <a16:creationId xmlns:a16="http://schemas.microsoft.com/office/drawing/2014/main" id="{EB5F364B-0E89-879F-0930-C8CB8BE0290D}"/>
                  </a:ext>
                </a:extLst>
              </p:cNvPr>
              <p:cNvGrpSpPr/>
              <p:nvPr/>
            </p:nvGrpSpPr>
            <p:grpSpPr>
              <a:xfrm>
                <a:off x="7815685" y="4072022"/>
                <a:ext cx="2534030" cy="1016307"/>
                <a:chOff x="7815685" y="4072022"/>
                <a:chExt cx="2534030" cy="1016307"/>
              </a:xfrm>
              <a:solidFill>
                <a:srgbClr val="6C63FF"/>
              </a:solidFill>
            </p:grpSpPr>
            <p:sp>
              <p:nvSpPr>
                <p:cNvPr id="79" name="Freeform: Shape 78">
                  <a:extLst>
                    <a:ext uri="{FF2B5EF4-FFF2-40B4-BE49-F238E27FC236}">
                      <a16:creationId xmlns:a16="http://schemas.microsoft.com/office/drawing/2014/main" id="{3CCCBA74-56E8-E069-AC15-15FC821947BF}"/>
                    </a:ext>
                  </a:extLst>
                </p:cNvPr>
                <p:cNvSpPr/>
                <p:nvPr/>
              </p:nvSpPr>
              <p:spPr>
                <a:xfrm>
                  <a:off x="7815685" y="4072022"/>
                  <a:ext cx="2534030" cy="1016307"/>
                </a:xfrm>
                <a:custGeom>
                  <a:avLst/>
                  <a:gdLst>
                    <a:gd name="csX0" fmla="*/ 2527109 w 2534030"/>
                    <a:gd name="csY0" fmla="*/ 39 h 1016307"/>
                    <a:gd name="csX1" fmla="*/ 2534055 w 2534030"/>
                    <a:gd name="csY1" fmla="*/ 6985 h 1016307"/>
                    <a:gd name="csX2" fmla="*/ 2181848 w 2534030"/>
                    <a:gd name="csY2" fmla="*/ 359185 h 1016307"/>
                    <a:gd name="csX3" fmla="*/ 2071334 w 2534030"/>
                    <a:gd name="csY3" fmla="*/ 248670 h 1016307"/>
                    <a:gd name="csX4" fmla="*/ 1877321 w 2534030"/>
                    <a:gd name="csY4" fmla="*/ 442689 h 1016307"/>
                    <a:gd name="csX5" fmla="*/ 1639108 w 2534030"/>
                    <a:gd name="csY5" fmla="*/ 204470 h 1016307"/>
                    <a:gd name="csX6" fmla="*/ 1233888 w 2534030"/>
                    <a:gd name="csY6" fmla="*/ 609691 h 1016307"/>
                    <a:gd name="csX7" fmla="*/ 1049697 w 2534030"/>
                    <a:gd name="csY7" fmla="*/ 425494 h 1016307"/>
                    <a:gd name="csX8" fmla="*/ 646936 w 2534030"/>
                    <a:gd name="csY8" fmla="*/ 828261 h 1016307"/>
                    <a:gd name="csX9" fmla="*/ 420993 w 2534030"/>
                    <a:gd name="csY9" fmla="*/ 602318 h 1016307"/>
                    <a:gd name="csX10" fmla="*/ 6970 w 2534030"/>
                    <a:gd name="csY10" fmla="*/ 1016346 h 1016307"/>
                    <a:gd name="csX11" fmla="*/ 24 w 2534030"/>
                    <a:gd name="csY11" fmla="*/ 1009400 h 1016307"/>
                    <a:gd name="csX12" fmla="*/ 420999 w 2534030"/>
                    <a:gd name="csY12" fmla="*/ 588431 h 1016307"/>
                    <a:gd name="csX13" fmla="*/ 646942 w 2534030"/>
                    <a:gd name="csY13" fmla="*/ 814374 h 1016307"/>
                    <a:gd name="csX14" fmla="*/ 1049703 w 2534030"/>
                    <a:gd name="csY14" fmla="*/ 411614 h 1016307"/>
                    <a:gd name="csX15" fmla="*/ 1233894 w 2534030"/>
                    <a:gd name="csY15" fmla="*/ 595805 h 1016307"/>
                    <a:gd name="csX16" fmla="*/ 1639114 w 2534030"/>
                    <a:gd name="csY16" fmla="*/ 190584 h 1016307"/>
                    <a:gd name="csX17" fmla="*/ 1877333 w 2534030"/>
                    <a:gd name="csY17" fmla="*/ 428803 h 1016307"/>
                    <a:gd name="csX18" fmla="*/ 2071345 w 2534030"/>
                    <a:gd name="csY18" fmla="*/ 234784 h 1016307"/>
                    <a:gd name="csX19" fmla="*/ 2181860 w 2534030"/>
                    <a:gd name="csY19" fmla="*/ 345305 h 101630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</a:cxnLst>
                  <a:rect l="l" t="t" r="r" b="b"/>
                  <a:pathLst>
                    <a:path w="2534030" h="1016307">
                      <a:moveTo>
                        <a:pt x="2527109" y="39"/>
                      </a:moveTo>
                      <a:lnTo>
                        <a:pt x="2534055" y="6985"/>
                      </a:lnTo>
                      <a:lnTo>
                        <a:pt x="2181848" y="359185"/>
                      </a:lnTo>
                      <a:lnTo>
                        <a:pt x="2071334" y="248670"/>
                      </a:lnTo>
                      <a:lnTo>
                        <a:pt x="1877321" y="442689"/>
                      </a:lnTo>
                      <a:lnTo>
                        <a:pt x="1639108" y="204470"/>
                      </a:lnTo>
                      <a:lnTo>
                        <a:pt x="1233888" y="609691"/>
                      </a:lnTo>
                      <a:lnTo>
                        <a:pt x="1049697" y="425494"/>
                      </a:lnTo>
                      <a:lnTo>
                        <a:pt x="646936" y="828261"/>
                      </a:lnTo>
                      <a:lnTo>
                        <a:pt x="420993" y="602318"/>
                      </a:lnTo>
                      <a:lnTo>
                        <a:pt x="6970" y="1016346"/>
                      </a:lnTo>
                      <a:lnTo>
                        <a:pt x="24" y="1009400"/>
                      </a:lnTo>
                      <a:lnTo>
                        <a:pt x="420999" y="588431"/>
                      </a:lnTo>
                      <a:lnTo>
                        <a:pt x="646942" y="814374"/>
                      </a:lnTo>
                      <a:lnTo>
                        <a:pt x="1049703" y="411614"/>
                      </a:lnTo>
                      <a:lnTo>
                        <a:pt x="1233894" y="595805"/>
                      </a:lnTo>
                      <a:lnTo>
                        <a:pt x="1639114" y="190584"/>
                      </a:lnTo>
                      <a:lnTo>
                        <a:pt x="1877333" y="428803"/>
                      </a:lnTo>
                      <a:lnTo>
                        <a:pt x="2071345" y="234784"/>
                      </a:lnTo>
                      <a:lnTo>
                        <a:pt x="2181860" y="345305"/>
                      </a:lnTo>
                      <a:close/>
                    </a:path>
                  </a:pathLst>
                </a:custGeom>
                <a:solidFill>
                  <a:srgbClr val="6C63FF"/>
                </a:solidFill>
                <a:ln w="584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l-GR"/>
                </a:p>
              </p:txBody>
            </p:sp>
            <p:sp>
              <p:nvSpPr>
                <p:cNvPr id="80" name="Freeform: Shape 79">
                  <a:extLst>
                    <a:ext uri="{FF2B5EF4-FFF2-40B4-BE49-F238E27FC236}">
                      <a16:creationId xmlns:a16="http://schemas.microsoft.com/office/drawing/2014/main" id="{1F4559E3-7A33-DA1F-91B1-F4398778CA36}"/>
                    </a:ext>
                  </a:extLst>
                </p:cNvPr>
                <p:cNvSpPr/>
                <p:nvPr/>
              </p:nvSpPr>
              <p:spPr>
                <a:xfrm>
                  <a:off x="9378621" y="4217934"/>
                  <a:ext cx="117882" cy="117882"/>
                </a:xfrm>
                <a:custGeom>
                  <a:avLst/>
                  <a:gdLst>
                    <a:gd name="csX0" fmla="*/ 118208 w 117882"/>
                    <a:gd name="csY0" fmla="*/ 59047 h 117882"/>
                    <a:gd name="csX1" fmla="*/ 59267 w 117882"/>
                    <a:gd name="csY1" fmla="*/ 117989 h 117882"/>
                    <a:gd name="csX2" fmla="*/ 326 w 117882"/>
                    <a:gd name="csY2" fmla="*/ 59047 h 117882"/>
                    <a:gd name="csX3" fmla="*/ 59267 w 117882"/>
                    <a:gd name="csY3" fmla="*/ 106 h 117882"/>
                    <a:gd name="csX4" fmla="*/ 118208 w 117882"/>
                    <a:gd name="csY4" fmla="*/ 59047 h 11788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17882" h="117882">
                      <a:moveTo>
                        <a:pt x="118208" y="59047"/>
                      </a:moveTo>
                      <a:cubicBezTo>
                        <a:pt x="118208" y="91600"/>
                        <a:pt x="91819" y="117989"/>
                        <a:pt x="59267" y="117989"/>
                      </a:cubicBezTo>
                      <a:cubicBezTo>
                        <a:pt x="26714" y="117989"/>
                        <a:pt x="326" y="91600"/>
                        <a:pt x="326" y="59047"/>
                      </a:cubicBezTo>
                      <a:cubicBezTo>
                        <a:pt x="326" y="26495"/>
                        <a:pt x="26714" y="106"/>
                        <a:pt x="59267" y="106"/>
                      </a:cubicBezTo>
                      <a:cubicBezTo>
                        <a:pt x="91819" y="106"/>
                        <a:pt x="118208" y="26495"/>
                        <a:pt x="118208" y="59047"/>
                      </a:cubicBezTo>
                      <a:close/>
                    </a:path>
                  </a:pathLst>
                </a:custGeom>
                <a:solidFill>
                  <a:srgbClr val="6C63FF"/>
                </a:solidFill>
                <a:ln w="584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l-GR"/>
                </a:p>
              </p:txBody>
            </p:sp>
            <p:sp>
              <p:nvSpPr>
                <p:cNvPr id="81" name="Freeform: Shape 80">
                  <a:extLst>
                    <a:ext uri="{FF2B5EF4-FFF2-40B4-BE49-F238E27FC236}">
                      <a16:creationId xmlns:a16="http://schemas.microsoft.com/office/drawing/2014/main" id="{2C33D040-F561-00F6-9F76-08FC38F966F2}"/>
                    </a:ext>
                  </a:extLst>
                </p:cNvPr>
                <p:cNvSpPr/>
                <p:nvPr/>
              </p:nvSpPr>
              <p:spPr>
                <a:xfrm>
                  <a:off x="8180160" y="4605966"/>
                  <a:ext cx="117882" cy="117882"/>
                </a:xfrm>
                <a:custGeom>
                  <a:avLst/>
                  <a:gdLst>
                    <a:gd name="csX0" fmla="*/ 118003 w 117882"/>
                    <a:gd name="csY0" fmla="*/ 59114 h 117882"/>
                    <a:gd name="csX1" fmla="*/ 59062 w 117882"/>
                    <a:gd name="csY1" fmla="*/ 118055 h 117882"/>
                    <a:gd name="csX2" fmla="*/ 121 w 117882"/>
                    <a:gd name="csY2" fmla="*/ 59114 h 117882"/>
                    <a:gd name="csX3" fmla="*/ 59062 w 117882"/>
                    <a:gd name="csY3" fmla="*/ 172 h 117882"/>
                    <a:gd name="csX4" fmla="*/ 118003 w 117882"/>
                    <a:gd name="csY4" fmla="*/ 59114 h 11788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17882" h="117882">
                      <a:moveTo>
                        <a:pt x="118003" y="59114"/>
                      </a:moveTo>
                      <a:cubicBezTo>
                        <a:pt x="118003" y="91666"/>
                        <a:pt x="91614" y="118055"/>
                        <a:pt x="59062" y="118055"/>
                      </a:cubicBezTo>
                      <a:cubicBezTo>
                        <a:pt x="26510" y="118055"/>
                        <a:pt x="121" y="91666"/>
                        <a:pt x="121" y="59114"/>
                      </a:cubicBezTo>
                      <a:cubicBezTo>
                        <a:pt x="121" y="26561"/>
                        <a:pt x="26510" y="172"/>
                        <a:pt x="59062" y="172"/>
                      </a:cubicBezTo>
                      <a:cubicBezTo>
                        <a:pt x="91614" y="172"/>
                        <a:pt x="118003" y="26561"/>
                        <a:pt x="118003" y="59114"/>
                      </a:cubicBezTo>
                      <a:close/>
                    </a:path>
                  </a:pathLst>
                </a:custGeom>
                <a:solidFill>
                  <a:srgbClr val="6C63FF"/>
                </a:solidFill>
                <a:ln w="584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l-GR"/>
                </a:p>
              </p:txBody>
            </p:sp>
          </p:grpSp>
        </p:grpSp>
      </p:grpSp>
      <p:grpSp>
        <p:nvGrpSpPr>
          <p:cNvPr id="82" name="Graphic 6">
            <a:extLst>
              <a:ext uri="{FF2B5EF4-FFF2-40B4-BE49-F238E27FC236}">
                <a16:creationId xmlns:a16="http://schemas.microsoft.com/office/drawing/2014/main" id="{7A7B8B71-5871-13BE-F868-756460A595BA}"/>
              </a:ext>
            </a:extLst>
          </p:cNvPr>
          <p:cNvGrpSpPr/>
          <p:nvPr/>
        </p:nvGrpSpPr>
        <p:grpSpPr>
          <a:xfrm>
            <a:off x="12297871" y="3859027"/>
            <a:ext cx="937055" cy="2979107"/>
            <a:chOff x="11126557" y="3879512"/>
            <a:chExt cx="937055" cy="2979107"/>
          </a:xfrm>
        </p:grpSpPr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C84F171-33A5-FEB1-32D8-3925FFACEEA4}"/>
                </a:ext>
              </a:extLst>
            </p:cNvPr>
            <p:cNvSpPr/>
            <p:nvPr/>
          </p:nvSpPr>
          <p:spPr>
            <a:xfrm>
              <a:off x="11266794" y="6321819"/>
              <a:ext cx="152987" cy="191230"/>
            </a:xfrm>
            <a:custGeom>
              <a:avLst/>
              <a:gdLst>
                <a:gd name="csX0" fmla="*/ 70156 w 152987"/>
                <a:gd name="csY0" fmla="*/ -42 h 191230"/>
                <a:gd name="csX1" fmla="*/ 35 w 152987"/>
                <a:gd name="csY1" fmla="*/ 38202 h 191230"/>
                <a:gd name="csX2" fmla="*/ 44657 w 152987"/>
                <a:gd name="csY2" fmla="*/ 184817 h 191230"/>
                <a:gd name="csX3" fmla="*/ 114772 w 152987"/>
                <a:gd name="csY3" fmla="*/ 191189 h 191230"/>
                <a:gd name="csX4" fmla="*/ 153022 w 152987"/>
                <a:gd name="csY4" fmla="*/ 108323 h 191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52987" h="191230">
                  <a:moveTo>
                    <a:pt x="70156" y="-42"/>
                  </a:moveTo>
                  <a:lnTo>
                    <a:pt x="35" y="38202"/>
                  </a:lnTo>
                  <a:lnTo>
                    <a:pt x="44657" y="184817"/>
                  </a:lnTo>
                  <a:lnTo>
                    <a:pt x="114772" y="191189"/>
                  </a:lnTo>
                  <a:lnTo>
                    <a:pt x="153022" y="108323"/>
                  </a:lnTo>
                  <a:close/>
                </a:path>
              </a:pathLst>
            </a:custGeom>
            <a:solidFill>
              <a:srgbClr val="FFB9B9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F6A2729-8090-14EF-1077-46F7E14B187D}"/>
                </a:ext>
              </a:extLst>
            </p:cNvPr>
            <p:cNvSpPr/>
            <p:nvPr/>
          </p:nvSpPr>
          <p:spPr>
            <a:xfrm>
              <a:off x="11553652" y="6615049"/>
              <a:ext cx="108347" cy="70115"/>
            </a:xfrm>
            <a:custGeom>
              <a:avLst/>
              <a:gdLst>
                <a:gd name="csX0" fmla="*/ 39 w 108347"/>
                <a:gd name="csY0" fmla="*/ -38 h 70115"/>
                <a:gd name="csX1" fmla="*/ 39 w 108347"/>
                <a:gd name="csY1" fmla="*/ 70077 h 70115"/>
                <a:gd name="csX2" fmla="*/ 108386 w 108347"/>
                <a:gd name="csY2" fmla="*/ 63705 h 70115"/>
                <a:gd name="csX3" fmla="*/ 106875 w 108347"/>
                <a:gd name="csY3" fmla="*/ 5959 h 701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8347" h="70115">
                  <a:moveTo>
                    <a:pt x="39" y="-38"/>
                  </a:moveTo>
                  <a:lnTo>
                    <a:pt x="39" y="70077"/>
                  </a:lnTo>
                  <a:lnTo>
                    <a:pt x="108386" y="63705"/>
                  </a:lnTo>
                  <a:lnTo>
                    <a:pt x="106875" y="5959"/>
                  </a:lnTo>
                  <a:close/>
                </a:path>
              </a:pathLst>
            </a:custGeom>
            <a:solidFill>
              <a:srgbClr val="FFB9B9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A7D18305-1701-8B72-08F6-89E65BD00FCC}"/>
                </a:ext>
              </a:extLst>
            </p:cNvPr>
            <p:cNvSpPr/>
            <p:nvPr/>
          </p:nvSpPr>
          <p:spPr>
            <a:xfrm>
              <a:off x="11311421" y="5480373"/>
              <a:ext cx="350601" cy="1179297"/>
            </a:xfrm>
            <a:custGeom>
              <a:avLst/>
              <a:gdLst>
                <a:gd name="csX0" fmla="*/ 36 w 350601"/>
                <a:gd name="csY0" fmla="*/ -53 h 1179297"/>
                <a:gd name="csX1" fmla="*/ 38279 w 350601"/>
                <a:gd name="csY1" fmla="*/ 478048 h 1179297"/>
                <a:gd name="csX2" fmla="*/ 159400 w 350601"/>
                <a:gd name="csY2" fmla="*/ 1179245 h 1179297"/>
                <a:gd name="csX3" fmla="*/ 350637 w 350601"/>
                <a:gd name="csY3" fmla="*/ 1153745 h 1179297"/>
                <a:gd name="csX4" fmla="*/ 286893 w 350601"/>
                <a:gd name="csY4" fmla="*/ 599157 h 1179297"/>
                <a:gd name="csX5" fmla="*/ 312393 w 350601"/>
                <a:gd name="csY5" fmla="*/ 89197 h 11792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50601" h="1179297">
                  <a:moveTo>
                    <a:pt x="36" y="-53"/>
                  </a:moveTo>
                  <a:lnTo>
                    <a:pt x="38279" y="478048"/>
                  </a:lnTo>
                  <a:lnTo>
                    <a:pt x="159400" y="1179245"/>
                  </a:lnTo>
                  <a:lnTo>
                    <a:pt x="350637" y="1153745"/>
                  </a:lnTo>
                  <a:lnTo>
                    <a:pt x="286893" y="599157"/>
                  </a:lnTo>
                  <a:lnTo>
                    <a:pt x="312393" y="89197"/>
                  </a:lnTo>
                  <a:close/>
                </a:path>
              </a:pathLst>
            </a:custGeom>
            <a:solidFill>
              <a:srgbClr val="090814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D14C6A00-D5AE-7FCA-8E1A-3BBEE30CA63C}"/>
                </a:ext>
              </a:extLst>
            </p:cNvPr>
            <p:cNvSpPr/>
            <p:nvPr/>
          </p:nvSpPr>
          <p:spPr>
            <a:xfrm>
              <a:off x="11311398" y="5123405"/>
              <a:ext cx="630325" cy="1389644"/>
            </a:xfrm>
            <a:custGeom>
              <a:avLst/>
              <a:gdLst>
                <a:gd name="csX0" fmla="*/ 509796 w 630325"/>
                <a:gd name="csY0" fmla="*/ -203 h 1389644"/>
                <a:gd name="csX1" fmla="*/ 50823 w 630325"/>
                <a:gd name="csY1" fmla="*/ 6169 h 1389644"/>
                <a:gd name="csX2" fmla="*/ -176 w 630325"/>
                <a:gd name="csY2" fmla="*/ 356771 h 1389644"/>
                <a:gd name="csX3" fmla="*/ 312175 w 630325"/>
                <a:gd name="csY3" fmla="*/ 503386 h 1389644"/>
                <a:gd name="csX4" fmla="*/ 388657 w 630325"/>
                <a:gd name="csY4" fmla="*/ 783860 h 1389644"/>
                <a:gd name="csX5" fmla="*/ -194 w 630325"/>
                <a:gd name="csY5" fmla="*/ 1198205 h 1389644"/>
                <a:gd name="csX6" fmla="*/ 152793 w 630325"/>
                <a:gd name="csY6" fmla="*/ 1389442 h 1389644"/>
                <a:gd name="csX7" fmla="*/ 528894 w 630325"/>
                <a:gd name="csY7" fmla="*/ 930469 h 1389644"/>
                <a:gd name="csX8" fmla="*/ 611795 w 630325"/>
                <a:gd name="csY8" fmla="*/ 261144 h 13896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30325" h="1389644">
                  <a:moveTo>
                    <a:pt x="509796" y="-203"/>
                  </a:moveTo>
                  <a:lnTo>
                    <a:pt x="50823" y="6169"/>
                  </a:lnTo>
                  <a:lnTo>
                    <a:pt x="-176" y="356771"/>
                  </a:lnTo>
                  <a:lnTo>
                    <a:pt x="312175" y="503386"/>
                  </a:lnTo>
                  <a:lnTo>
                    <a:pt x="388657" y="783860"/>
                  </a:lnTo>
                  <a:lnTo>
                    <a:pt x="-194" y="1198205"/>
                  </a:lnTo>
                  <a:lnTo>
                    <a:pt x="152793" y="1389442"/>
                  </a:lnTo>
                  <a:cubicBezTo>
                    <a:pt x="152793" y="1389442"/>
                    <a:pt x="369529" y="1096212"/>
                    <a:pt x="528894" y="930469"/>
                  </a:cubicBezTo>
                  <a:cubicBezTo>
                    <a:pt x="688259" y="764726"/>
                    <a:pt x="611795" y="261144"/>
                    <a:pt x="611795" y="261144"/>
                  </a:cubicBezTo>
                  <a:close/>
                </a:path>
              </a:pathLst>
            </a:custGeom>
            <a:solidFill>
              <a:srgbClr val="090814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BC9F73D2-7FAF-45E8-1CFB-E81BDA023BDE}"/>
                </a:ext>
              </a:extLst>
            </p:cNvPr>
            <p:cNvSpPr/>
            <p:nvPr/>
          </p:nvSpPr>
          <p:spPr>
            <a:xfrm>
              <a:off x="11407043" y="3937724"/>
              <a:ext cx="280485" cy="280485"/>
            </a:xfrm>
            <a:custGeom>
              <a:avLst/>
              <a:gdLst>
                <a:gd name="csX0" fmla="*/ 281158 w 280485"/>
                <a:gd name="csY0" fmla="*/ 140301 h 280485"/>
                <a:gd name="csX1" fmla="*/ 140915 w 280485"/>
                <a:gd name="csY1" fmla="*/ 280544 h 280485"/>
                <a:gd name="csX2" fmla="*/ 672 w 280485"/>
                <a:gd name="csY2" fmla="*/ 140301 h 280485"/>
                <a:gd name="csX3" fmla="*/ 140915 w 280485"/>
                <a:gd name="csY3" fmla="*/ 58 h 280485"/>
                <a:gd name="csX4" fmla="*/ 281158 w 280485"/>
                <a:gd name="csY4" fmla="*/ 140301 h 2804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0485" h="280485">
                  <a:moveTo>
                    <a:pt x="281158" y="140301"/>
                  </a:moveTo>
                  <a:cubicBezTo>
                    <a:pt x="281158" y="217755"/>
                    <a:pt x="218369" y="280544"/>
                    <a:pt x="140915" y="280544"/>
                  </a:cubicBezTo>
                  <a:cubicBezTo>
                    <a:pt x="63461" y="280544"/>
                    <a:pt x="672" y="217755"/>
                    <a:pt x="672" y="140301"/>
                  </a:cubicBezTo>
                  <a:cubicBezTo>
                    <a:pt x="672" y="62847"/>
                    <a:pt x="63461" y="58"/>
                    <a:pt x="140915" y="58"/>
                  </a:cubicBezTo>
                  <a:cubicBezTo>
                    <a:pt x="218369" y="58"/>
                    <a:pt x="281158" y="62847"/>
                    <a:pt x="281158" y="140301"/>
                  </a:cubicBezTo>
                  <a:close/>
                </a:path>
              </a:pathLst>
            </a:custGeom>
            <a:solidFill>
              <a:srgbClr val="FFB9B9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EC905CC6-2D3D-A726-5731-E72FD204592C}"/>
                </a:ext>
              </a:extLst>
            </p:cNvPr>
            <p:cNvSpPr/>
            <p:nvPr/>
          </p:nvSpPr>
          <p:spPr>
            <a:xfrm>
              <a:off x="11496280" y="4109815"/>
              <a:ext cx="214874" cy="357002"/>
            </a:xfrm>
            <a:custGeom>
              <a:avLst/>
              <a:gdLst>
                <a:gd name="csX0" fmla="*/ -192 w 214874"/>
                <a:gd name="csY0" fmla="*/ 63558 h 357002"/>
                <a:gd name="csX1" fmla="*/ -192 w 214874"/>
                <a:gd name="csY1" fmla="*/ 203801 h 357002"/>
                <a:gd name="csX2" fmla="*/ 95406 w 214874"/>
                <a:gd name="csY2" fmla="*/ 356787 h 357002"/>
                <a:gd name="csX3" fmla="*/ 210150 w 214874"/>
                <a:gd name="csY3" fmla="*/ 222922 h 357002"/>
                <a:gd name="csX4" fmla="*/ 171900 w 214874"/>
                <a:gd name="csY4" fmla="*/ -215 h 3570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4874" h="357002">
                  <a:moveTo>
                    <a:pt x="-192" y="63558"/>
                  </a:moveTo>
                  <a:lnTo>
                    <a:pt x="-192" y="203801"/>
                  </a:lnTo>
                  <a:lnTo>
                    <a:pt x="95406" y="356787"/>
                  </a:lnTo>
                  <a:cubicBezTo>
                    <a:pt x="95406" y="356787"/>
                    <a:pt x="242021" y="248440"/>
                    <a:pt x="210150" y="222922"/>
                  </a:cubicBezTo>
                  <a:cubicBezTo>
                    <a:pt x="178278" y="197405"/>
                    <a:pt x="171900" y="-215"/>
                    <a:pt x="171900" y="-215"/>
                  </a:cubicBezTo>
                  <a:close/>
                </a:path>
              </a:pathLst>
            </a:custGeom>
            <a:solidFill>
              <a:srgbClr val="FFB9B9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ED1F81B-0A74-2A8B-5AC3-CF8861E700AA}"/>
                </a:ext>
              </a:extLst>
            </p:cNvPr>
            <p:cNvSpPr/>
            <p:nvPr/>
          </p:nvSpPr>
          <p:spPr>
            <a:xfrm>
              <a:off x="11400659" y="4260705"/>
              <a:ext cx="388851" cy="939175"/>
            </a:xfrm>
            <a:custGeom>
              <a:avLst/>
              <a:gdLst>
                <a:gd name="csX0" fmla="*/ 95658 w 388851"/>
                <a:gd name="csY0" fmla="*/ 27552 h 939175"/>
                <a:gd name="csX1" fmla="*/ 37 w 388851"/>
                <a:gd name="csY1" fmla="*/ 142290 h 939175"/>
                <a:gd name="csX2" fmla="*/ 38286 w 388851"/>
                <a:gd name="csY2" fmla="*/ 939108 h 939175"/>
                <a:gd name="csX3" fmla="*/ 337888 w 388851"/>
                <a:gd name="csY3" fmla="*/ 932736 h 939175"/>
                <a:gd name="csX4" fmla="*/ 388888 w 388851"/>
                <a:gd name="csY4" fmla="*/ 237911 h 939175"/>
                <a:gd name="csX5" fmla="*/ 325144 w 388851"/>
                <a:gd name="csY5" fmla="*/ 59424 h 939175"/>
                <a:gd name="csX6" fmla="*/ 281401 w 388851"/>
                <a:gd name="csY6" fmla="*/ -68 h 939175"/>
                <a:gd name="csX7" fmla="*/ 204023 w 388851"/>
                <a:gd name="csY7" fmla="*/ 116790 h 93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88851" h="939175">
                  <a:moveTo>
                    <a:pt x="95658" y="27552"/>
                  </a:moveTo>
                  <a:lnTo>
                    <a:pt x="37" y="142290"/>
                  </a:lnTo>
                  <a:lnTo>
                    <a:pt x="38286" y="939108"/>
                  </a:lnTo>
                  <a:lnTo>
                    <a:pt x="337888" y="932736"/>
                  </a:lnTo>
                  <a:lnTo>
                    <a:pt x="388888" y="237911"/>
                  </a:lnTo>
                  <a:lnTo>
                    <a:pt x="325144" y="59424"/>
                  </a:lnTo>
                  <a:lnTo>
                    <a:pt x="281401" y="-68"/>
                  </a:lnTo>
                  <a:lnTo>
                    <a:pt x="204023" y="116790"/>
                  </a:lnTo>
                  <a:close/>
                </a:path>
              </a:pathLst>
            </a:custGeom>
            <a:solidFill>
              <a:srgbClr val="E6E6E6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AC51271E-EA92-96B6-9C99-6900F8B88A14}"/>
                </a:ext>
              </a:extLst>
            </p:cNvPr>
            <p:cNvSpPr/>
            <p:nvPr/>
          </p:nvSpPr>
          <p:spPr>
            <a:xfrm>
              <a:off x="11126557" y="4415813"/>
              <a:ext cx="216730" cy="975299"/>
            </a:xfrm>
            <a:custGeom>
              <a:avLst/>
              <a:gdLst>
                <a:gd name="csX0" fmla="*/ 216534 w 216730"/>
                <a:gd name="csY0" fmla="*/ 286652 h 975299"/>
                <a:gd name="csX1" fmla="*/ 146413 w 216730"/>
                <a:gd name="csY1" fmla="*/ 554382 h 975299"/>
                <a:gd name="csX2" fmla="*/ 216534 w 216730"/>
                <a:gd name="csY2" fmla="*/ 822113 h 975299"/>
                <a:gd name="csX3" fmla="*/ 101797 w 216730"/>
                <a:gd name="csY3" fmla="*/ 975088 h 975299"/>
                <a:gd name="csX4" fmla="*/ -196 w 216730"/>
                <a:gd name="csY4" fmla="*/ 490621 h 975299"/>
                <a:gd name="csX5" fmla="*/ 82675 w 216730"/>
                <a:gd name="csY5" fmla="*/ 50788 h 975299"/>
                <a:gd name="csX6" fmla="*/ 101797 w 216730"/>
                <a:gd name="csY6" fmla="*/ -212 h 975299"/>
                <a:gd name="csX7" fmla="*/ 152797 w 216730"/>
                <a:gd name="csY7" fmla="*/ 6160 h 975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16730" h="975299">
                  <a:moveTo>
                    <a:pt x="216534" y="286652"/>
                  </a:moveTo>
                  <a:lnTo>
                    <a:pt x="146413" y="554382"/>
                  </a:lnTo>
                  <a:lnTo>
                    <a:pt x="216534" y="822113"/>
                  </a:lnTo>
                  <a:lnTo>
                    <a:pt x="101797" y="975088"/>
                  </a:lnTo>
                  <a:lnTo>
                    <a:pt x="-196" y="490621"/>
                  </a:lnTo>
                  <a:cubicBezTo>
                    <a:pt x="-196" y="490621"/>
                    <a:pt x="76297" y="95398"/>
                    <a:pt x="82675" y="50788"/>
                  </a:cubicBezTo>
                  <a:cubicBezTo>
                    <a:pt x="89053" y="6178"/>
                    <a:pt x="101797" y="-212"/>
                    <a:pt x="101797" y="-212"/>
                  </a:cubicBezTo>
                  <a:lnTo>
                    <a:pt x="152797" y="6160"/>
                  </a:lnTo>
                  <a:close/>
                </a:path>
              </a:pathLst>
            </a:custGeom>
            <a:solidFill>
              <a:srgbClr val="090814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72F06E0C-A7F6-9345-49C6-D7B5880D40DD}"/>
                </a:ext>
              </a:extLst>
            </p:cNvPr>
            <p:cNvSpPr/>
            <p:nvPr/>
          </p:nvSpPr>
          <p:spPr>
            <a:xfrm>
              <a:off x="11853254" y="4415789"/>
              <a:ext cx="210358" cy="917974"/>
            </a:xfrm>
            <a:custGeom>
              <a:avLst/>
              <a:gdLst>
                <a:gd name="csX0" fmla="*/ 42 w 210358"/>
                <a:gd name="csY0" fmla="*/ 388815 h 917974"/>
                <a:gd name="csX1" fmla="*/ 44664 w 210358"/>
                <a:gd name="csY1" fmla="*/ 471692 h 917974"/>
                <a:gd name="csX2" fmla="*/ 57414 w 210358"/>
                <a:gd name="csY2" fmla="*/ 611929 h 917974"/>
                <a:gd name="csX3" fmla="*/ 31914 w 210358"/>
                <a:gd name="csY3" fmla="*/ 771294 h 917974"/>
                <a:gd name="csX4" fmla="*/ 121158 w 210358"/>
                <a:gd name="csY4" fmla="*/ 917909 h 917974"/>
                <a:gd name="csX5" fmla="*/ 210401 w 210358"/>
                <a:gd name="csY5" fmla="*/ 516308 h 917974"/>
                <a:gd name="csX6" fmla="*/ 114791 w 210358"/>
                <a:gd name="csY6" fmla="*/ -66 h 917974"/>
                <a:gd name="csX7" fmla="*/ 76542 w 210358"/>
                <a:gd name="csY7" fmla="*/ -66 h 9179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10358" h="917974">
                  <a:moveTo>
                    <a:pt x="42" y="388815"/>
                  </a:moveTo>
                  <a:lnTo>
                    <a:pt x="44664" y="471692"/>
                  </a:lnTo>
                  <a:lnTo>
                    <a:pt x="57414" y="611929"/>
                  </a:lnTo>
                  <a:lnTo>
                    <a:pt x="31914" y="771294"/>
                  </a:lnTo>
                  <a:lnTo>
                    <a:pt x="121158" y="917909"/>
                  </a:lnTo>
                  <a:lnTo>
                    <a:pt x="210401" y="516308"/>
                  </a:lnTo>
                  <a:lnTo>
                    <a:pt x="114791" y="-66"/>
                  </a:lnTo>
                  <a:lnTo>
                    <a:pt x="76542" y="-66"/>
                  </a:lnTo>
                  <a:close/>
                </a:path>
              </a:pathLst>
            </a:custGeom>
            <a:solidFill>
              <a:srgbClr val="090814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8C348701-272E-98AA-77F8-F50B9FA36F28}"/>
                </a:ext>
              </a:extLst>
            </p:cNvPr>
            <p:cNvSpPr/>
            <p:nvPr/>
          </p:nvSpPr>
          <p:spPr>
            <a:xfrm>
              <a:off x="11179826" y="6315447"/>
              <a:ext cx="220820" cy="510464"/>
            </a:xfrm>
            <a:custGeom>
              <a:avLst/>
              <a:gdLst>
                <a:gd name="csX0" fmla="*/ 131399 w 220820"/>
                <a:gd name="csY0" fmla="*/ -188 h 510464"/>
                <a:gd name="csX1" fmla="*/ 10284 w 220820"/>
                <a:gd name="csY1" fmla="*/ 31684 h 510464"/>
                <a:gd name="csX2" fmla="*/ 29406 w 220820"/>
                <a:gd name="csY2" fmla="*/ 159177 h 510464"/>
                <a:gd name="csX3" fmla="*/ 67656 w 220820"/>
                <a:gd name="csY3" fmla="*/ 356791 h 510464"/>
                <a:gd name="csX4" fmla="*/ 176003 w 220820"/>
                <a:gd name="csY4" fmla="*/ 509778 h 510464"/>
                <a:gd name="csX5" fmla="*/ 195125 w 220820"/>
                <a:gd name="csY5" fmla="*/ 286641 h 510464"/>
                <a:gd name="csX6" fmla="*/ 220625 w 220820"/>
                <a:gd name="csY6" fmla="*/ 184647 h 510464"/>
                <a:gd name="csX7" fmla="*/ 182376 w 220820"/>
                <a:gd name="csY7" fmla="*/ 171897 h 510464"/>
                <a:gd name="csX8" fmla="*/ 131399 w 220820"/>
                <a:gd name="csY8" fmla="*/ -188 h 5104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20820" h="510464">
                  <a:moveTo>
                    <a:pt x="131399" y="-188"/>
                  </a:moveTo>
                  <a:cubicBezTo>
                    <a:pt x="131399" y="-188"/>
                    <a:pt x="42156" y="25312"/>
                    <a:pt x="10284" y="31684"/>
                  </a:cubicBezTo>
                  <a:cubicBezTo>
                    <a:pt x="-21588" y="38056"/>
                    <a:pt x="29406" y="159177"/>
                    <a:pt x="29406" y="159177"/>
                  </a:cubicBezTo>
                  <a:cubicBezTo>
                    <a:pt x="29406" y="159177"/>
                    <a:pt x="61278" y="324920"/>
                    <a:pt x="67656" y="356791"/>
                  </a:cubicBezTo>
                  <a:cubicBezTo>
                    <a:pt x="74034" y="388663"/>
                    <a:pt x="118655" y="497034"/>
                    <a:pt x="176003" y="509778"/>
                  </a:cubicBezTo>
                  <a:cubicBezTo>
                    <a:pt x="233352" y="522522"/>
                    <a:pt x="195125" y="286641"/>
                    <a:pt x="195125" y="286641"/>
                  </a:cubicBezTo>
                  <a:cubicBezTo>
                    <a:pt x="195125" y="286641"/>
                    <a:pt x="220625" y="210147"/>
                    <a:pt x="220625" y="184647"/>
                  </a:cubicBezTo>
                  <a:cubicBezTo>
                    <a:pt x="220625" y="159148"/>
                    <a:pt x="182376" y="171897"/>
                    <a:pt x="182376" y="171897"/>
                  </a:cubicBezTo>
                  <a:cubicBezTo>
                    <a:pt x="80400" y="159177"/>
                    <a:pt x="131399" y="-188"/>
                    <a:pt x="131399" y="-188"/>
                  </a:cubicBezTo>
                  <a:close/>
                </a:path>
              </a:pathLst>
            </a:custGeom>
            <a:solidFill>
              <a:srgbClr val="090814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00E7D3D9-EBBE-988E-51F4-70101027BF65}"/>
                </a:ext>
              </a:extLst>
            </p:cNvPr>
            <p:cNvSpPr/>
            <p:nvPr/>
          </p:nvSpPr>
          <p:spPr>
            <a:xfrm>
              <a:off x="11520937" y="6652645"/>
              <a:ext cx="175791" cy="205973"/>
            </a:xfrm>
            <a:custGeom>
              <a:avLst/>
              <a:gdLst>
                <a:gd name="csX0" fmla="*/ 651 w 175791"/>
                <a:gd name="csY0" fmla="*/ 153457 h 205973"/>
                <a:gd name="csX1" fmla="*/ 96272 w 175791"/>
                <a:gd name="csY1" fmla="*/ 204456 h 205973"/>
                <a:gd name="csX2" fmla="*/ 172766 w 175791"/>
                <a:gd name="csY2" fmla="*/ 134335 h 205973"/>
                <a:gd name="csX3" fmla="*/ 147266 w 175791"/>
                <a:gd name="csY3" fmla="*/ 19592 h 205973"/>
                <a:gd name="csX4" fmla="*/ 26151 w 175791"/>
                <a:gd name="csY4" fmla="*/ 32341 h 205973"/>
                <a:gd name="csX5" fmla="*/ 651 w 175791"/>
                <a:gd name="csY5" fmla="*/ 153457 h 2059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75791" h="205973">
                  <a:moveTo>
                    <a:pt x="651" y="153457"/>
                  </a:moveTo>
                  <a:cubicBezTo>
                    <a:pt x="7023" y="191706"/>
                    <a:pt x="-5727" y="191706"/>
                    <a:pt x="96272" y="204456"/>
                  </a:cubicBezTo>
                  <a:cubicBezTo>
                    <a:pt x="198272" y="217206"/>
                    <a:pt x="172766" y="134335"/>
                    <a:pt x="172766" y="134335"/>
                  </a:cubicBezTo>
                  <a:cubicBezTo>
                    <a:pt x="168500" y="95267"/>
                    <a:pt x="159949" y="56788"/>
                    <a:pt x="147266" y="19592"/>
                  </a:cubicBezTo>
                  <a:cubicBezTo>
                    <a:pt x="128144" y="-31408"/>
                    <a:pt x="26151" y="32341"/>
                    <a:pt x="26151" y="32341"/>
                  </a:cubicBezTo>
                  <a:cubicBezTo>
                    <a:pt x="26151" y="32341"/>
                    <a:pt x="-5721" y="115213"/>
                    <a:pt x="651" y="153457"/>
                  </a:cubicBezTo>
                  <a:close/>
                </a:path>
              </a:pathLst>
            </a:custGeom>
            <a:solidFill>
              <a:srgbClr val="090814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A2DC1953-8CC0-7C2A-0B06-1405D6F5B076}"/>
                </a:ext>
              </a:extLst>
            </p:cNvPr>
            <p:cNvSpPr/>
            <p:nvPr/>
          </p:nvSpPr>
          <p:spPr>
            <a:xfrm>
              <a:off x="11399212" y="3879512"/>
              <a:ext cx="320451" cy="291470"/>
            </a:xfrm>
            <a:custGeom>
              <a:avLst/>
              <a:gdLst>
                <a:gd name="csX0" fmla="*/ 269160 w 320451"/>
                <a:gd name="csY0" fmla="*/ 234560 h 291470"/>
                <a:gd name="csX1" fmla="*/ 272480 w 320451"/>
                <a:gd name="csY1" fmla="*/ 291252 h 291470"/>
                <a:gd name="csX2" fmla="*/ 319989 w 320451"/>
                <a:gd name="csY2" fmla="*/ 102616 h 291470"/>
                <a:gd name="csX3" fmla="*/ 154247 w 320451"/>
                <a:gd name="csY3" fmla="*/ 447 h 291470"/>
                <a:gd name="csX4" fmla="*/ -193 w 320451"/>
                <a:gd name="csY4" fmla="*/ 85421 h 291470"/>
                <a:gd name="csX5" fmla="*/ 141503 w 320451"/>
                <a:gd name="csY5" fmla="*/ 96244 h 291470"/>
                <a:gd name="csX6" fmla="*/ 205246 w 320451"/>
                <a:gd name="csY6" fmla="*/ 191865 h 291470"/>
                <a:gd name="csX7" fmla="*/ 230746 w 320451"/>
                <a:gd name="csY7" fmla="*/ 198237 h 2914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20451" h="291470">
                  <a:moveTo>
                    <a:pt x="269160" y="234560"/>
                  </a:moveTo>
                  <a:lnTo>
                    <a:pt x="272480" y="291252"/>
                  </a:lnTo>
                  <a:cubicBezTo>
                    <a:pt x="272480" y="291252"/>
                    <a:pt x="313611" y="198237"/>
                    <a:pt x="319989" y="102616"/>
                  </a:cubicBezTo>
                  <a:cubicBezTo>
                    <a:pt x="326367" y="6994"/>
                    <a:pt x="217996" y="6824"/>
                    <a:pt x="154247" y="447"/>
                  </a:cubicBezTo>
                  <a:cubicBezTo>
                    <a:pt x="90497" y="-5931"/>
                    <a:pt x="-193" y="34415"/>
                    <a:pt x="-193" y="85421"/>
                  </a:cubicBezTo>
                  <a:cubicBezTo>
                    <a:pt x="-193" y="136426"/>
                    <a:pt x="96881" y="108988"/>
                    <a:pt x="141503" y="96244"/>
                  </a:cubicBezTo>
                  <a:cubicBezTo>
                    <a:pt x="186124" y="83500"/>
                    <a:pt x="205246" y="191865"/>
                    <a:pt x="205246" y="191865"/>
                  </a:cubicBezTo>
                  <a:lnTo>
                    <a:pt x="230746" y="198237"/>
                  </a:lnTo>
                  <a:close/>
                </a:path>
              </a:pathLst>
            </a:custGeom>
            <a:solidFill>
              <a:srgbClr val="090814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90BF9E36-83D7-D09D-2C02-881B10B8858A}"/>
                </a:ext>
              </a:extLst>
            </p:cNvPr>
            <p:cNvSpPr/>
            <p:nvPr/>
          </p:nvSpPr>
          <p:spPr>
            <a:xfrm>
              <a:off x="11458657" y="4288325"/>
              <a:ext cx="145970" cy="165736"/>
            </a:xfrm>
            <a:custGeom>
              <a:avLst/>
              <a:gdLst>
                <a:gd name="csX0" fmla="*/ 37 w 145970"/>
                <a:gd name="csY0" fmla="*/ 45076 h 165736"/>
                <a:gd name="csX1" fmla="*/ 37661 w 145970"/>
                <a:gd name="csY1" fmla="*/ -67 h 165736"/>
                <a:gd name="csX2" fmla="*/ 146008 w 145970"/>
                <a:gd name="csY2" fmla="*/ 89176 h 165736"/>
                <a:gd name="csX3" fmla="*/ 37661 w 145970"/>
                <a:gd name="csY3" fmla="*/ 165670 h 1657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5970" h="165736">
                  <a:moveTo>
                    <a:pt x="37" y="45076"/>
                  </a:moveTo>
                  <a:lnTo>
                    <a:pt x="37661" y="-67"/>
                  </a:lnTo>
                  <a:lnTo>
                    <a:pt x="146008" y="89176"/>
                  </a:lnTo>
                  <a:lnTo>
                    <a:pt x="37661" y="165670"/>
                  </a:lnTo>
                  <a:close/>
                </a:path>
              </a:pathLst>
            </a:custGeom>
            <a:solidFill>
              <a:srgbClr val="E6E6E6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E49AFCEC-3BD7-0085-DC9D-91502E68DC06}"/>
                </a:ext>
              </a:extLst>
            </p:cNvPr>
            <p:cNvSpPr/>
            <p:nvPr/>
          </p:nvSpPr>
          <p:spPr>
            <a:xfrm>
              <a:off x="11604657" y="4262808"/>
              <a:ext cx="121115" cy="184858"/>
            </a:xfrm>
            <a:custGeom>
              <a:avLst/>
              <a:gdLst>
                <a:gd name="csX0" fmla="*/ 121154 w 121115"/>
                <a:gd name="csY0" fmla="*/ 57327 h 184858"/>
                <a:gd name="csX1" fmla="*/ 76533 w 121115"/>
                <a:gd name="csY1" fmla="*/ -68 h 184858"/>
                <a:gd name="csX2" fmla="*/ 39 w 121115"/>
                <a:gd name="csY2" fmla="*/ 114670 h 184858"/>
                <a:gd name="csX3" fmla="*/ 95661 w 121115"/>
                <a:gd name="csY3" fmla="*/ 184791 h 1848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1115" h="184858">
                  <a:moveTo>
                    <a:pt x="121154" y="57327"/>
                  </a:moveTo>
                  <a:lnTo>
                    <a:pt x="76533" y="-68"/>
                  </a:lnTo>
                  <a:lnTo>
                    <a:pt x="39" y="114670"/>
                  </a:lnTo>
                  <a:lnTo>
                    <a:pt x="95661" y="184791"/>
                  </a:lnTo>
                  <a:close/>
                </a:path>
              </a:pathLst>
            </a:custGeom>
            <a:solidFill>
              <a:srgbClr val="E6E6E6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F706000-B1A3-555E-61E0-0F4F8B8D13D5}"/>
                </a:ext>
              </a:extLst>
            </p:cNvPr>
            <p:cNvSpPr/>
            <p:nvPr/>
          </p:nvSpPr>
          <p:spPr>
            <a:xfrm>
              <a:off x="11234957" y="4278767"/>
              <a:ext cx="761282" cy="1182557"/>
            </a:xfrm>
            <a:custGeom>
              <a:avLst/>
              <a:gdLst>
                <a:gd name="csX0" fmla="*/ 89013 w 761282"/>
                <a:gd name="csY0" fmla="*/ 512933 h 1182557"/>
                <a:gd name="csX1" fmla="*/ 114513 w 761282"/>
                <a:gd name="csY1" fmla="*/ 755170 h 1182557"/>
                <a:gd name="csX2" fmla="*/ 63520 w 761282"/>
                <a:gd name="csY2" fmla="*/ 901784 h 1182557"/>
                <a:gd name="csX3" fmla="*/ 31648 w 761282"/>
                <a:gd name="csY3" fmla="*/ 1042028 h 1182557"/>
                <a:gd name="csX4" fmla="*/ 159141 w 761282"/>
                <a:gd name="csY4" fmla="*/ 1182270 h 1182557"/>
                <a:gd name="csX5" fmla="*/ 394999 w 761282"/>
                <a:gd name="csY5" fmla="*/ 780669 h 1182557"/>
                <a:gd name="csX6" fmla="*/ 426871 w 761282"/>
                <a:gd name="csY6" fmla="*/ 920912 h 1182557"/>
                <a:gd name="csX7" fmla="*/ 656357 w 761282"/>
                <a:gd name="csY7" fmla="*/ 1175898 h 1182557"/>
                <a:gd name="csX8" fmla="*/ 751979 w 761282"/>
                <a:gd name="csY8" fmla="*/ 1067551 h 1182557"/>
                <a:gd name="csX9" fmla="*/ 662753 w 761282"/>
                <a:gd name="csY9" fmla="*/ 869913 h 1182557"/>
                <a:gd name="csX10" fmla="*/ 624503 w 761282"/>
                <a:gd name="csY10" fmla="*/ 736048 h 1182557"/>
                <a:gd name="csX11" fmla="*/ 637253 w 761282"/>
                <a:gd name="csY11" fmla="*/ 570305 h 1182557"/>
                <a:gd name="csX12" fmla="*/ 726496 w 761282"/>
                <a:gd name="csY12" fmla="*/ 136832 h 1182557"/>
                <a:gd name="csX13" fmla="*/ 461952 w 761282"/>
                <a:gd name="csY13" fmla="*/ -213 h 1182557"/>
                <a:gd name="csX14" fmla="*/ 490650 w 761282"/>
                <a:gd name="csY14" fmla="*/ 366324 h 1182557"/>
                <a:gd name="csX15" fmla="*/ 395029 w 761282"/>
                <a:gd name="csY15" fmla="*/ 653182 h 1182557"/>
                <a:gd name="csX16" fmla="*/ 251599 w 761282"/>
                <a:gd name="csY16" fmla="*/ 18909 h 1182557"/>
                <a:gd name="csX17" fmla="*/ 203792 w 761282"/>
                <a:gd name="csY17" fmla="*/ 53966 h 1182557"/>
                <a:gd name="csX18" fmla="*/ -195 w 761282"/>
                <a:gd name="csY18" fmla="*/ 136838 h 11825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761282" h="1182557">
                  <a:moveTo>
                    <a:pt x="89013" y="512933"/>
                  </a:moveTo>
                  <a:lnTo>
                    <a:pt x="114513" y="755170"/>
                  </a:lnTo>
                  <a:lnTo>
                    <a:pt x="63520" y="901784"/>
                  </a:lnTo>
                  <a:lnTo>
                    <a:pt x="31648" y="1042028"/>
                  </a:lnTo>
                  <a:cubicBezTo>
                    <a:pt x="31648" y="1042028"/>
                    <a:pt x="31648" y="1175893"/>
                    <a:pt x="159141" y="1182270"/>
                  </a:cubicBezTo>
                  <a:cubicBezTo>
                    <a:pt x="286634" y="1188648"/>
                    <a:pt x="394999" y="780669"/>
                    <a:pt x="394999" y="780669"/>
                  </a:cubicBezTo>
                  <a:cubicBezTo>
                    <a:pt x="394999" y="780669"/>
                    <a:pt x="414121" y="869913"/>
                    <a:pt x="426871" y="920912"/>
                  </a:cubicBezTo>
                  <a:cubicBezTo>
                    <a:pt x="439621" y="971912"/>
                    <a:pt x="656357" y="1175898"/>
                    <a:pt x="656357" y="1175898"/>
                  </a:cubicBezTo>
                  <a:cubicBezTo>
                    <a:pt x="656357" y="1175898"/>
                    <a:pt x="707351" y="1169521"/>
                    <a:pt x="751979" y="1067551"/>
                  </a:cubicBezTo>
                  <a:cubicBezTo>
                    <a:pt x="796606" y="965581"/>
                    <a:pt x="662753" y="869913"/>
                    <a:pt x="662753" y="869913"/>
                  </a:cubicBezTo>
                  <a:lnTo>
                    <a:pt x="624503" y="736048"/>
                  </a:lnTo>
                  <a:lnTo>
                    <a:pt x="637253" y="570305"/>
                  </a:lnTo>
                  <a:lnTo>
                    <a:pt x="726496" y="136832"/>
                  </a:lnTo>
                  <a:lnTo>
                    <a:pt x="461952" y="-213"/>
                  </a:lnTo>
                  <a:lnTo>
                    <a:pt x="490650" y="366324"/>
                  </a:lnTo>
                  <a:lnTo>
                    <a:pt x="395029" y="653182"/>
                  </a:lnTo>
                  <a:lnTo>
                    <a:pt x="251599" y="18909"/>
                  </a:lnTo>
                  <a:lnTo>
                    <a:pt x="203792" y="53966"/>
                  </a:lnTo>
                  <a:lnTo>
                    <a:pt x="-195" y="136838"/>
                  </a:lnTo>
                  <a:close/>
                </a:path>
              </a:pathLst>
            </a:custGeom>
            <a:solidFill>
              <a:srgbClr val="090814"/>
            </a:solidFill>
            <a:ln w="584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D0F36E3A-E3C3-1E6A-B844-B97E0E8E542E}"/>
              </a:ext>
            </a:extLst>
          </p:cNvPr>
          <p:cNvSpPr/>
          <p:nvPr/>
        </p:nvSpPr>
        <p:spPr>
          <a:xfrm>
            <a:off x="-342065" y="7237777"/>
            <a:ext cx="1017107" cy="1017106"/>
          </a:xfrm>
          <a:custGeom>
            <a:avLst/>
            <a:gdLst>
              <a:gd name="csX0" fmla="*/ 1017107 w 1017107"/>
              <a:gd name="csY0" fmla="*/ 508553 h 1017106"/>
              <a:gd name="csX1" fmla="*/ 508554 w 1017107"/>
              <a:gd name="csY1" fmla="*/ 1017107 h 1017106"/>
              <a:gd name="csX2" fmla="*/ 0 w 1017107"/>
              <a:gd name="csY2" fmla="*/ 508553 h 1017106"/>
              <a:gd name="csX3" fmla="*/ 508554 w 1017107"/>
              <a:gd name="csY3" fmla="*/ 0 h 1017106"/>
              <a:gd name="csX4" fmla="*/ 1017107 w 1017107"/>
              <a:gd name="csY4" fmla="*/ 508553 h 10171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17107" h="1017106">
                <a:moveTo>
                  <a:pt x="1017107" y="508553"/>
                </a:moveTo>
                <a:cubicBezTo>
                  <a:pt x="1017107" y="789420"/>
                  <a:pt x="789420" y="1017107"/>
                  <a:pt x="508554" y="1017107"/>
                </a:cubicBezTo>
                <a:cubicBezTo>
                  <a:pt x="227687" y="1017107"/>
                  <a:pt x="0" y="789420"/>
                  <a:pt x="0" y="508553"/>
                </a:cubicBezTo>
                <a:cubicBezTo>
                  <a:pt x="0" y="227687"/>
                  <a:pt x="227687" y="0"/>
                  <a:pt x="508554" y="0"/>
                </a:cubicBezTo>
                <a:cubicBezTo>
                  <a:pt x="789420" y="0"/>
                  <a:pt x="1017107" y="227687"/>
                  <a:pt x="1017107" y="508553"/>
                </a:cubicBezTo>
                <a:close/>
              </a:path>
            </a:pathLst>
          </a:custGeom>
          <a:solidFill>
            <a:srgbClr val="FF6584"/>
          </a:solidFill>
          <a:ln w="7941" cap="flat">
            <a:noFill/>
            <a:prstDash val="solid"/>
            <a:miter/>
          </a:ln>
        </p:spPr>
        <p:txBody>
          <a:bodyPr/>
          <a:lstStyle/>
          <a:p>
            <a:endParaRPr lang="el-GR"/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DC63556A-61C8-0546-1FAB-FD995E2A99A9}"/>
              </a:ext>
            </a:extLst>
          </p:cNvPr>
          <p:cNvGrpSpPr/>
          <p:nvPr/>
        </p:nvGrpSpPr>
        <p:grpSpPr>
          <a:xfrm>
            <a:off x="4814984" y="14952986"/>
            <a:ext cx="1405296" cy="3270343"/>
            <a:chOff x="4814984" y="3584187"/>
            <a:chExt cx="1405296" cy="3270343"/>
          </a:xfrm>
        </p:grpSpPr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C97C5A5-E38E-42B1-811B-6AD9CE0A3E67}"/>
                </a:ext>
              </a:extLst>
            </p:cNvPr>
            <p:cNvSpPr/>
            <p:nvPr/>
          </p:nvSpPr>
          <p:spPr>
            <a:xfrm>
              <a:off x="4814984" y="3584187"/>
              <a:ext cx="1366896" cy="2303110"/>
            </a:xfrm>
            <a:custGeom>
              <a:avLst/>
              <a:gdLst>
                <a:gd name="csX0" fmla="*/ 559395 w 1366896"/>
                <a:gd name="csY0" fmla="*/ 2303046 h 2303110"/>
                <a:gd name="csX1" fmla="*/ 549976 w 1366896"/>
                <a:gd name="csY1" fmla="*/ 2302964 h 2303110"/>
                <a:gd name="csX2" fmla="*/ 18422 w 1366896"/>
                <a:gd name="csY2" fmla="*/ 2095196 h 2303110"/>
                <a:gd name="csX3" fmla="*/ 2365 w 1366896"/>
                <a:gd name="csY3" fmla="*/ 2080266 h 2303110"/>
                <a:gd name="csX4" fmla="*/ -95 w 1366896"/>
                <a:gd name="csY4" fmla="*/ 2077918 h 2303110"/>
                <a:gd name="csX5" fmla="*/ -95 w 1366896"/>
                <a:gd name="csY5" fmla="*/ 555021 h 2303110"/>
                <a:gd name="csX6" fmla="*/ 664 w 1366896"/>
                <a:gd name="csY6" fmla="*/ 553411 h 2303110"/>
                <a:gd name="csX7" fmla="*/ 16595 w 1366896"/>
                <a:gd name="csY7" fmla="*/ 520276 h 2303110"/>
                <a:gd name="csX8" fmla="*/ 559395 w 1366896"/>
                <a:gd name="csY8" fmla="*/ -65 h 2303110"/>
                <a:gd name="csX9" fmla="*/ 1131911 w 1366896"/>
                <a:gd name="csY9" fmla="*/ 583259 h 2303110"/>
                <a:gd name="csX10" fmla="*/ 1366802 w 1366896"/>
                <a:gd name="csY10" fmla="*/ 1496116 h 2303110"/>
                <a:gd name="csX11" fmla="*/ 568619 w 1366896"/>
                <a:gd name="csY11" fmla="*/ 2302968 h 2303110"/>
                <a:gd name="csX12" fmla="*/ 559395 w 1366896"/>
                <a:gd name="csY12" fmla="*/ 2303046 h 2303110"/>
                <a:gd name="csX13" fmla="*/ 15797 w 1366896"/>
                <a:gd name="csY13" fmla="*/ 2071105 h 2303110"/>
                <a:gd name="csX14" fmla="*/ 29092 w 1366896"/>
                <a:gd name="csY14" fmla="*/ 2083421 h 2303110"/>
                <a:gd name="csX15" fmla="*/ 550263 w 1366896"/>
                <a:gd name="csY15" fmla="*/ 2287076 h 2303110"/>
                <a:gd name="csX16" fmla="*/ 559604 w 1366896"/>
                <a:gd name="csY16" fmla="*/ 2287153 h 2303110"/>
                <a:gd name="csX17" fmla="*/ 568328 w 1366896"/>
                <a:gd name="csY17" fmla="*/ 2287080 h 2303110"/>
                <a:gd name="csX18" fmla="*/ 1350909 w 1366896"/>
                <a:gd name="csY18" fmla="*/ 1496115 h 2303110"/>
                <a:gd name="csX19" fmla="*/ 1117454 w 1366896"/>
                <a:gd name="csY19" fmla="*/ 589859 h 2303110"/>
                <a:gd name="csX20" fmla="*/ 559395 w 1366896"/>
                <a:gd name="csY20" fmla="*/ 15827 h 2303110"/>
                <a:gd name="csX21" fmla="*/ 30871 w 1366896"/>
                <a:gd name="csY21" fmla="*/ 527256 h 2303110"/>
                <a:gd name="csX22" fmla="*/ 15797 w 1366896"/>
                <a:gd name="csY22" fmla="*/ 558583 h 2303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1366896" h="2303110">
                  <a:moveTo>
                    <a:pt x="559395" y="2303046"/>
                  </a:moveTo>
                  <a:cubicBezTo>
                    <a:pt x="556227" y="2303046"/>
                    <a:pt x="553144" y="2303046"/>
                    <a:pt x="549976" y="2302964"/>
                  </a:cubicBezTo>
                  <a:cubicBezTo>
                    <a:pt x="353394" y="2300791"/>
                    <a:pt x="164371" y="2226908"/>
                    <a:pt x="18422" y="2095196"/>
                  </a:cubicBezTo>
                  <a:cubicBezTo>
                    <a:pt x="13025" y="2090284"/>
                    <a:pt x="7673" y="2085307"/>
                    <a:pt x="2365" y="2080266"/>
                  </a:cubicBezTo>
                  <a:lnTo>
                    <a:pt x="-95" y="2077918"/>
                  </a:lnTo>
                  <a:lnTo>
                    <a:pt x="-95" y="555021"/>
                  </a:lnTo>
                  <a:lnTo>
                    <a:pt x="664" y="553411"/>
                  </a:lnTo>
                  <a:cubicBezTo>
                    <a:pt x="5923" y="542260"/>
                    <a:pt x="11260" y="531268"/>
                    <a:pt x="16595" y="520276"/>
                  </a:cubicBezTo>
                  <a:cubicBezTo>
                    <a:pt x="181877" y="184714"/>
                    <a:pt x="374641" y="-65"/>
                    <a:pt x="559395" y="-65"/>
                  </a:cubicBezTo>
                  <a:cubicBezTo>
                    <a:pt x="825825" y="-65"/>
                    <a:pt x="1032456" y="365408"/>
                    <a:pt x="1131911" y="583259"/>
                  </a:cubicBezTo>
                  <a:cubicBezTo>
                    <a:pt x="1270212" y="886199"/>
                    <a:pt x="1366802" y="1261576"/>
                    <a:pt x="1366802" y="1496116"/>
                  </a:cubicBezTo>
                  <a:cubicBezTo>
                    <a:pt x="1366672" y="1938300"/>
                    <a:pt x="1010776" y="2298061"/>
                    <a:pt x="568619" y="2302968"/>
                  </a:cubicBezTo>
                  <a:cubicBezTo>
                    <a:pt x="565651" y="2303046"/>
                    <a:pt x="562481" y="2303046"/>
                    <a:pt x="559395" y="2303046"/>
                  </a:cubicBezTo>
                  <a:close/>
                  <a:moveTo>
                    <a:pt x="15797" y="2071105"/>
                  </a:moveTo>
                  <a:cubicBezTo>
                    <a:pt x="20199" y="2075265"/>
                    <a:pt x="24646" y="2079370"/>
                    <a:pt x="29092" y="2083421"/>
                  </a:cubicBezTo>
                  <a:cubicBezTo>
                    <a:pt x="172195" y="2212545"/>
                    <a:pt x="357527" y="2284966"/>
                    <a:pt x="550263" y="2287076"/>
                  </a:cubicBezTo>
                  <a:cubicBezTo>
                    <a:pt x="553481" y="2287153"/>
                    <a:pt x="556525" y="2287068"/>
                    <a:pt x="559604" y="2287153"/>
                  </a:cubicBezTo>
                  <a:cubicBezTo>
                    <a:pt x="562488" y="2287153"/>
                    <a:pt x="565445" y="2287153"/>
                    <a:pt x="568328" y="2287080"/>
                  </a:cubicBezTo>
                  <a:cubicBezTo>
                    <a:pt x="999898" y="2282292"/>
                    <a:pt x="1350909" y="1927466"/>
                    <a:pt x="1350909" y="1496115"/>
                  </a:cubicBezTo>
                  <a:cubicBezTo>
                    <a:pt x="1350909" y="1263613"/>
                    <a:pt x="1254910" y="890948"/>
                    <a:pt x="1117454" y="589859"/>
                  </a:cubicBezTo>
                  <a:cubicBezTo>
                    <a:pt x="1019583" y="375476"/>
                    <a:pt x="816938" y="15827"/>
                    <a:pt x="559395" y="15827"/>
                  </a:cubicBezTo>
                  <a:cubicBezTo>
                    <a:pt x="381016" y="15827"/>
                    <a:pt x="193317" y="197456"/>
                    <a:pt x="30871" y="527256"/>
                  </a:cubicBezTo>
                  <a:cubicBezTo>
                    <a:pt x="25837" y="537627"/>
                    <a:pt x="20785" y="548037"/>
                    <a:pt x="15797" y="558583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8C001FCA-504D-E5D1-F122-7EAEFEFC5B62}"/>
                </a:ext>
              </a:extLst>
            </p:cNvPr>
            <p:cNvSpPr/>
            <p:nvPr/>
          </p:nvSpPr>
          <p:spPr>
            <a:xfrm>
              <a:off x="5365293" y="4966116"/>
              <a:ext cx="18284" cy="1884635"/>
            </a:xfrm>
            <a:custGeom>
              <a:avLst/>
              <a:gdLst>
                <a:gd name="csX0" fmla="*/ 9047 w 18284"/>
                <a:gd name="csY0" fmla="*/ 1884571 h 1884635"/>
                <a:gd name="csX1" fmla="*/ -95 w 18284"/>
                <a:gd name="csY1" fmla="*/ 1875429 h 1884635"/>
                <a:gd name="csX2" fmla="*/ -95 w 18284"/>
                <a:gd name="csY2" fmla="*/ 9131 h 1884635"/>
                <a:gd name="csX3" fmla="*/ 8993 w 18284"/>
                <a:gd name="csY3" fmla="*/ -65 h 1884635"/>
                <a:gd name="csX4" fmla="*/ 18189 w 18284"/>
                <a:gd name="csY4" fmla="*/ 9024 h 1884635"/>
                <a:gd name="csX5" fmla="*/ 18189 w 18284"/>
                <a:gd name="csY5" fmla="*/ 9131 h 1884635"/>
                <a:gd name="csX6" fmla="*/ 18189 w 18284"/>
                <a:gd name="csY6" fmla="*/ 1875429 h 1884635"/>
                <a:gd name="csX7" fmla="*/ 9047 w 18284"/>
                <a:gd name="csY7" fmla="*/ 1884571 h 18846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8284" h="1884635">
                  <a:moveTo>
                    <a:pt x="9047" y="1884571"/>
                  </a:moveTo>
                  <a:cubicBezTo>
                    <a:pt x="3999" y="1884571"/>
                    <a:pt x="-95" y="1880478"/>
                    <a:pt x="-95" y="1875429"/>
                  </a:cubicBezTo>
                  <a:lnTo>
                    <a:pt x="-95" y="9131"/>
                  </a:lnTo>
                  <a:cubicBezTo>
                    <a:pt x="-124" y="4083"/>
                    <a:pt x="3944" y="-35"/>
                    <a:pt x="8993" y="-65"/>
                  </a:cubicBezTo>
                  <a:cubicBezTo>
                    <a:pt x="14042" y="-94"/>
                    <a:pt x="18160" y="3974"/>
                    <a:pt x="18189" y="9024"/>
                  </a:cubicBezTo>
                  <a:cubicBezTo>
                    <a:pt x="18189" y="9060"/>
                    <a:pt x="18189" y="9096"/>
                    <a:pt x="18189" y="9131"/>
                  </a:cubicBezTo>
                  <a:lnTo>
                    <a:pt x="18189" y="1875429"/>
                  </a:lnTo>
                  <a:cubicBezTo>
                    <a:pt x="18188" y="1880478"/>
                    <a:pt x="14096" y="1884571"/>
                    <a:pt x="9047" y="1884571"/>
                  </a:cubicBezTo>
                  <a:close/>
                </a:path>
              </a:pathLst>
            </a:custGeom>
            <a:solidFill>
              <a:srgbClr val="CCCCCC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40E8A18F-4F56-BF8F-36E7-639E232FF958}"/>
                </a:ext>
              </a:extLst>
            </p:cNvPr>
            <p:cNvSpPr/>
            <p:nvPr/>
          </p:nvSpPr>
          <p:spPr>
            <a:xfrm>
              <a:off x="4905511" y="4775481"/>
              <a:ext cx="478066" cy="548520"/>
            </a:xfrm>
            <a:custGeom>
              <a:avLst/>
              <a:gdLst>
                <a:gd name="csX0" fmla="*/ 468835 w 478066"/>
                <a:gd name="csY0" fmla="*/ 548456 h 548520"/>
                <a:gd name="csX1" fmla="*/ 461922 w 478066"/>
                <a:gd name="csY1" fmla="*/ 545304 h 548520"/>
                <a:gd name="csX2" fmla="*/ 2129 w 478066"/>
                <a:gd name="csY2" fmla="*/ 15056 h 548520"/>
                <a:gd name="csX3" fmla="*/ 3072 w 478066"/>
                <a:gd name="csY3" fmla="*/ 2159 h 548520"/>
                <a:gd name="csX4" fmla="*/ 15945 w 478066"/>
                <a:gd name="csY4" fmla="*/ 3075 h 548520"/>
                <a:gd name="csX5" fmla="*/ 475738 w 478066"/>
                <a:gd name="csY5" fmla="*/ 533323 h 548520"/>
                <a:gd name="csX6" fmla="*/ 474815 w 478066"/>
                <a:gd name="csY6" fmla="*/ 546222 h 548520"/>
                <a:gd name="csX7" fmla="*/ 468835 w 478066"/>
                <a:gd name="csY7" fmla="*/ 548456 h 548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78066" h="548520">
                  <a:moveTo>
                    <a:pt x="468835" y="548456"/>
                  </a:moveTo>
                  <a:cubicBezTo>
                    <a:pt x="466182" y="548460"/>
                    <a:pt x="463659" y="547310"/>
                    <a:pt x="461922" y="545304"/>
                  </a:cubicBezTo>
                  <a:lnTo>
                    <a:pt x="2129" y="15056"/>
                  </a:lnTo>
                  <a:cubicBezTo>
                    <a:pt x="-1172" y="11234"/>
                    <a:pt x="-749" y="5460"/>
                    <a:pt x="3072" y="2159"/>
                  </a:cubicBezTo>
                  <a:cubicBezTo>
                    <a:pt x="6884" y="-1132"/>
                    <a:pt x="12637" y="-723"/>
                    <a:pt x="15945" y="3075"/>
                  </a:cubicBezTo>
                  <a:lnTo>
                    <a:pt x="475738" y="533323"/>
                  </a:lnTo>
                  <a:cubicBezTo>
                    <a:pt x="479045" y="537140"/>
                    <a:pt x="478632" y="542915"/>
                    <a:pt x="474815" y="546222"/>
                  </a:cubicBezTo>
                  <a:cubicBezTo>
                    <a:pt x="473155" y="547661"/>
                    <a:pt x="471032" y="548454"/>
                    <a:pt x="468835" y="548456"/>
                  </a:cubicBezTo>
                  <a:close/>
                </a:path>
              </a:pathLst>
            </a:custGeom>
            <a:solidFill>
              <a:srgbClr val="CCCCCC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685CC9C-8834-F5A3-B233-86B8CB32A3B8}"/>
                </a:ext>
              </a:extLst>
            </p:cNvPr>
            <p:cNvSpPr/>
            <p:nvPr/>
          </p:nvSpPr>
          <p:spPr>
            <a:xfrm>
              <a:off x="5365295" y="5350483"/>
              <a:ext cx="279527" cy="279533"/>
            </a:xfrm>
            <a:custGeom>
              <a:avLst/>
              <a:gdLst>
                <a:gd name="csX0" fmla="*/ 9046 w 279527"/>
                <a:gd name="csY0" fmla="*/ 279468 h 279533"/>
                <a:gd name="csX1" fmla="*/ -95 w 279527"/>
                <a:gd name="csY1" fmla="*/ 270325 h 279533"/>
                <a:gd name="csX2" fmla="*/ 2582 w 279527"/>
                <a:gd name="csY2" fmla="*/ 263862 h 279533"/>
                <a:gd name="csX3" fmla="*/ 263845 w 279527"/>
                <a:gd name="csY3" fmla="*/ 2595 h 279533"/>
                <a:gd name="csX4" fmla="*/ 276773 w 279527"/>
                <a:gd name="csY4" fmla="*/ 2631 h 279533"/>
                <a:gd name="csX5" fmla="*/ 276773 w 279527"/>
                <a:gd name="csY5" fmla="*/ 15522 h 279533"/>
                <a:gd name="csX6" fmla="*/ 15510 w 279527"/>
                <a:gd name="csY6" fmla="*/ 276790 h 279533"/>
                <a:gd name="csX7" fmla="*/ 9046 w 279527"/>
                <a:gd name="csY7" fmla="*/ 279468 h 2795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79527" h="279533">
                  <a:moveTo>
                    <a:pt x="9046" y="279468"/>
                  </a:moveTo>
                  <a:cubicBezTo>
                    <a:pt x="3997" y="279468"/>
                    <a:pt x="-95" y="275374"/>
                    <a:pt x="-95" y="270325"/>
                  </a:cubicBezTo>
                  <a:cubicBezTo>
                    <a:pt x="-95" y="267901"/>
                    <a:pt x="868" y="265576"/>
                    <a:pt x="2582" y="263862"/>
                  </a:cubicBezTo>
                  <a:lnTo>
                    <a:pt x="263845" y="2595"/>
                  </a:lnTo>
                  <a:cubicBezTo>
                    <a:pt x="267425" y="-965"/>
                    <a:pt x="273213" y="-949"/>
                    <a:pt x="276773" y="2631"/>
                  </a:cubicBezTo>
                  <a:cubicBezTo>
                    <a:pt x="280319" y="6196"/>
                    <a:pt x="280319" y="11957"/>
                    <a:pt x="276773" y="15522"/>
                  </a:cubicBezTo>
                  <a:lnTo>
                    <a:pt x="15510" y="276790"/>
                  </a:lnTo>
                  <a:cubicBezTo>
                    <a:pt x="13798" y="278508"/>
                    <a:pt x="11471" y="279472"/>
                    <a:pt x="9046" y="279468"/>
                  </a:cubicBezTo>
                  <a:close/>
                </a:path>
              </a:pathLst>
            </a:custGeom>
            <a:solidFill>
              <a:srgbClr val="CCCCCC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29CD6297-69EE-0F38-1044-DCEAD41EB222}"/>
                </a:ext>
              </a:extLst>
            </p:cNvPr>
            <p:cNvSpPr/>
            <p:nvPr/>
          </p:nvSpPr>
          <p:spPr>
            <a:xfrm>
              <a:off x="5536870" y="6504715"/>
              <a:ext cx="683410" cy="349815"/>
            </a:xfrm>
            <a:custGeom>
              <a:avLst/>
              <a:gdLst>
                <a:gd name="csX0" fmla="*/ 683315 w 683410"/>
                <a:gd name="csY0" fmla="*/ 349751 h 349815"/>
                <a:gd name="csX1" fmla="*/ -95 w 683410"/>
                <a:gd name="csY1" fmla="*/ 349751 h 349815"/>
                <a:gd name="csX2" fmla="*/ -95 w 683410"/>
                <a:gd name="csY2" fmla="*/ 341805 h 349815"/>
                <a:gd name="csX3" fmla="*/ 341445 w 683410"/>
                <a:gd name="csY3" fmla="*/ -65 h 349815"/>
                <a:gd name="csX4" fmla="*/ 683315 w 683410"/>
                <a:gd name="csY4" fmla="*/ 341475 h 349815"/>
                <a:gd name="csX5" fmla="*/ 683315 w 683410"/>
                <a:gd name="csY5" fmla="*/ 341805 h 349815"/>
                <a:gd name="csX6" fmla="*/ 15893 w 683410"/>
                <a:gd name="csY6" fmla="*/ 333859 h 349815"/>
                <a:gd name="csX7" fmla="*/ 667327 w 683410"/>
                <a:gd name="csY7" fmla="*/ 333859 h 349815"/>
                <a:gd name="csX8" fmla="*/ 333664 w 683410"/>
                <a:gd name="csY8" fmla="*/ 16087 h 349815"/>
                <a:gd name="csX9" fmla="*/ 15892 w 683410"/>
                <a:gd name="csY9" fmla="*/ 333859 h 3498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683410" h="349815">
                  <a:moveTo>
                    <a:pt x="683315" y="349751"/>
                  </a:moveTo>
                  <a:lnTo>
                    <a:pt x="-95" y="349751"/>
                  </a:lnTo>
                  <a:lnTo>
                    <a:pt x="-95" y="341805"/>
                  </a:lnTo>
                  <a:cubicBezTo>
                    <a:pt x="-186" y="153087"/>
                    <a:pt x="152727" y="27"/>
                    <a:pt x="341445" y="-65"/>
                  </a:cubicBezTo>
                  <a:cubicBezTo>
                    <a:pt x="530163" y="-156"/>
                    <a:pt x="683223" y="152757"/>
                    <a:pt x="683315" y="341475"/>
                  </a:cubicBezTo>
                  <a:cubicBezTo>
                    <a:pt x="683315" y="341585"/>
                    <a:pt x="683315" y="341695"/>
                    <a:pt x="683315" y="341805"/>
                  </a:cubicBezTo>
                  <a:close/>
                  <a:moveTo>
                    <a:pt x="15893" y="333859"/>
                  </a:moveTo>
                  <a:lnTo>
                    <a:pt x="667327" y="333859"/>
                  </a:lnTo>
                  <a:cubicBezTo>
                    <a:pt x="662939" y="153970"/>
                    <a:pt x="513553" y="11699"/>
                    <a:pt x="333664" y="16087"/>
                  </a:cubicBezTo>
                  <a:cubicBezTo>
                    <a:pt x="159949" y="20325"/>
                    <a:pt x="20130" y="160144"/>
                    <a:pt x="15892" y="333859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6CB106E3-916B-B636-9D8D-E6AF792619D0}"/>
                </a:ext>
              </a:extLst>
            </p:cNvPr>
            <p:cNvSpPr/>
            <p:nvPr/>
          </p:nvSpPr>
          <p:spPr>
            <a:xfrm>
              <a:off x="5761290" y="6652643"/>
              <a:ext cx="126303" cy="193967"/>
            </a:xfrm>
            <a:custGeom>
              <a:avLst/>
              <a:gdLst>
                <a:gd name="csX0" fmla="*/ 117188 w 126303"/>
                <a:gd name="csY0" fmla="*/ -65 h 193967"/>
                <a:gd name="csX1" fmla="*/ 108167 w 126303"/>
                <a:gd name="csY1" fmla="*/ 8956 h 193967"/>
                <a:gd name="csX2" fmla="*/ 108167 w 126303"/>
                <a:gd name="csY2" fmla="*/ 104782 h 193967"/>
                <a:gd name="csX3" fmla="*/ 14819 w 126303"/>
                <a:gd name="csY3" fmla="*/ 24662 h 193967"/>
                <a:gd name="csX4" fmla="*/ 2096 w 126303"/>
                <a:gd name="csY4" fmla="*/ 25600 h 193967"/>
                <a:gd name="csX5" fmla="*/ 3033 w 126303"/>
                <a:gd name="csY5" fmla="*/ 38323 h 193967"/>
                <a:gd name="csX6" fmla="*/ 3067 w 126303"/>
                <a:gd name="csY6" fmla="*/ 38352 h 193967"/>
                <a:gd name="csX7" fmla="*/ 108167 w 126303"/>
                <a:gd name="csY7" fmla="*/ 128558 h 193967"/>
                <a:gd name="csX8" fmla="*/ 108167 w 126303"/>
                <a:gd name="csY8" fmla="*/ 184855 h 193967"/>
                <a:gd name="csX9" fmla="*/ 117161 w 126303"/>
                <a:gd name="csY9" fmla="*/ 193903 h 193967"/>
                <a:gd name="csX10" fmla="*/ 126209 w 126303"/>
                <a:gd name="csY10" fmla="*/ 184909 h 193967"/>
                <a:gd name="csX11" fmla="*/ 126209 w 126303"/>
                <a:gd name="csY11" fmla="*/ 184855 h 193967"/>
                <a:gd name="csX12" fmla="*/ 126209 w 126303"/>
                <a:gd name="csY12" fmla="*/ 8956 h 193967"/>
                <a:gd name="csX13" fmla="*/ 117188 w 126303"/>
                <a:gd name="csY13" fmla="*/ -65 h 1939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26303" h="193967">
                  <a:moveTo>
                    <a:pt x="117188" y="-65"/>
                  </a:moveTo>
                  <a:cubicBezTo>
                    <a:pt x="112206" y="-65"/>
                    <a:pt x="108168" y="3974"/>
                    <a:pt x="108167" y="8956"/>
                  </a:cubicBezTo>
                  <a:lnTo>
                    <a:pt x="108167" y="104782"/>
                  </a:lnTo>
                  <a:lnTo>
                    <a:pt x="14819" y="24662"/>
                  </a:lnTo>
                  <a:cubicBezTo>
                    <a:pt x="11047" y="21407"/>
                    <a:pt x="5351" y="21827"/>
                    <a:pt x="2096" y="25600"/>
                  </a:cubicBezTo>
                  <a:cubicBezTo>
                    <a:pt x="-1159" y="29372"/>
                    <a:pt x="-739" y="35068"/>
                    <a:pt x="3033" y="38323"/>
                  </a:cubicBezTo>
                  <a:cubicBezTo>
                    <a:pt x="3045" y="38333"/>
                    <a:pt x="3056" y="38342"/>
                    <a:pt x="3067" y="38352"/>
                  </a:cubicBezTo>
                  <a:lnTo>
                    <a:pt x="108167" y="128558"/>
                  </a:lnTo>
                  <a:lnTo>
                    <a:pt x="108167" y="184855"/>
                  </a:lnTo>
                  <a:cubicBezTo>
                    <a:pt x="108153" y="189838"/>
                    <a:pt x="112179" y="193888"/>
                    <a:pt x="117161" y="193903"/>
                  </a:cubicBezTo>
                  <a:cubicBezTo>
                    <a:pt x="122144" y="193918"/>
                    <a:pt x="126194" y="189891"/>
                    <a:pt x="126209" y="184909"/>
                  </a:cubicBezTo>
                  <a:cubicBezTo>
                    <a:pt x="126209" y="184891"/>
                    <a:pt x="126209" y="184873"/>
                    <a:pt x="126209" y="184855"/>
                  </a:cubicBezTo>
                  <a:lnTo>
                    <a:pt x="126209" y="8956"/>
                  </a:lnTo>
                  <a:cubicBezTo>
                    <a:pt x="126208" y="3974"/>
                    <a:pt x="122170" y="-65"/>
                    <a:pt x="117188" y="-65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AB8AC9EF-1C3E-87FD-E6CB-D703C202159A}"/>
              </a:ext>
            </a:extLst>
          </p:cNvPr>
          <p:cNvGrpSpPr/>
          <p:nvPr/>
        </p:nvGrpSpPr>
        <p:grpSpPr>
          <a:xfrm>
            <a:off x="-192303" y="11553921"/>
            <a:ext cx="1177244" cy="3270343"/>
            <a:chOff x="-192303" y="3584187"/>
            <a:chExt cx="1177244" cy="3270343"/>
          </a:xfrm>
        </p:grpSpPr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C04155B4-E434-0BA4-A8B5-087BC8B022D1}"/>
                </a:ext>
              </a:extLst>
            </p:cNvPr>
            <p:cNvSpPr/>
            <p:nvPr/>
          </p:nvSpPr>
          <p:spPr>
            <a:xfrm>
              <a:off x="621443" y="4966116"/>
              <a:ext cx="18284" cy="1884635"/>
            </a:xfrm>
            <a:custGeom>
              <a:avLst/>
              <a:gdLst>
                <a:gd name="csX0" fmla="*/ 9047 w 18284"/>
                <a:gd name="csY0" fmla="*/ 1884571 h 1884635"/>
                <a:gd name="csX1" fmla="*/ -95 w 18284"/>
                <a:gd name="csY1" fmla="*/ 1875429 h 1884635"/>
                <a:gd name="csX2" fmla="*/ -95 w 18284"/>
                <a:gd name="csY2" fmla="*/ 9131 h 1884635"/>
                <a:gd name="csX3" fmla="*/ 8993 w 18284"/>
                <a:gd name="csY3" fmla="*/ -65 h 1884635"/>
                <a:gd name="csX4" fmla="*/ 18189 w 18284"/>
                <a:gd name="csY4" fmla="*/ 9024 h 1884635"/>
                <a:gd name="csX5" fmla="*/ 18189 w 18284"/>
                <a:gd name="csY5" fmla="*/ 9131 h 1884635"/>
                <a:gd name="csX6" fmla="*/ 18189 w 18284"/>
                <a:gd name="csY6" fmla="*/ 1875429 h 1884635"/>
                <a:gd name="csX7" fmla="*/ 9047 w 18284"/>
                <a:gd name="csY7" fmla="*/ 1884571 h 18846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8284" h="1884635">
                  <a:moveTo>
                    <a:pt x="9047" y="1884571"/>
                  </a:moveTo>
                  <a:cubicBezTo>
                    <a:pt x="3998" y="1884571"/>
                    <a:pt x="-95" y="1880478"/>
                    <a:pt x="-95" y="1875429"/>
                  </a:cubicBezTo>
                  <a:lnTo>
                    <a:pt x="-95" y="9131"/>
                  </a:lnTo>
                  <a:cubicBezTo>
                    <a:pt x="-125" y="4083"/>
                    <a:pt x="3944" y="-35"/>
                    <a:pt x="8993" y="-65"/>
                  </a:cubicBezTo>
                  <a:cubicBezTo>
                    <a:pt x="14042" y="-94"/>
                    <a:pt x="18159" y="3974"/>
                    <a:pt x="18189" y="9024"/>
                  </a:cubicBezTo>
                  <a:cubicBezTo>
                    <a:pt x="18189" y="9060"/>
                    <a:pt x="18189" y="9096"/>
                    <a:pt x="18189" y="9131"/>
                  </a:cubicBezTo>
                  <a:lnTo>
                    <a:pt x="18189" y="1875429"/>
                  </a:lnTo>
                  <a:cubicBezTo>
                    <a:pt x="18189" y="1880478"/>
                    <a:pt x="14096" y="1884571"/>
                    <a:pt x="9047" y="1884571"/>
                  </a:cubicBezTo>
                  <a:close/>
                </a:path>
              </a:pathLst>
            </a:custGeom>
            <a:solidFill>
              <a:srgbClr val="CCCCCC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ADD4D184-985B-25B3-6DA0-887B4F358585}"/>
                </a:ext>
              </a:extLst>
            </p:cNvPr>
            <p:cNvSpPr/>
            <p:nvPr/>
          </p:nvSpPr>
          <p:spPr>
            <a:xfrm>
              <a:off x="-192303" y="6504715"/>
              <a:ext cx="683409" cy="349815"/>
            </a:xfrm>
            <a:custGeom>
              <a:avLst/>
              <a:gdLst>
                <a:gd name="csX0" fmla="*/ 683315 w 683409"/>
                <a:gd name="csY0" fmla="*/ 349751 h 349815"/>
                <a:gd name="csX1" fmla="*/ -95 w 683409"/>
                <a:gd name="csY1" fmla="*/ 349751 h 349815"/>
                <a:gd name="csX2" fmla="*/ -95 w 683409"/>
                <a:gd name="csY2" fmla="*/ 341805 h 349815"/>
                <a:gd name="csX3" fmla="*/ 341445 w 683409"/>
                <a:gd name="csY3" fmla="*/ -65 h 349815"/>
                <a:gd name="csX4" fmla="*/ 683315 w 683409"/>
                <a:gd name="csY4" fmla="*/ 341475 h 349815"/>
                <a:gd name="csX5" fmla="*/ 683315 w 683409"/>
                <a:gd name="csY5" fmla="*/ 341805 h 349815"/>
                <a:gd name="csX6" fmla="*/ 15893 w 683409"/>
                <a:gd name="csY6" fmla="*/ 333859 h 349815"/>
                <a:gd name="csX7" fmla="*/ 667327 w 683409"/>
                <a:gd name="csY7" fmla="*/ 333859 h 349815"/>
                <a:gd name="csX8" fmla="*/ 333664 w 683409"/>
                <a:gd name="csY8" fmla="*/ 16087 h 349815"/>
                <a:gd name="csX9" fmla="*/ 15893 w 683409"/>
                <a:gd name="csY9" fmla="*/ 333859 h 3498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683409" h="349815">
                  <a:moveTo>
                    <a:pt x="683315" y="349751"/>
                  </a:moveTo>
                  <a:lnTo>
                    <a:pt x="-95" y="349751"/>
                  </a:lnTo>
                  <a:lnTo>
                    <a:pt x="-95" y="341805"/>
                  </a:lnTo>
                  <a:cubicBezTo>
                    <a:pt x="-186" y="153087"/>
                    <a:pt x="152727" y="27"/>
                    <a:pt x="341445" y="-65"/>
                  </a:cubicBezTo>
                  <a:cubicBezTo>
                    <a:pt x="530163" y="-156"/>
                    <a:pt x="683224" y="152757"/>
                    <a:pt x="683315" y="341475"/>
                  </a:cubicBezTo>
                  <a:cubicBezTo>
                    <a:pt x="683315" y="341585"/>
                    <a:pt x="683315" y="341695"/>
                    <a:pt x="683315" y="341805"/>
                  </a:cubicBezTo>
                  <a:close/>
                  <a:moveTo>
                    <a:pt x="15893" y="333859"/>
                  </a:moveTo>
                  <a:lnTo>
                    <a:pt x="667327" y="333859"/>
                  </a:lnTo>
                  <a:cubicBezTo>
                    <a:pt x="662939" y="153970"/>
                    <a:pt x="513553" y="11699"/>
                    <a:pt x="333664" y="16087"/>
                  </a:cubicBezTo>
                  <a:cubicBezTo>
                    <a:pt x="159949" y="20325"/>
                    <a:pt x="20130" y="160144"/>
                    <a:pt x="15893" y="333859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F23A9C54-0D49-FE57-7749-555517653EEF}"/>
                </a:ext>
              </a:extLst>
            </p:cNvPr>
            <p:cNvSpPr/>
            <p:nvPr/>
          </p:nvSpPr>
          <p:spPr>
            <a:xfrm>
              <a:off x="32117" y="6652643"/>
              <a:ext cx="126303" cy="193967"/>
            </a:xfrm>
            <a:custGeom>
              <a:avLst/>
              <a:gdLst>
                <a:gd name="csX0" fmla="*/ 117188 w 126303"/>
                <a:gd name="csY0" fmla="*/ -65 h 193967"/>
                <a:gd name="csX1" fmla="*/ 108167 w 126303"/>
                <a:gd name="csY1" fmla="*/ 8956 h 193967"/>
                <a:gd name="csX2" fmla="*/ 108167 w 126303"/>
                <a:gd name="csY2" fmla="*/ 104782 h 193967"/>
                <a:gd name="csX3" fmla="*/ 14819 w 126303"/>
                <a:gd name="csY3" fmla="*/ 24662 h 193967"/>
                <a:gd name="csX4" fmla="*/ 2096 w 126303"/>
                <a:gd name="csY4" fmla="*/ 25600 h 193967"/>
                <a:gd name="csX5" fmla="*/ 3033 w 126303"/>
                <a:gd name="csY5" fmla="*/ 38323 h 193967"/>
                <a:gd name="csX6" fmla="*/ 3067 w 126303"/>
                <a:gd name="csY6" fmla="*/ 38352 h 193967"/>
                <a:gd name="csX7" fmla="*/ 108167 w 126303"/>
                <a:gd name="csY7" fmla="*/ 128558 h 193967"/>
                <a:gd name="csX8" fmla="*/ 108167 w 126303"/>
                <a:gd name="csY8" fmla="*/ 184855 h 193967"/>
                <a:gd name="csX9" fmla="*/ 117161 w 126303"/>
                <a:gd name="csY9" fmla="*/ 193903 h 193967"/>
                <a:gd name="csX10" fmla="*/ 126209 w 126303"/>
                <a:gd name="csY10" fmla="*/ 184909 h 193967"/>
                <a:gd name="csX11" fmla="*/ 126209 w 126303"/>
                <a:gd name="csY11" fmla="*/ 184855 h 193967"/>
                <a:gd name="csX12" fmla="*/ 126209 w 126303"/>
                <a:gd name="csY12" fmla="*/ 8956 h 193967"/>
                <a:gd name="csX13" fmla="*/ 117188 w 126303"/>
                <a:gd name="csY13" fmla="*/ -65 h 1939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26303" h="193967">
                  <a:moveTo>
                    <a:pt x="117188" y="-65"/>
                  </a:moveTo>
                  <a:cubicBezTo>
                    <a:pt x="112206" y="-65"/>
                    <a:pt x="108167" y="3974"/>
                    <a:pt x="108167" y="8956"/>
                  </a:cubicBezTo>
                  <a:lnTo>
                    <a:pt x="108167" y="104782"/>
                  </a:lnTo>
                  <a:lnTo>
                    <a:pt x="14819" y="24662"/>
                  </a:lnTo>
                  <a:cubicBezTo>
                    <a:pt x="11047" y="21407"/>
                    <a:pt x="5350" y="21827"/>
                    <a:pt x="2096" y="25600"/>
                  </a:cubicBezTo>
                  <a:cubicBezTo>
                    <a:pt x="-1159" y="29372"/>
                    <a:pt x="-739" y="35068"/>
                    <a:pt x="3033" y="38323"/>
                  </a:cubicBezTo>
                  <a:cubicBezTo>
                    <a:pt x="3045" y="38333"/>
                    <a:pt x="3056" y="38342"/>
                    <a:pt x="3067" y="38352"/>
                  </a:cubicBezTo>
                  <a:lnTo>
                    <a:pt x="108167" y="128558"/>
                  </a:lnTo>
                  <a:lnTo>
                    <a:pt x="108167" y="184855"/>
                  </a:lnTo>
                  <a:cubicBezTo>
                    <a:pt x="108152" y="189838"/>
                    <a:pt x="112179" y="193888"/>
                    <a:pt x="117161" y="193903"/>
                  </a:cubicBezTo>
                  <a:cubicBezTo>
                    <a:pt x="122143" y="193918"/>
                    <a:pt x="126194" y="189891"/>
                    <a:pt x="126209" y="184909"/>
                  </a:cubicBezTo>
                  <a:cubicBezTo>
                    <a:pt x="126209" y="184891"/>
                    <a:pt x="126209" y="184873"/>
                    <a:pt x="126209" y="184855"/>
                  </a:cubicBezTo>
                  <a:lnTo>
                    <a:pt x="126209" y="8956"/>
                  </a:lnTo>
                  <a:cubicBezTo>
                    <a:pt x="126208" y="3974"/>
                    <a:pt x="122170" y="-65"/>
                    <a:pt x="117188" y="-65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3EAF28B3-78BD-41BF-DEF0-0BA5B7CF5FA5}"/>
                </a:ext>
              </a:extLst>
            </p:cNvPr>
            <p:cNvSpPr/>
            <p:nvPr/>
          </p:nvSpPr>
          <p:spPr>
            <a:xfrm>
              <a:off x="-168918" y="3584187"/>
              <a:ext cx="1153859" cy="2303110"/>
            </a:xfrm>
            <a:custGeom>
              <a:avLst/>
              <a:gdLst>
                <a:gd name="csX0" fmla="*/ 807394 w 1153859"/>
                <a:gd name="csY0" fmla="*/ 2303046 h 2303110"/>
                <a:gd name="csX1" fmla="*/ 797976 w 1153859"/>
                <a:gd name="csY1" fmla="*/ 2302964 h 2303110"/>
                <a:gd name="csX2" fmla="*/ -95 w 1153859"/>
                <a:gd name="csY2" fmla="*/ 1496116 h 2303110"/>
                <a:gd name="csX3" fmla="*/ 234805 w 1153859"/>
                <a:gd name="csY3" fmla="*/ 583259 h 2303110"/>
                <a:gd name="csX4" fmla="*/ 807394 w 1153859"/>
                <a:gd name="csY4" fmla="*/ -65 h 2303110"/>
                <a:gd name="csX5" fmla="*/ 1135900 w 1153859"/>
                <a:gd name="csY5" fmla="*/ 185882 h 2303110"/>
                <a:gd name="csX6" fmla="*/ 1151947 w 1153859"/>
                <a:gd name="csY6" fmla="*/ 204653 h 2303110"/>
                <a:gd name="csX7" fmla="*/ 1153765 w 1153859"/>
                <a:gd name="csY7" fmla="*/ 206857 h 2303110"/>
                <a:gd name="csX8" fmla="*/ 1153765 w 1153859"/>
                <a:gd name="csY8" fmla="*/ 2225070 h 2303110"/>
                <a:gd name="csX9" fmla="*/ 1149283 w 1153859"/>
                <a:gd name="csY9" fmla="*/ 2227239 h 2303110"/>
                <a:gd name="csX10" fmla="*/ 1133083 w 1153859"/>
                <a:gd name="csY10" fmla="*/ 2234611 h 2303110"/>
                <a:gd name="csX11" fmla="*/ 816616 w 1153859"/>
                <a:gd name="csY11" fmla="*/ 2302968 h 2303110"/>
                <a:gd name="csX12" fmla="*/ 807394 w 1153859"/>
                <a:gd name="csY12" fmla="*/ 2303046 h 2303110"/>
                <a:gd name="csX13" fmla="*/ 807394 w 1153859"/>
                <a:gd name="csY13" fmla="*/ 15828 h 2303110"/>
                <a:gd name="csX14" fmla="*/ 249262 w 1153859"/>
                <a:gd name="csY14" fmla="*/ 589859 h 2303110"/>
                <a:gd name="csX15" fmla="*/ 15797 w 1153859"/>
                <a:gd name="csY15" fmla="*/ 1496116 h 2303110"/>
                <a:gd name="csX16" fmla="*/ 798264 w 1153859"/>
                <a:gd name="csY16" fmla="*/ 2287075 h 2303110"/>
                <a:gd name="csX17" fmla="*/ 807603 w 1153859"/>
                <a:gd name="csY17" fmla="*/ 2287153 h 2303110"/>
                <a:gd name="csX18" fmla="*/ 816327 w 1153859"/>
                <a:gd name="csY18" fmla="*/ 2287079 h 2303110"/>
                <a:gd name="csX19" fmla="*/ 1126714 w 1153859"/>
                <a:gd name="csY19" fmla="*/ 2220053 h 2303110"/>
                <a:gd name="csX20" fmla="*/ 1137872 w 1153859"/>
                <a:gd name="csY20" fmla="*/ 2215063 h 2303110"/>
                <a:gd name="csX21" fmla="*/ 1137872 w 1153859"/>
                <a:gd name="csY21" fmla="*/ 212580 h 2303110"/>
                <a:gd name="csX22" fmla="*/ 1123967 w 1153859"/>
                <a:gd name="csY22" fmla="*/ 196374 h 2303110"/>
                <a:gd name="csX23" fmla="*/ 807394 w 1153859"/>
                <a:gd name="csY23" fmla="*/ 15828 h 2303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153859" h="2303110">
                  <a:moveTo>
                    <a:pt x="807394" y="2303046"/>
                  </a:moveTo>
                  <a:cubicBezTo>
                    <a:pt x="804227" y="2303046"/>
                    <a:pt x="801143" y="2303046"/>
                    <a:pt x="797976" y="2302964"/>
                  </a:cubicBezTo>
                  <a:cubicBezTo>
                    <a:pt x="355874" y="2297974"/>
                    <a:pt x="59" y="1938246"/>
                    <a:pt x="-95" y="1496116"/>
                  </a:cubicBezTo>
                  <a:cubicBezTo>
                    <a:pt x="-95" y="1261569"/>
                    <a:pt x="96499" y="886191"/>
                    <a:pt x="234805" y="583259"/>
                  </a:cubicBezTo>
                  <a:cubicBezTo>
                    <a:pt x="334268" y="365408"/>
                    <a:pt x="540916" y="-65"/>
                    <a:pt x="807394" y="-65"/>
                  </a:cubicBezTo>
                  <a:cubicBezTo>
                    <a:pt x="917155" y="-65"/>
                    <a:pt x="1027680" y="62496"/>
                    <a:pt x="1135900" y="185882"/>
                  </a:cubicBezTo>
                  <a:cubicBezTo>
                    <a:pt x="1141267" y="191966"/>
                    <a:pt x="1146645" y="198232"/>
                    <a:pt x="1151947" y="204653"/>
                  </a:cubicBezTo>
                  <a:lnTo>
                    <a:pt x="1153765" y="206857"/>
                  </a:lnTo>
                  <a:lnTo>
                    <a:pt x="1153765" y="2225070"/>
                  </a:lnTo>
                  <a:lnTo>
                    <a:pt x="1149283" y="2227239"/>
                  </a:lnTo>
                  <a:cubicBezTo>
                    <a:pt x="1143935" y="2229831"/>
                    <a:pt x="1138509" y="2232264"/>
                    <a:pt x="1133083" y="2234611"/>
                  </a:cubicBezTo>
                  <a:cubicBezTo>
                    <a:pt x="1033360" y="2278743"/>
                    <a:pt x="925663" y="2302005"/>
                    <a:pt x="816616" y="2302968"/>
                  </a:cubicBezTo>
                  <a:cubicBezTo>
                    <a:pt x="813649" y="2303046"/>
                    <a:pt x="810479" y="2303046"/>
                    <a:pt x="807394" y="2303046"/>
                  </a:cubicBezTo>
                  <a:close/>
                  <a:moveTo>
                    <a:pt x="807394" y="15828"/>
                  </a:moveTo>
                  <a:cubicBezTo>
                    <a:pt x="549803" y="15828"/>
                    <a:pt x="347141" y="375476"/>
                    <a:pt x="249262" y="589859"/>
                  </a:cubicBezTo>
                  <a:cubicBezTo>
                    <a:pt x="111801" y="890940"/>
                    <a:pt x="15797" y="1263606"/>
                    <a:pt x="15797" y="1496116"/>
                  </a:cubicBezTo>
                  <a:cubicBezTo>
                    <a:pt x="15797" y="1927392"/>
                    <a:pt x="366811" y="2282214"/>
                    <a:pt x="798264" y="2287075"/>
                  </a:cubicBezTo>
                  <a:cubicBezTo>
                    <a:pt x="801479" y="2287157"/>
                    <a:pt x="804478" y="2287180"/>
                    <a:pt x="807603" y="2287153"/>
                  </a:cubicBezTo>
                  <a:cubicBezTo>
                    <a:pt x="810487" y="2287153"/>
                    <a:pt x="813445" y="2287153"/>
                    <a:pt x="816327" y="2287079"/>
                  </a:cubicBezTo>
                  <a:cubicBezTo>
                    <a:pt x="923278" y="2286145"/>
                    <a:pt x="1028907" y="2263335"/>
                    <a:pt x="1126714" y="2220053"/>
                  </a:cubicBezTo>
                  <a:cubicBezTo>
                    <a:pt x="1130464" y="2218427"/>
                    <a:pt x="1134186" y="2216778"/>
                    <a:pt x="1137872" y="2215063"/>
                  </a:cubicBezTo>
                  <a:lnTo>
                    <a:pt x="1137872" y="212580"/>
                  </a:lnTo>
                  <a:cubicBezTo>
                    <a:pt x="1133272" y="207055"/>
                    <a:pt x="1128619" y="201654"/>
                    <a:pt x="1123967" y="196374"/>
                  </a:cubicBezTo>
                  <a:cubicBezTo>
                    <a:pt x="1018882" y="76568"/>
                    <a:pt x="912376" y="15828"/>
                    <a:pt x="807394" y="15828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0B65B9FB-F351-C52D-DA7B-7F08ACD964AF}"/>
                </a:ext>
              </a:extLst>
            </p:cNvPr>
            <p:cNvSpPr/>
            <p:nvPr/>
          </p:nvSpPr>
          <p:spPr>
            <a:xfrm>
              <a:off x="169607" y="4775481"/>
              <a:ext cx="478066" cy="548520"/>
            </a:xfrm>
            <a:custGeom>
              <a:avLst/>
              <a:gdLst>
                <a:gd name="csX0" fmla="*/ 468835 w 478066"/>
                <a:gd name="csY0" fmla="*/ 548456 h 548520"/>
                <a:gd name="csX1" fmla="*/ 461922 w 478066"/>
                <a:gd name="csY1" fmla="*/ 545304 h 548520"/>
                <a:gd name="csX2" fmla="*/ 2129 w 478066"/>
                <a:gd name="csY2" fmla="*/ 15056 h 548520"/>
                <a:gd name="csX3" fmla="*/ 3073 w 478066"/>
                <a:gd name="csY3" fmla="*/ 2159 h 548520"/>
                <a:gd name="csX4" fmla="*/ 15945 w 478066"/>
                <a:gd name="csY4" fmla="*/ 3075 h 548520"/>
                <a:gd name="csX5" fmla="*/ 475738 w 478066"/>
                <a:gd name="csY5" fmla="*/ 533323 h 548520"/>
                <a:gd name="csX6" fmla="*/ 474815 w 478066"/>
                <a:gd name="csY6" fmla="*/ 546222 h 548520"/>
                <a:gd name="csX7" fmla="*/ 468835 w 478066"/>
                <a:gd name="csY7" fmla="*/ 548456 h 548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78066" h="548520">
                  <a:moveTo>
                    <a:pt x="468835" y="548456"/>
                  </a:moveTo>
                  <a:cubicBezTo>
                    <a:pt x="466182" y="548460"/>
                    <a:pt x="463658" y="547310"/>
                    <a:pt x="461922" y="545304"/>
                  </a:cubicBezTo>
                  <a:lnTo>
                    <a:pt x="2129" y="15056"/>
                  </a:lnTo>
                  <a:cubicBezTo>
                    <a:pt x="-1172" y="11234"/>
                    <a:pt x="-749" y="5460"/>
                    <a:pt x="3073" y="2159"/>
                  </a:cubicBezTo>
                  <a:cubicBezTo>
                    <a:pt x="6883" y="-1132"/>
                    <a:pt x="12638" y="-723"/>
                    <a:pt x="15945" y="3075"/>
                  </a:cubicBezTo>
                  <a:lnTo>
                    <a:pt x="475738" y="533323"/>
                  </a:lnTo>
                  <a:cubicBezTo>
                    <a:pt x="479045" y="537140"/>
                    <a:pt x="478632" y="542915"/>
                    <a:pt x="474815" y="546222"/>
                  </a:cubicBezTo>
                  <a:cubicBezTo>
                    <a:pt x="473155" y="547661"/>
                    <a:pt x="471032" y="548454"/>
                    <a:pt x="468835" y="548456"/>
                  </a:cubicBezTo>
                  <a:close/>
                </a:path>
              </a:pathLst>
            </a:custGeom>
            <a:solidFill>
              <a:srgbClr val="CCCCCC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31DF46-14BB-0943-7C8D-A321C43670E9}"/>
                </a:ext>
              </a:extLst>
            </p:cNvPr>
            <p:cNvSpPr/>
            <p:nvPr/>
          </p:nvSpPr>
          <p:spPr>
            <a:xfrm>
              <a:off x="629390" y="5350483"/>
              <a:ext cx="279527" cy="279533"/>
            </a:xfrm>
            <a:custGeom>
              <a:avLst/>
              <a:gdLst>
                <a:gd name="csX0" fmla="*/ 9046 w 279527"/>
                <a:gd name="csY0" fmla="*/ 279468 h 279533"/>
                <a:gd name="csX1" fmla="*/ -95 w 279527"/>
                <a:gd name="csY1" fmla="*/ 270325 h 279533"/>
                <a:gd name="csX2" fmla="*/ 2582 w 279527"/>
                <a:gd name="csY2" fmla="*/ 263862 h 279533"/>
                <a:gd name="csX3" fmla="*/ 263845 w 279527"/>
                <a:gd name="csY3" fmla="*/ 2595 h 279533"/>
                <a:gd name="csX4" fmla="*/ 276773 w 279527"/>
                <a:gd name="csY4" fmla="*/ 2631 h 279533"/>
                <a:gd name="csX5" fmla="*/ 276773 w 279527"/>
                <a:gd name="csY5" fmla="*/ 15522 h 279533"/>
                <a:gd name="csX6" fmla="*/ 15510 w 279527"/>
                <a:gd name="csY6" fmla="*/ 276790 h 279533"/>
                <a:gd name="csX7" fmla="*/ 9046 w 279527"/>
                <a:gd name="csY7" fmla="*/ 279468 h 2795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79527" h="279533">
                  <a:moveTo>
                    <a:pt x="9046" y="279468"/>
                  </a:moveTo>
                  <a:cubicBezTo>
                    <a:pt x="3997" y="279468"/>
                    <a:pt x="-96" y="275374"/>
                    <a:pt x="-95" y="270325"/>
                  </a:cubicBezTo>
                  <a:cubicBezTo>
                    <a:pt x="-95" y="267901"/>
                    <a:pt x="868" y="265576"/>
                    <a:pt x="2582" y="263862"/>
                  </a:cubicBezTo>
                  <a:lnTo>
                    <a:pt x="263845" y="2595"/>
                  </a:lnTo>
                  <a:cubicBezTo>
                    <a:pt x="267425" y="-965"/>
                    <a:pt x="273213" y="-949"/>
                    <a:pt x="276773" y="2631"/>
                  </a:cubicBezTo>
                  <a:cubicBezTo>
                    <a:pt x="280319" y="6196"/>
                    <a:pt x="280319" y="11957"/>
                    <a:pt x="276773" y="15522"/>
                  </a:cubicBezTo>
                  <a:lnTo>
                    <a:pt x="15510" y="276790"/>
                  </a:lnTo>
                  <a:cubicBezTo>
                    <a:pt x="13798" y="278508"/>
                    <a:pt x="11471" y="279472"/>
                    <a:pt x="9046" y="279468"/>
                  </a:cubicBezTo>
                  <a:close/>
                </a:path>
              </a:pathLst>
            </a:custGeom>
            <a:solidFill>
              <a:srgbClr val="CCCCCC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sp>
        <p:nvSpPr>
          <p:cNvPr id="113" name="Freeform: Shape 112">
            <a:extLst>
              <a:ext uri="{FF2B5EF4-FFF2-40B4-BE49-F238E27FC236}">
                <a16:creationId xmlns:a16="http://schemas.microsoft.com/office/drawing/2014/main" id="{14D218AF-DCF1-DECE-B4B7-010FF9E47C85}"/>
              </a:ext>
            </a:extLst>
          </p:cNvPr>
          <p:cNvSpPr/>
          <p:nvPr/>
        </p:nvSpPr>
        <p:spPr>
          <a:xfrm>
            <a:off x="-979916" y="6838134"/>
            <a:ext cx="8025610" cy="15892"/>
          </a:xfrm>
          <a:custGeom>
            <a:avLst/>
            <a:gdLst>
              <a:gd name="csX0" fmla="*/ 8017569 w 8025610"/>
              <a:gd name="csY0" fmla="*/ 15828 h 15892"/>
              <a:gd name="csX1" fmla="*/ 7851 w 8025610"/>
              <a:gd name="csY1" fmla="*/ 15828 h 15892"/>
              <a:gd name="csX2" fmla="*/ -95 w 8025610"/>
              <a:gd name="csY2" fmla="*/ 7881 h 15892"/>
              <a:gd name="csX3" fmla="*/ 7851 w 8025610"/>
              <a:gd name="csY3" fmla="*/ -65 h 15892"/>
              <a:gd name="csX4" fmla="*/ 8017569 w 8025610"/>
              <a:gd name="csY4" fmla="*/ -65 h 15892"/>
              <a:gd name="csX5" fmla="*/ 8025515 w 8025610"/>
              <a:gd name="csY5" fmla="*/ 7881 h 15892"/>
              <a:gd name="csX6" fmla="*/ 8017569 w 8025610"/>
              <a:gd name="csY6" fmla="*/ 15828 h 158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025610" h="15892">
                <a:moveTo>
                  <a:pt x="8017569" y="15828"/>
                </a:moveTo>
                <a:lnTo>
                  <a:pt x="7851" y="15828"/>
                </a:lnTo>
                <a:cubicBezTo>
                  <a:pt x="3463" y="15828"/>
                  <a:pt x="-95" y="12270"/>
                  <a:pt x="-95" y="7881"/>
                </a:cubicBezTo>
                <a:cubicBezTo>
                  <a:pt x="-95" y="3493"/>
                  <a:pt x="3463" y="-65"/>
                  <a:pt x="7851" y="-65"/>
                </a:cubicBezTo>
                <a:lnTo>
                  <a:pt x="8017569" y="-65"/>
                </a:lnTo>
                <a:cubicBezTo>
                  <a:pt x="8021957" y="-65"/>
                  <a:pt x="8025515" y="3493"/>
                  <a:pt x="8025515" y="7881"/>
                </a:cubicBezTo>
                <a:cubicBezTo>
                  <a:pt x="8025515" y="12270"/>
                  <a:pt x="8021957" y="15828"/>
                  <a:pt x="8017569" y="15828"/>
                </a:cubicBezTo>
                <a:close/>
              </a:path>
            </a:pathLst>
          </a:custGeom>
          <a:solidFill>
            <a:srgbClr val="3F3D56"/>
          </a:solidFill>
          <a:ln w="7941" cap="flat">
            <a:noFill/>
            <a:prstDash val="solid"/>
            <a:miter/>
          </a:ln>
        </p:spPr>
        <p:txBody>
          <a:bodyPr/>
          <a:lstStyle/>
          <a:p>
            <a:endParaRPr lang="el-GR"/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4FDD95CD-3ACF-8A37-B8FF-4B4809B535F8}"/>
              </a:ext>
            </a:extLst>
          </p:cNvPr>
          <p:cNvGrpSpPr/>
          <p:nvPr/>
        </p:nvGrpSpPr>
        <p:grpSpPr>
          <a:xfrm>
            <a:off x="969048" y="6930208"/>
            <a:ext cx="3861828" cy="6110587"/>
            <a:chOff x="969048" y="731520"/>
            <a:chExt cx="3861828" cy="6110587"/>
          </a:xfrm>
        </p:grpSpPr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8CC43371-8C6B-295E-1B0A-EC52FDE1C5A6}"/>
                </a:ext>
              </a:extLst>
            </p:cNvPr>
            <p:cNvSpPr/>
            <p:nvPr/>
          </p:nvSpPr>
          <p:spPr>
            <a:xfrm>
              <a:off x="1139891" y="2610783"/>
              <a:ext cx="3472467" cy="4100212"/>
            </a:xfrm>
            <a:custGeom>
              <a:avLst/>
              <a:gdLst>
                <a:gd name="csX0" fmla="*/ 67963 w 3472467"/>
                <a:gd name="csY0" fmla="*/ 4100148 h 4100212"/>
                <a:gd name="csX1" fmla="*/ 67447 w 3472467"/>
                <a:gd name="csY1" fmla="*/ 4100148 h 4100212"/>
                <a:gd name="csX2" fmla="*/ -95 w 3472467"/>
                <a:gd name="csY2" fmla="*/ 4032605 h 4100212"/>
                <a:gd name="csX3" fmla="*/ -95 w 3472467"/>
                <a:gd name="csY3" fmla="*/ 67478 h 4100212"/>
                <a:gd name="csX4" fmla="*/ 67447 w 3472467"/>
                <a:gd name="csY4" fmla="*/ -65 h 4100212"/>
                <a:gd name="csX5" fmla="*/ 3404830 w 3472467"/>
                <a:gd name="csY5" fmla="*/ -65 h 4100212"/>
                <a:gd name="csX6" fmla="*/ 3472372 w 3472467"/>
                <a:gd name="csY6" fmla="*/ 67478 h 4100212"/>
                <a:gd name="csX7" fmla="*/ 3472372 w 3472467"/>
                <a:gd name="csY7" fmla="*/ 3150583 h 4100212"/>
                <a:gd name="csX8" fmla="*/ 3405354 w 3472467"/>
                <a:gd name="csY8" fmla="*/ 3218121 h 41002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472467" h="4100212">
                  <a:moveTo>
                    <a:pt x="67963" y="4100148"/>
                  </a:moveTo>
                  <a:lnTo>
                    <a:pt x="67447" y="4100148"/>
                  </a:lnTo>
                  <a:cubicBezTo>
                    <a:pt x="30162" y="4100106"/>
                    <a:pt x="-53" y="4069891"/>
                    <a:pt x="-95" y="4032605"/>
                  </a:cubicBezTo>
                  <a:lnTo>
                    <a:pt x="-95" y="67478"/>
                  </a:lnTo>
                  <a:cubicBezTo>
                    <a:pt x="-53" y="30192"/>
                    <a:pt x="30162" y="-23"/>
                    <a:pt x="67447" y="-65"/>
                  </a:cubicBezTo>
                  <a:lnTo>
                    <a:pt x="3404830" y="-65"/>
                  </a:lnTo>
                  <a:cubicBezTo>
                    <a:pt x="3442115" y="-23"/>
                    <a:pt x="3472331" y="30192"/>
                    <a:pt x="3472372" y="67478"/>
                  </a:cubicBezTo>
                  <a:lnTo>
                    <a:pt x="3472372" y="3150583"/>
                  </a:lnTo>
                  <a:cubicBezTo>
                    <a:pt x="3472332" y="3187664"/>
                    <a:pt x="3442434" y="3217794"/>
                    <a:pt x="3405354" y="3218121"/>
                  </a:cubicBezTo>
                  <a:close/>
                </a:path>
              </a:pathLst>
            </a:custGeom>
            <a:solidFill>
              <a:srgbClr val="F2F2F2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46695D53-5552-8D24-8EFC-B7BB919DC0E3}"/>
                </a:ext>
              </a:extLst>
            </p:cNvPr>
            <p:cNvSpPr/>
            <p:nvPr/>
          </p:nvSpPr>
          <p:spPr>
            <a:xfrm>
              <a:off x="2125213" y="1081150"/>
              <a:ext cx="1549499" cy="969430"/>
            </a:xfrm>
            <a:custGeom>
              <a:avLst/>
              <a:gdLst>
                <a:gd name="csX0" fmla="*/ 1549404 w 1549499"/>
                <a:gd name="csY0" fmla="*/ 969365 h 969430"/>
                <a:gd name="csX1" fmla="*/ -95 w 1549499"/>
                <a:gd name="csY1" fmla="*/ 969365 h 969430"/>
                <a:gd name="csX2" fmla="*/ -95 w 1549499"/>
                <a:gd name="csY2" fmla="*/ 71451 h 969430"/>
                <a:gd name="csX3" fmla="*/ 71420 w 1549499"/>
                <a:gd name="csY3" fmla="*/ -65 h 969430"/>
                <a:gd name="csX4" fmla="*/ 1477889 w 1549499"/>
                <a:gd name="csY4" fmla="*/ -65 h 969430"/>
                <a:gd name="csX5" fmla="*/ 1549404 w 1549499"/>
                <a:gd name="csY5" fmla="*/ 71451 h 969430"/>
                <a:gd name="csX6" fmla="*/ 15797 w 1549499"/>
                <a:gd name="csY6" fmla="*/ 953473 h 969430"/>
                <a:gd name="csX7" fmla="*/ 1533512 w 1549499"/>
                <a:gd name="csY7" fmla="*/ 953473 h 969430"/>
                <a:gd name="csX8" fmla="*/ 1533512 w 1549499"/>
                <a:gd name="csY8" fmla="*/ 71451 h 969430"/>
                <a:gd name="csX9" fmla="*/ 1477889 w 1549499"/>
                <a:gd name="csY9" fmla="*/ 15828 h 969430"/>
                <a:gd name="csX10" fmla="*/ 71420 w 1549499"/>
                <a:gd name="csY10" fmla="*/ 15828 h 969430"/>
                <a:gd name="csX11" fmla="*/ 15797 w 1549499"/>
                <a:gd name="csY11" fmla="*/ 71451 h 969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549499" h="969430">
                  <a:moveTo>
                    <a:pt x="1549404" y="969365"/>
                  </a:moveTo>
                  <a:lnTo>
                    <a:pt x="-95" y="969365"/>
                  </a:lnTo>
                  <a:lnTo>
                    <a:pt x="-95" y="71451"/>
                  </a:lnTo>
                  <a:cubicBezTo>
                    <a:pt x="-50" y="31972"/>
                    <a:pt x="31942" y="-20"/>
                    <a:pt x="71420" y="-65"/>
                  </a:cubicBezTo>
                  <a:lnTo>
                    <a:pt x="1477889" y="-65"/>
                  </a:lnTo>
                  <a:cubicBezTo>
                    <a:pt x="1517367" y="-20"/>
                    <a:pt x="1549359" y="31972"/>
                    <a:pt x="1549404" y="71451"/>
                  </a:cubicBezTo>
                  <a:close/>
                  <a:moveTo>
                    <a:pt x="15797" y="953473"/>
                  </a:moveTo>
                  <a:lnTo>
                    <a:pt x="1533512" y="953473"/>
                  </a:lnTo>
                  <a:lnTo>
                    <a:pt x="1533512" y="71451"/>
                  </a:lnTo>
                  <a:cubicBezTo>
                    <a:pt x="1533478" y="40745"/>
                    <a:pt x="1508594" y="15862"/>
                    <a:pt x="1477889" y="15828"/>
                  </a:cubicBezTo>
                  <a:lnTo>
                    <a:pt x="71420" y="15828"/>
                  </a:lnTo>
                  <a:cubicBezTo>
                    <a:pt x="40715" y="15862"/>
                    <a:pt x="15832" y="40745"/>
                    <a:pt x="15797" y="71451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C2627AAB-7C1D-B73F-13E2-E09671638876}"/>
                </a:ext>
              </a:extLst>
            </p:cNvPr>
            <p:cNvSpPr/>
            <p:nvPr/>
          </p:nvSpPr>
          <p:spPr>
            <a:xfrm>
              <a:off x="2502655" y="1422834"/>
              <a:ext cx="794615" cy="1017106"/>
            </a:xfrm>
            <a:custGeom>
              <a:avLst/>
              <a:gdLst>
                <a:gd name="csX0" fmla="*/ 63569 w 794615"/>
                <a:gd name="csY0" fmla="*/ 0 h 1017106"/>
                <a:gd name="csX1" fmla="*/ 731046 w 794615"/>
                <a:gd name="csY1" fmla="*/ 0 h 1017106"/>
                <a:gd name="csX2" fmla="*/ 794615 w 794615"/>
                <a:gd name="csY2" fmla="*/ 63569 h 1017106"/>
                <a:gd name="csX3" fmla="*/ 794615 w 794615"/>
                <a:gd name="csY3" fmla="*/ 1017107 h 1017106"/>
                <a:gd name="csX4" fmla="*/ 794615 w 794615"/>
                <a:gd name="csY4" fmla="*/ 1017107 h 1017106"/>
                <a:gd name="csX5" fmla="*/ 0 w 794615"/>
                <a:gd name="csY5" fmla="*/ 1017107 h 1017106"/>
                <a:gd name="csX6" fmla="*/ 0 w 794615"/>
                <a:gd name="csY6" fmla="*/ 1017107 h 1017106"/>
                <a:gd name="csX7" fmla="*/ 0 w 794615"/>
                <a:gd name="csY7" fmla="*/ 63569 h 1017106"/>
                <a:gd name="csX8" fmla="*/ 63569 w 794615"/>
                <a:gd name="csY8" fmla="*/ 0 h 1017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94615" h="1017106">
                  <a:moveTo>
                    <a:pt x="63569" y="0"/>
                  </a:moveTo>
                  <a:lnTo>
                    <a:pt x="731046" y="0"/>
                  </a:lnTo>
                  <a:cubicBezTo>
                    <a:pt x="766154" y="0"/>
                    <a:pt x="794615" y="28461"/>
                    <a:pt x="794615" y="63569"/>
                  </a:cubicBezTo>
                  <a:lnTo>
                    <a:pt x="794615" y="1017107"/>
                  </a:lnTo>
                  <a:lnTo>
                    <a:pt x="794615" y="1017107"/>
                  </a:lnTo>
                  <a:lnTo>
                    <a:pt x="0" y="1017107"/>
                  </a:lnTo>
                  <a:lnTo>
                    <a:pt x="0" y="1017107"/>
                  </a:lnTo>
                  <a:lnTo>
                    <a:pt x="0" y="63569"/>
                  </a:lnTo>
                  <a:cubicBezTo>
                    <a:pt x="0" y="28461"/>
                    <a:pt x="28461" y="0"/>
                    <a:pt x="63569" y="0"/>
                  </a:cubicBezTo>
                  <a:close/>
                </a:path>
              </a:pathLst>
            </a:custGeom>
            <a:solidFill>
              <a:srgbClr val="E6E6E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3E75058C-9709-BEFE-75A0-C5363DD79B99}"/>
                </a:ext>
              </a:extLst>
            </p:cNvPr>
            <p:cNvSpPr/>
            <p:nvPr/>
          </p:nvSpPr>
          <p:spPr>
            <a:xfrm>
              <a:off x="2371544" y="731520"/>
              <a:ext cx="325792" cy="365522"/>
            </a:xfrm>
            <a:custGeom>
              <a:avLst/>
              <a:gdLst>
                <a:gd name="csX0" fmla="*/ 325697 w 325792"/>
                <a:gd name="csY0" fmla="*/ 365458 h 365522"/>
                <a:gd name="csX1" fmla="*/ -95 w 325792"/>
                <a:gd name="csY1" fmla="*/ 365458 h 365522"/>
                <a:gd name="csX2" fmla="*/ -95 w 325792"/>
                <a:gd name="csY2" fmla="*/ 39666 h 365522"/>
                <a:gd name="csX3" fmla="*/ 39636 w 325792"/>
                <a:gd name="csY3" fmla="*/ -65 h 365522"/>
                <a:gd name="csX4" fmla="*/ 285966 w 325792"/>
                <a:gd name="csY4" fmla="*/ -65 h 365522"/>
                <a:gd name="csX5" fmla="*/ 325697 w 325792"/>
                <a:gd name="csY5" fmla="*/ 39666 h 365522"/>
                <a:gd name="csX6" fmla="*/ 15797 w 325792"/>
                <a:gd name="csY6" fmla="*/ 349566 h 365522"/>
                <a:gd name="csX7" fmla="*/ 309805 w 325792"/>
                <a:gd name="csY7" fmla="*/ 349566 h 365522"/>
                <a:gd name="csX8" fmla="*/ 309805 w 325792"/>
                <a:gd name="csY8" fmla="*/ 39666 h 365522"/>
                <a:gd name="csX9" fmla="*/ 285966 w 325792"/>
                <a:gd name="csY9" fmla="*/ 15828 h 365522"/>
                <a:gd name="csX10" fmla="*/ 39636 w 325792"/>
                <a:gd name="csY10" fmla="*/ 15828 h 365522"/>
                <a:gd name="csX11" fmla="*/ 15797 w 325792"/>
                <a:gd name="csY11" fmla="*/ 39666 h 3655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325792" h="365522">
                  <a:moveTo>
                    <a:pt x="325697" y="365458"/>
                  </a:moveTo>
                  <a:lnTo>
                    <a:pt x="-95" y="365458"/>
                  </a:lnTo>
                  <a:lnTo>
                    <a:pt x="-95" y="39666"/>
                  </a:lnTo>
                  <a:cubicBezTo>
                    <a:pt x="-70" y="17734"/>
                    <a:pt x="17703" y="-40"/>
                    <a:pt x="39636" y="-65"/>
                  </a:cubicBezTo>
                  <a:lnTo>
                    <a:pt x="285966" y="-65"/>
                  </a:lnTo>
                  <a:cubicBezTo>
                    <a:pt x="307899" y="-40"/>
                    <a:pt x="325672" y="17734"/>
                    <a:pt x="325697" y="39666"/>
                  </a:cubicBezTo>
                  <a:close/>
                  <a:moveTo>
                    <a:pt x="15797" y="349566"/>
                  </a:moveTo>
                  <a:lnTo>
                    <a:pt x="309805" y="349566"/>
                  </a:lnTo>
                  <a:lnTo>
                    <a:pt x="309805" y="39666"/>
                  </a:lnTo>
                  <a:cubicBezTo>
                    <a:pt x="309790" y="26506"/>
                    <a:pt x="299126" y="15842"/>
                    <a:pt x="285966" y="15828"/>
                  </a:cubicBezTo>
                  <a:lnTo>
                    <a:pt x="39636" y="15828"/>
                  </a:lnTo>
                  <a:cubicBezTo>
                    <a:pt x="26476" y="15842"/>
                    <a:pt x="15812" y="26506"/>
                    <a:pt x="15797" y="39666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7777EBF1-59D0-02E3-32E6-453040F50625}"/>
                </a:ext>
              </a:extLst>
            </p:cNvPr>
            <p:cNvSpPr/>
            <p:nvPr/>
          </p:nvSpPr>
          <p:spPr>
            <a:xfrm>
              <a:off x="969048" y="2034688"/>
              <a:ext cx="3861828" cy="4807419"/>
            </a:xfrm>
            <a:custGeom>
              <a:avLst/>
              <a:gdLst>
                <a:gd name="csX0" fmla="*/ 387358 w 3861828"/>
                <a:gd name="csY0" fmla="*/ 79397 h 4807419"/>
                <a:gd name="csX1" fmla="*/ 393239 w 3861828"/>
                <a:gd name="csY1" fmla="*/ 90998 h 4807419"/>
                <a:gd name="csX2" fmla="*/ 397212 w 3861828"/>
                <a:gd name="csY2" fmla="*/ 107208 h 4807419"/>
                <a:gd name="csX3" fmla="*/ 397212 w 3861828"/>
                <a:gd name="csY3" fmla="*/ 421081 h 4807419"/>
                <a:gd name="csX4" fmla="*/ 675328 w 3861828"/>
                <a:gd name="csY4" fmla="*/ 421081 h 4807419"/>
                <a:gd name="csX5" fmla="*/ 675328 w 3861828"/>
                <a:gd name="csY5" fmla="*/ 107208 h 4807419"/>
                <a:gd name="csX6" fmla="*/ 679301 w 3861828"/>
                <a:gd name="csY6" fmla="*/ 90998 h 4807419"/>
                <a:gd name="csX7" fmla="*/ 685183 w 3861828"/>
                <a:gd name="csY7" fmla="*/ 79397 h 4807419"/>
                <a:gd name="csX8" fmla="*/ 659435 w 3861828"/>
                <a:gd name="csY8" fmla="*/ 107208 h 4807419"/>
                <a:gd name="csX9" fmla="*/ 659435 w 3861828"/>
                <a:gd name="csY9" fmla="*/ 405189 h 4807419"/>
                <a:gd name="csX10" fmla="*/ 413105 w 3861828"/>
                <a:gd name="csY10" fmla="*/ 405189 h 4807419"/>
                <a:gd name="csX11" fmla="*/ 413105 w 3861828"/>
                <a:gd name="csY11" fmla="*/ 107208 h 4807419"/>
                <a:gd name="csX12" fmla="*/ 411673 w 3861828"/>
                <a:gd name="csY12" fmla="*/ 95289 h 4807419"/>
                <a:gd name="csX13" fmla="*/ 660867 w 3861828"/>
                <a:gd name="csY13" fmla="*/ 95289 h 4807419"/>
                <a:gd name="csX14" fmla="*/ 659436 w 3861828"/>
                <a:gd name="csY14" fmla="*/ 107208 h 4807419"/>
                <a:gd name="csX15" fmla="*/ 736988 w 3861828"/>
                <a:gd name="csY15" fmla="*/ 79397 h 4807419"/>
                <a:gd name="csX16" fmla="*/ 742870 w 3861828"/>
                <a:gd name="csY16" fmla="*/ 90998 h 4807419"/>
                <a:gd name="csX17" fmla="*/ 746843 w 3861828"/>
                <a:gd name="csY17" fmla="*/ 107208 h 4807419"/>
                <a:gd name="csX18" fmla="*/ 746843 w 3861828"/>
                <a:gd name="csY18" fmla="*/ 421081 h 4807419"/>
                <a:gd name="csX19" fmla="*/ 1024958 w 3861828"/>
                <a:gd name="csY19" fmla="*/ 421081 h 4807419"/>
                <a:gd name="csX20" fmla="*/ 1024958 w 3861828"/>
                <a:gd name="csY20" fmla="*/ 107208 h 4807419"/>
                <a:gd name="csX21" fmla="*/ 1028931 w 3861828"/>
                <a:gd name="csY21" fmla="*/ 90998 h 4807419"/>
                <a:gd name="csX22" fmla="*/ 1034814 w 3861828"/>
                <a:gd name="csY22" fmla="*/ 79397 h 4807419"/>
                <a:gd name="csX23" fmla="*/ 1009066 w 3861828"/>
                <a:gd name="csY23" fmla="*/ 107208 h 4807419"/>
                <a:gd name="csX24" fmla="*/ 1009066 w 3861828"/>
                <a:gd name="csY24" fmla="*/ 405189 h 4807419"/>
                <a:gd name="csX25" fmla="*/ 762735 w 3861828"/>
                <a:gd name="csY25" fmla="*/ 405189 h 4807419"/>
                <a:gd name="csX26" fmla="*/ 762735 w 3861828"/>
                <a:gd name="csY26" fmla="*/ 107208 h 4807419"/>
                <a:gd name="csX27" fmla="*/ 761304 w 3861828"/>
                <a:gd name="csY27" fmla="*/ 95289 h 4807419"/>
                <a:gd name="csX28" fmla="*/ 1010498 w 3861828"/>
                <a:gd name="csY28" fmla="*/ 95289 h 4807419"/>
                <a:gd name="csX29" fmla="*/ 1009066 w 3861828"/>
                <a:gd name="csY29" fmla="*/ 107208 h 4807419"/>
                <a:gd name="csX30" fmla="*/ 1086619 w 3861828"/>
                <a:gd name="csY30" fmla="*/ 79397 h 4807419"/>
                <a:gd name="csX31" fmla="*/ 1092500 w 3861828"/>
                <a:gd name="csY31" fmla="*/ 90998 h 4807419"/>
                <a:gd name="csX32" fmla="*/ 1096474 w 3861828"/>
                <a:gd name="csY32" fmla="*/ 107208 h 4807419"/>
                <a:gd name="csX33" fmla="*/ 1096474 w 3861828"/>
                <a:gd name="csY33" fmla="*/ 421081 h 4807419"/>
                <a:gd name="csX34" fmla="*/ 1374589 w 3861828"/>
                <a:gd name="csY34" fmla="*/ 421081 h 4807419"/>
                <a:gd name="csX35" fmla="*/ 1374589 w 3861828"/>
                <a:gd name="csY35" fmla="*/ 107208 h 4807419"/>
                <a:gd name="csX36" fmla="*/ 1378562 w 3861828"/>
                <a:gd name="csY36" fmla="*/ 90998 h 4807419"/>
                <a:gd name="csX37" fmla="*/ 1384444 w 3861828"/>
                <a:gd name="csY37" fmla="*/ 79397 h 4807419"/>
                <a:gd name="csX38" fmla="*/ 1358696 w 3861828"/>
                <a:gd name="csY38" fmla="*/ 107208 h 4807419"/>
                <a:gd name="csX39" fmla="*/ 1358696 w 3861828"/>
                <a:gd name="csY39" fmla="*/ 405189 h 4807419"/>
                <a:gd name="csX40" fmla="*/ 1112366 w 3861828"/>
                <a:gd name="csY40" fmla="*/ 405189 h 4807419"/>
                <a:gd name="csX41" fmla="*/ 1112366 w 3861828"/>
                <a:gd name="csY41" fmla="*/ 107208 h 4807419"/>
                <a:gd name="csX42" fmla="*/ 1110934 w 3861828"/>
                <a:gd name="csY42" fmla="*/ 95289 h 4807419"/>
                <a:gd name="csX43" fmla="*/ 1360128 w 3861828"/>
                <a:gd name="csY43" fmla="*/ 95289 h 4807419"/>
                <a:gd name="csX44" fmla="*/ 1358697 w 3861828"/>
                <a:gd name="csY44" fmla="*/ 107208 h 4807419"/>
                <a:gd name="csX45" fmla="*/ 1436249 w 3861828"/>
                <a:gd name="csY45" fmla="*/ 79397 h 4807419"/>
                <a:gd name="csX46" fmla="*/ 1442131 w 3861828"/>
                <a:gd name="csY46" fmla="*/ 90998 h 4807419"/>
                <a:gd name="csX47" fmla="*/ 1446104 w 3861828"/>
                <a:gd name="csY47" fmla="*/ 107208 h 4807419"/>
                <a:gd name="csX48" fmla="*/ 1446104 w 3861828"/>
                <a:gd name="csY48" fmla="*/ 421081 h 4807419"/>
                <a:gd name="csX49" fmla="*/ 1724220 w 3861828"/>
                <a:gd name="csY49" fmla="*/ 421081 h 4807419"/>
                <a:gd name="csX50" fmla="*/ 1724220 w 3861828"/>
                <a:gd name="csY50" fmla="*/ 107208 h 4807419"/>
                <a:gd name="csX51" fmla="*/ 1728193 w 3861828"/>
                <a:gd name="csY51" fmla="*/ 90998 h 4807419"/>
                <a:gd name="csX52" fmla="*/ 1734075 w 3861828"/>
                <a:gd name="csY52" fmla="*/ 79397 h 4807419"/>
                <a:gd name="csX53" fmla="*/ 1708327 w 3861828"/>
                <a:gd name="csY53" fmla="*/ 107208 h 4807419"/>
                <a:gd name="csX54" fmla="*/ 1708327 w 3861828"/>
                <a:gd name="csY54" fmla="*/ 405189 h 4807419"/>
                <a:gd name="csX55" fmla="*/ 1461997 w 3861828"/>
                <a:gd name="csY55" fmla="*/ 405189 h 4807419"/>
                <a:gd name="csX56" fmla="*/ 1461997 w 3861828"/>
                <a:gd name="csY56" fmla="*/ 107208 h 4807419"/>
                <a:gd name="csX57" fmla="*/ 1460565 w 3861828"/>
                <a:gd name="csY57" fmla="*/ 95289 h 4807419"/>
                <a:gd name="csX58" fmla="*/ 1709759 w 3861828"/>
                <a:gd name="csY58" fmla="*/ 95289 h 4807419"/>
                <a:gd name="csX59" fmla="*/ 1708327 w 3861828"/>
                <a:gd name="csY59" fmla="*/ 107208 h 4807419"/>
                <a:gd name="csX60" fmla="*/ 1785880 w 3861828"/>
                <a:gd name="csY60" fmla="*/ 79397 h 4807419"/>
                <a:gd name="csX61" fmla="*/ 1791762 w 3861828"/>
                <a:gd name="csY61" fmla="*/ 90998 h 4807419"/>
                <a:gd name="csX62" fmla="*/ 1795735 w 3861828"/>
                <a:gd name="csY62" fmla="*/ 107208 h 4807419"/>
                <a:gd name="csX63" fmla="*/ 1795735 w 3861828"/>
                <a:gd name="csY63" fmla="*/ 421081 h 4807419"/>
                <a:gd name="csX64" fmla="*/ 2073850 w 3861828"/>
                <a:gd name="csY64" fmla="*/ 421081 h 4807419"/>
                <a:gd name="csX65" fmla="*/ 2073850 w 3861828"/>
                <a:gd name="csY65" fmla="*/ 107208 h 4807419"/>
                <a:gd name="csX66" fmla="*/ 2077823 w 3861828"/>
                <a:gd name="csY66" fmla="*/ 90998 h 4807419"/>
                <a:gd name="csX67" fmla="*/ 2083705 w 3861828"/>
                <a:gd name="csY67" fmla="*/ 79397 h 4807419"/>
                <a:gd name="csX68" fmla="*/ 2057958 w 3861828"/>
                <a:gd name="csY68" fmla="*/ 107208 h 4807419"/>
                <a:gd name="csX69" fmla="*/ 2057958 w 3861828"/>
                <a:gd name="csY69" fmla="*/ 405189 h 4807419"/>
                <a:gd name="csX70" fmla="*/ 1811627 w 3861828"/>
                <a:gd name="csY70" fmla="*/ 405189 h 4807419"/>
                <a:gd name="csX71" fmla="*/ 1811627 w 3861828"/>
                <a:gd name="csY71" fmla="*/ 107208 h 4807419"/>
                <a:gd name="csX72" fmla="*/ 1810195 w 3861828"/>
                <a:gd name="csY72" fmla="*/ 95289 h 4807419"/>
                <a:gd name="csX73" fmla="*/ 2059389 w 3861828"/>
                <a:gd name="csY73" fmla="*/ 95289 h 4807419"/>
                <a:gd name="csX74" fmla="*/ 2057958 w 3861828"/>
                <a:gd name="csY74" fmla="*/ 107208 h 4807419"/>
                <a:gd name="csX75" fmla="*/ 2135510 w 3861828"/>
                <a:gd name="csY75" fmla="*/ 79397 h 4807419"/>
                <a:gd name="csX76" fmla="*/ 2141392 w 3861828"/>
                <a:gd name="csY76" fmla="*/ 90998 h 4807419"/>
                <a:gd name="csX77" fmla="*/ 2145365 w 3861828"/>
                <a:gd name="csY77" fmla="*/ 107208 h 4807419"/>
                <a:gd name="csX78" fmla="*/ 2145365 w 3861828"/>
                <a:gd name="csY78" fmla="*/ 421081 h 4807419"/>
                <a:gd name="csX79" fmla="*/ 2423481 w 3861828"/>
                <a:gd name="csY79" fmla="*/ 421081 h 4807419"/>
                <a:gd name="csX80" fmla="*/ 2423481 w 3861828"/>
                <a:gd name="csY80" fmla="*/ 107208 h 4807419"/>
                <a:gd name="csX81" fmla="*/ 2427454 w 3861828"/>
                <a:gd name="csY81" fmla="*/ 90998 h 4807419"/>
                <a:gd name="csX82" fmla="*/ 2433336 w 3861828"/>
                <a:gd name="csY82" fmla="*/ 79397 h 4807419"/>
                <a:gd name="csX83" fmla="*/ 2407588 w 3861828"/>
                <a:gd name="csY83" fmla="*/ 107208 h 4807419"/>
                <a:gd name="csX84" fmla="*/ 2407588 w 3861828"/>
                <a:gd name="csY84" fmla="*/ 405189 h 4807419"/>
                <a:gd name="csX85" fmla="*/ 2161258 w 3861828"/>
                <a:gd name="csY85" fmla="*/ 405189 h 4807419"/>
                <a:gd name="csX86" fmla="*/ 2161258 w 3861828"/>
                <a:gd name="csY86" fmla="*/ 107208 h 4807419"/>
                <a:gd name="csX87" fmla="*/ 2159826 w 3861828"/>
                <a:gd name="csY87" fmla="*/ 95289 h 4807419"/>
                <a:gd name="csX88" fmla="*/ 2409020 w 3861828"/>
                <a:gd name="csY88" fmla="*/ 95289 h 4807419"/>
                <a:gd name="csX89" fmla="*/ 2407588 w 3861828"/>
                <a:gd name="csY89" fmla="*/ 107208 h 4807419"/>
                <a:gd name="csX90" fmla="*/ 2485141 w 3861828"/>
                <a:gd name="csY90" fmla="*/ 79397 h 4807419"/>
                <a:gd name="csX91" fmla="*/ 2491023 w 3861828"/>
                <a:gd name="csY91" fmla="*/ 90998 h 4807419"/>
                <a:gd name="csX92" fmla="*/ 2494996 w 3861828"/>
                <a:gd name="csY92" fmla="*/ 107208 h 4807419"/>
                <a:gd name="csX93" fmla="*/ 2494996 w 3861828"/>
                <a:gd name="csY93" fmla="*/ 421081 h 4807419"/>
                <a:gd name="csX94" fmla="*/ 2773111 w 3861828"/>
                <a:gd name="csY94" fmla="*/ 421081 h 4807419"/>
                <a:gd name="csX95" fmla="*/ 2773111 w 3861828"/>
                <a:gd name="csY95" fmla="*/ 107208 h 4807419"/>
                <a:gd name="csX96" fmla="*/ 2777084 w 3861828"/>
                <a:gd name="csY96" fmla="*/ 90998 h 4807419"/>
                <a:gd name="csX97" fmla="*/ 2782966 w 3861828"/>
                <a:gd name="csY97" fmla="*/ 79397 h 4807419"/>
                <a:gd name="csX98" fmla="*/ 2757219 w 3861828"/>
                <a:gd name="csY98" fmla="*/ 107208 h 4807419"/>
                <a:gd name="csX99" fmla="*/ 2757219 w 3861828"/>
                <a:gd name="csY99" fmla="*/ 405189 h 4807419"/>
                <a:gd name="csX100" fmla="*/ 2510888 w 3861828"/>
                <a:gd name="csY100" fmla="*/ 405189 h 4807419"/>
                <a:gd name="csX101" fmla="*/ 2510888 w 3861828"/>
                <a:gd name="csY101" fmla="*/ 107208 h 4807419"/>
                <a:gd name="csX102" fmla="*/ 2509457 w 3861828"/>
                <a:gd name="csY102" fmla="*/ 95289 h 4807419"/>
                <a:gd name="csX103" fmla="*/ 2758651 w 3861828"/>
                <a:gd name="csY103" fmla="*/ 95289 h 4807419"/>
                <a:gd name="csX104" fmla="*/ 2757219 w 3861828"/>
                <a:gd name="csY104" fmla="*/ 107208 h 4807419"/>
                <a:gd name="csX105" fmla="*/ 2834771 w 3861828"/>
                <a:gd name="csY105" fmla="*/ 79397 h 4807419"/>
                <a:gd name="csX106" fmla="*/ 2840653 w 3861828"/>
                <a:gd name="csY106" fmla="*/ 90998 h 4807419"/>
                <a:gd name="csX107" fmla="*/ 2844627 w 3861828"/>
                <a:gd name="csY107" fmla="*/ 107208 h 4807419"/>
                <a:gd name="csX108" fmla="*/ 2844627 w 3861828"/>
                <a:gd name="csY108" fmla="*/ 421081 h 4807419"/>
                <a:gd name="csX109" fmla="*/ 3122742 w 3861828"/>
                <a:gd name="csY109" fmla="*/ 421081 h 4807419"/>
                <a:gd name="csX110" fmla="*/ 3122742 w 3861828"/>
                <a:gd name="csY110" fmla="*/ 107208 h 4807419"/>
                <a:gd name="csX111" fmla="*/ 3126715 w 3861828"/>
                <a:gd name="csY111" fmla="*/ 90998 h 4807419"/>
                <a:gd name="csX112" fmla="*/ 3132597 w 3861828"/>
                <a:gd name="csY112" fmla="*/ 79397 h 4807419"/>
                <a:gd name="csX113" fmla="*/ 3106849 w 3861828"/>
                <a:gd name="csY113" fmla="*/ 107208 h 4807419"/>
                <a:gd name="csX114" fmla="*/ 3106849 w 3861828"/>
                <a:gd name="csY114" fmla="*/ 405189 h 4807419"/>
                <a:gd name="csX115" fmla="*/ 2860519 w 3861828"/>
                <a:gd name="csY115" fmla="*/ 405189 h 4807419"/>
                <a:gd name="csX116" fmla="*/ 2860519 w 3861828"/>
                <a:gd name="csY116" fmla="*/ 107208 h 4807419"/>
                <a:gd name="csX117" fmla="*/ 2859087 w 3861828"/>
                <a:gd name="csY117" fmla="*/ 95289 h 4807419"/>
                <a:gd name="csX118" fmla="*/ 3108281 w 3861828"/>
                <a:gd name="csY118" fmla="*/ 95289 h 4807419"/>
                <a:gd name="csX119" fmla="*/ 3106849 w 3861828"/>
                <a:gd name="csY119" fmla="*/ 107208 h 4807419"/>
                <a:gd name="csX120" fmla="*/ 3184402 w 3861828"/>
                <a:gd name="csY120" fmla="*/ 79397 h 4807419"/>
                <a:gd name="csX121" fmla="*/ 3190284 w 3861828"/>
                <a:gd name="csY121" fmla="*/ 90998 h 4807419"/>
                <a:gd name="csX122" fmla="*/ 3194257 w 3861828"/>
                <a:gd name="csY122" fmla="*/ 107208 h 4807419"/>
                <a:gd name="csX123" fmla="*/ 3194257 w 3861828"/>
                <a:gd name="csY123" fmla="*/ 421081 h 4807419"/>
                <a:gd name="csX124" fmla="*/ 3472372 w 3861828"/>
                <a:gd name="csY124" fmla="*/ 421081 h 4807419"/>
                <a:gd name="csX125" fmla="*/ 3472372 w 3861828"/>
                <a:gd name="csY125" fmla="*/ 107208 h 4807419"/>
                <a:gd name="csX126" fmla="*/ 3476345 w 3861828"/>
                <a:gd name="csY126" fmla="*/ 90998 h 4807419"/>
                <a:gd name="csX127" fmla="*/ 3482227 w 3861828"/>
                <a:gd name="csY127" fmla="*/ 79397 h 4807419"/>
                <a:gd name="csX128" fmla="*/ 3456480 w 3861828"/>
                <a:gd name="csY128" fmla="*/ 107208 h 4807419"/>
                <a:gd name="csX129" fmla="*/ 3456480 w 3861828"/>
                <a:gd name="csY129" fmla="*/ 405189 h 4807419"/>
                <a:gd name="csX130" fmla="*/ 3210149 w 3861828"/>
                <a:gd name="csY130" fmla="*/ 405189 h 4807419"/>
                <a:gd name="csX131" fmla="*/ 3210149 w 3861828"/>
                <a:gd name="csY131" fmla="*/ 107208 h 4807419"/>
                <a:gd name="csX132" fmla="*/ 3208718 w 3861828"/>
                <a:gd name="csY132" fmla="*/ 95289 h 4807419"/>
                <a:gd name="csX133" fmla="*/ 3457912 w 3861828"/>
                <a:gd name="csY133" fmla="*/ 95289 h 4807419"/>
                <a:gd name="csX134" fmla="*/ 3456480 w 3861828"/>
                <a:gd name="csY134" fmla="*/ 107208 h 4807419"/>
                <a:gd name="csX135" fmla="*/ 3184402 w 3861828"/>
                <a:gd name="csY135" fmla="*/ 79397 h 4807419"/>
                <a:gd name="csX136" fmla="*/ 3190284 w 3861828"/>
                <a:gd name="csY136" fmla="*/ 90998 h 4807419"/>
                <a:gd name="csX137" fmla="*/ 3194257 w 3861828"/>
                <a:gd name="csY137" fmla="*/ 107208 h 4807419"/>
                <a:gd name="csX138" fmla="*/ 3194257 w 3861828"/>
                <a:gd name="csY138" fmla="*/ 421081 h 4807419"/>
                <a:gd name="csX139" fmla="*/ 3472372 w 3861828"/>
                <a:gd name="csY139" fmla="*/ 421081 h 4807419"/>
                <a:gd name="csX140" fmla="*/ 3472372 w 3861828"/>
                <a:gd name="csY140" fmla="*/ 107208 h 4807419"/>
                <a:gd name="csX141" fmla="*/ 3476345 w 3861828"/>
                <a:gd name="csY141" fmla="*/ 90998 h 4807419"/>
                <a:gd name="csX142" fmla="*/ 3482227 w 3861828"/>
                <a:gd name="csY142" fmla="*/ 79397 h 4807419"/>
                <a:gd name="csX143" fmla="*/ 3456480 w 3861828"/>
                <a:gd name="csY143" fmla="*/ 107208 h 4807419"/>
                <a:gd name="csX144" fmla="*/ 3456480 w 3861828"/>
                <a:gd name="csY144" fmla="*/ 405189 h 4807419"/>
                <a:gd name="csX145" fmla="*/ 3210149 w 3861828"/>
                <a:gd name="csY145" fmla="*/ 405189 h 4807419"/>
                <a:gd name="csX146" fmla="*/ 3210149 w 3861828"/>
                <a:gd name="csY146" fmla="*/ 107208 h 4807419"/>
                <a:gd name="csX147" fmla="*/ 3208718 w 3861828"/>
                <a:gd name="csY147" fmla="*/ 95289 h 4807419"/>
                <a:gd name="csX148" fmla="*/ 3457912 w 3861828"/>
                <a:gd name="csY148" fmla="*/ 95289 h 4807419"/>
                <a:gd name="csX149" fmla="*/ 3456480 w 3861828"/>
                <a:gd name="csY149" fmla="*/ 107208 h 4807419"/>
                <a:gd name="csX150" fmla="*/ 2834771 w 3861828"/>
                <a:gd name="csY150" fmla="*/ 79397 h 4807419"/>
                <a:gd name="csX151" fmla="*/ 2840653 w 3861828"/>
                <a:gd name="csY151" fmla="*/ 90998 h 4807419"/>
                <a:gd name="csX152" fmla="*/ 2844627 w 3861828"/>
                <a:gd name="csY152" fmla="*/ 107208 h 4807419"/>
                <a:gd name="csX153" fmla="*/ 2844627 w 3861828"/>
                <a:gd name="csY153" fmla="*/ 421081 h 4807419"/>
                <a:gd name="csX154" fmla="*/ 3122742 w 3861828"/>
                <a:gd name="csY154" fmla="*/ 421081 h 4807419"/>
                <a:gd name="csX155" fmla="*/ 3122742 w 3861828"/>
                <a:gd name="csY155" fmla="*/ 107208 h 4807419"/>
                <a:gd name="csX156" fmla="*/ 3126715 w 3861828"/>
                <a:gd name="csY156" fmla="*/ 90998 h 4807419"/>
                <a:gd name="csX157" fmla="*/ 3132597 w 3861828"/>
                <a:gd name="csY157" fmla="*/ 79397 h 4807419"/>
                <a:gd name="csX158" fmla="*/ 3106849 w 3861828"/>
                <a:gd name="csY158" fmla="*/ 107208 h 4807419"/>
                <a:gd name="csX159" fmla="*/ 3106849 w 3861828"/>
                <a:gd name="csY159" fmla="*/ 405189 h 4807419"/>
                <a:gd name="csX160" fmla="*/ 2860519 w 3861828"/>
                <a:gd name="csY160" fmla="*/ 405189 h 4807419"/>
                <a:gd name="csX161" fmla="*/ 2860519 w 3861828"/>
                <a:gd name="csY161" fmla="*/ 107208 h 4807419"/>
                <a:gd name="csX162" fmla="*/ 2859087 w 3861828"/>
                <a:gd name="csY162" fmla="*/ 95289 h 4807419"/>
                <a:gd name="csX163" fmla="*/ 3108281 w 3861828"/>
                <a:gd name="csY163" fmla="*/ 95289 h 4807419"/>
                <a:gd name="csX164" fmla="*/ 3106849 w 3861828"/>
                <a:gd name="csY164" fmla="*/ 107208 h 4807419"/>
                <a:gd name="csX165" fmla="*/ 2485141 w 3861828"/>
                <a:gd name="csY165" fmla="*/ 79397 h 4807419"/>
                <a:gd name="csX166" fmla="*/ 2491023 w 3861828"/>
                <a:gd name="csY166" fmla="*/ 90998 h 4807419"/>
                <a:gd name="csX167" fmla="*/ 2494996 w 3861828"/>
                <a:gd name="csY167" fmla="*/ 107208 h 4807419"/>
                <a:gd name="csX168" fmla="*/ 2494996 w 3861828"/>
                <a:gd name="csY168" fmla="*/ 421081 h 4807419"/>
                <a:gd name="csX169" fmla="*/ 2773111 w 3861828"/>
                <a:gd name="csY169" fmla="*/ 421081 h 4807419"/>
                <a:gd name="csX170" fmla="*/ 2773111 w 3861828"/>
                <a:gd name="csY170" fmla="*/ 107208 h 4807419"/>
                <a:gd name="csX171" fmla="*/ 2777084 w 3861828"/>
                <a:gd name="csY171" fmla="*/ 90998 h 4807419"/>
                <a:gd name="csX172" fmla="*/ 2782966 w 3861828"/>
                <a:gd name="csY172" fmla="*/ 79397 h 4807419"/>
                <a:gd name="csX173" fmla="*/ 2757219 w 3861828"/>
                <a:gd name="csY173" fmla="*/ 107208 h 4807419"/>
                <a:gd name="csX174" fmla="*/ 2757219 w 3861828"/>
                <a:gd name="csY174" fmla="*/ 405189 h 4807419"/>
                <a:gd name="csX175" fmla="*/ 2510888 w 3861828"/>
                <a:gd name="csY175" fmla="*/ 405189 h 4807419"/>
                <a:gd name="csX176" fmla="*/ 2510888 w 3861828"/>
                <a:gd name="csY176" fmla="*/ 107208 h 4807419"/>
                <a:gd name="csX177" fmla="*/ 2509457 w 3861828"/>
                <a:gd name="csY177" fmla="*/ 95289 h 4807419"/>
                <a:gd name="csX178" fmla="*/ 2758651 w 3861828"/>
                <a:gd name="csY178" fmla="*/ 95289 h 4807419"/>
                <a:gd name="csX179" fmla="*/ 2757219 w 3861828"/>
                <a:gd name="csY179" fmla="*/ 107208 h 4807419"/>
                <a:gd name="csX180" fmla="*/ 2135510 w 3861828"/>
                <a:gd name="csY180" fmla="*/ 79397 h 4807419"/>
                <a:gd name="csX181" fmla="*/ 2141392 w 3861828"/>
                <a:gd name="csY181" fmla="*/ 90998 h 4807419"/>
                <a:gd name="csX182" fmla="*/ 2145365 w 3861828"/>
                <a:gd name="csY182" fmla="*/ 107208 h 4807419"/>
                <a:gd name="csX183" fmla="*/ 2145365 w 3861828"/>
                <a:gd name="csY183" fmla="*/ 421081 h 4807419"/>
                <a:gd name="csX184" fmla="*/ 2423481 w 3861828"/>
                <a:gd name="csY184" fmla="*/ 421081 h 4807419"/>
                <a:gd name="csX185" fmla="*/ 2423481 w 3861828"/>
                <a:gd name="csY185" fmla="*/ 107208 h 4807419"/>
                <a:gd name="csX186" fmla="*/ 2427454 w 3861828"/>
                <a:gd name="csY186" fmla="*/ 90998 h 4807419"/>
                <a:gd name="csX187" fmla="*/ 2433336 w 3861828"/>
                <a:gd name="csY187" fmla="*/ 79397 h 4807419"/>
                <a:gd name="csX188" fmla="*/ 2407588 w 3861828"/>
                <a:gd name="csY188" fmla="*/ 107208 h 4807419"/>
                <a:gd name="csX189" fmla="*/ 2407588 w 3861828"/>
                <a:gd name="csY189" fmla="*/ 405189 h 4807419"/>
                <a:gd name="csX190" fmla="*/ 2161258 w 3861828"/>
                <a:gd name="csY190" fmla="*/ 405189 h 4807419"/>
                <a:gd name="csX191" fmla="*/ 2161258 w 3861828"/>
                <a:gd name="csY191" fmla="*/ 107208 h 4807419"/>
                <a:gd name="csX192" fmla="*/ 2159826 w 3861828"/>
                <a:gd name="csY192" fmla="*/ 95289 h 4807419"/>
                <a:gd name="csX193" fmla="*/ 2409020 w 3861828"/>
                <a:gd name="csY193" fmla="*/ 95289 h 4807419"/>
                <a:gd name="csX194" fmla="*/ 2407588 w 3861828"/>
                <a:gd name="csY194" fmla="*/ 107208 h 4807419"/>
                <a:gd name="csX195" fmla="*/ 1785880 w 3861828"/>
                <a:gd name="csY195" fmla="*/ 79397 h 4807419"/>
                <a:gd name="csX196" fmla="*/ 1791762 w 3861828"/>
                <a:gd name="csY196" fmla="*/ 90998 h 4807419"/>
                <a:gd name="csX197" fmla="*/ 1795735 w 3861828"/>
                <a:gd name="csY197" fmla="*/ 107208 h 4807419"/>
                <a:gd name="csX198" fmla="*/ 1795735 w 3861828"/>
                <a:gd name="csY198" fmla="*/ 421081 h 4807419"/>
                <a:gd name="csX199" fmla="*/ 2073850 w 3861828"/>
                <a:gd name="csY199" fmla="*/ 421081 h 4807419"/>
                <a:gd name="csX200" fmla="*/ 2073850 w 3861828"/>
                <a:gd name="csY200" fmla="*/ 107208 h 4807419"/>
                <a:gd name="csX201" fmla="*/ 2077823 w 3861828"/>
                <a:gd name="csY201" fmla="*/ 90998 h 4807419"/>
                <a:gd name="csX202" fmla="*/ 2083705 w 3861828"/>
                <a:gd name="csY202" fmla="*/ 79397 h 4807419"/>
                <a:gd name="csX203" fmla="*/ 2057958 w 3861828"/>
                <a:gd name="csY203" fmla="*/ 107208 h 4807419"/>
                <a:gd name="csX204" fmla="*/ 2057958 w 3861828"/>
                <a:gd name="csY204" fmla="*/ 405189 h 4807419"/>
                <a:gd name="csX205" fmla="*/ 1811627 w 3861828"/>
                <a:gd name="csY205" fmla="*/ 405189 h 4807419"/>
                <a:gd name="csX206" fmla="*/ 1811627 w 3861828"/>
                <a:gd name="csY206" fmla="*/ 107208 h 4807419"/>
                <a:gd name="csX207" fmla="*/ 1810195 w 3861828"/>
                <a:gd name="csY207" fmla="*/ 95289 h 4807419"/>
                <a:gd name="csX208" fmla="*/ 2059389 w 3861828"/>
                <a:gd name="csY208" fmla="*/ 95289 h 4807419"/>
                <a:gd name="csX209" fmla="*/ 2057958 w 3861828"/>
                <a:gd name="csY209" fmla="*/ 107208 h 4807419"/>
                <a:gd name="csX210" fmla="*/ 1436249 w 3861828"/>
                <a:gd name="csY210" fmla="*/ 79397 h 4807419"/>
                <a:gd name="csX211" fmla="*/ 1442131 w 3861828"/>
                <a:gd name="csY211" fmla="*/ 90998 h 4807419"/>
                <a:gd name="csX212" fmla="*/ 1446104 w 3861828"/>
                <a:gd name="csY212" fmla="*/ 107208 h 4807419"/>
                <a:gd name="csX213" fmla="*/ 1446104 w 3861828"/>
                <a:gd name="csY213" fmla="*/ 421081 h 4807419"/>
                <a:gd name="csX214" fmla="*/ 1724220 w 3861828"/>
                <a:gd name="csY214" fmla="*/ 421081 h 4807419"/>
                <a:gd name="csX215" fmla="*/ 1724220 w 3861828"/>
                <a:gd name="csY215" fmla="*/ 107208 h 4807419"/>
                <a:gd name="csX216" fmla="*/ 1728193 w 3861828"/>
                <a:gd name="csY216" fmla="*/ 90998 h 4807419"/>
                <a:gd name="csX217" fmla="*/ 1734075 w 3861828"/>
                <a:gd name="csY217" fmla="*/ 79397 h 4807419"/>
                <a:gd name="csX218" fmla="*/ 1708327 w 3861828"/>
                <a:gd name="csY218" fmla="*/ 107208 h 4807419"/>
                <a:gd name="csX219" fmla="*/ 1708327 w 3861828"/>
                <a:gd name="csY219" fmla="*/ 405189 h 4807419"/>
                <a:gd name="csX220" fmla="*/ 1461997 w 3861828"/>
                <a:gd name="csY220" fmla="*/ 405189 h 4807419"/>
                <a:gd name="csX221" fmla="*/ 1461997 w 3861828"/>
                <a:gd name="csY221" fmla="*/ 107208 h 4807419"/>
                <a:gd name="csX222" fmla="*/ 1460565 w 3861828"/>
                <a:gd name="csY222" fmla="*/ 95289 h 4807419"/>
                <a:gd name="csX223" fmla="*/ 1709759 w 3861828"/>
                <a:gd name="csY223" fmla="*/ 95289 h 4807419"/>
                <a:gd name="csX224" fmla="*/ 1708327 w 3861828"/>
                <a:gd name="csY224" fmla="*/ 107208 h 4807419"/>
                <a:gd name="csX225" fmla="*/ 1086619 w 3861828"/>
                <a:gd name="csY225" fmla="*/ 79397 h 4807419"/>
                <a:gd name="csX226" fmla="*/ 1092500 w 3861828"/>
                <a:gd name="csY226" fmla="*/ 90998 h 4807419"/>
                <a:gd name="csX227" fmla="*/ 1096474 w 3861828"/>
                <a:gd name="csY227" fmla="*/ 107208 h 4807419"/>
                <a:gd name="csX228" fmla="*/ 1096474 w 3861828"/>
                <a:gd name="csY228" fmla="*/ 421081 h 4807419"/>
                <a:gd name="csX229" fmla="*/ 1374589 w 3861828"/>
                <a:gd name="csY229" fmla="*/ 421081 h 4807419"/>
                <a:gd name="csX230" fmla="*/ 1374589 w 3861828"/>
                <a:gd name="csY230" fmla="*/ 107208 h 4807419"/>
                <a:gd name="csX231" fmla="*/ 1378562 w 3861828"/>
                <a:gd name="csY231" fmla="*/ 90998 h 4807419"/>
                <a:gd name="csX232" fmla="*/ 1384444 w 3861828"/>
                <a:gd name="csY232" fmla="*/ 79397 h 4807419"/>
                <a:gd name="csX233" fmla="*/ 1358696 w 3861828"/>
                <a:gd name="csY233" fmla="*/ 107208 h 4807419"/>
                <a:gd name="csX234" fmla="*/ 1358696 w 3861828"/>
                <a:gd name="csY234" fmla="*/ 405189 h 4807419"/>
                <a:gd name="csX235" fmla="*/ 1112366 w 3861828"/>
                <a:gd name="csY235" fmla="*/ 405189 h 4807419"/>
                <a:gd name="csX236" fmla="*/ 1112366 w 3861828"/>
                <a:gd name="csY236" fmla="*/ 107208 h 4807419"/>
                <a:gd name="csX237" fmla="*/ 1110934 w 3861828"/>
                <a:gd name="csY237" fmla="*/ 95289 h 4807419"/>
                <a:gd name="csX238" fmla="*/ 1360128 w 3861828"/>
                <a:gd name="csY238" fmla="*/ 95289 h 4807419"/>
                <a:gd name="csX239" fmla="*/ 1358697 w 3861828"/>
                <a:gd name="csY239" fmla="*/ 107208 h 4807419"/>
                <a:gd name="csX240" fmla="*/ 736988 w 3861828"/>
                <a:gd name="csY240" fmla="*/ 79397 h 4807419"/>
                <a:gd name="csX241" fmla="*/ 742870 w 3861828"/>
                <a:gd name="csY241" fmla="*/ 90998 h 4807419"/>
                <a:gd name="csX242" fmla="*/ 746843 w 3861828"/>
                <a:gd name="csY242" fmla="*/ 107208 h 4807419"/>
                <a:gd name="csX243" fmla="*/ 746843 w 3861828"/>
                <a:gd name="csY243" fmla="*/ 421081 h 4807419"/>
                <a:gd name="csX244" fmla="*/ 1024958 w 3861828"/>
                <a:gd name="csY244" fmla="*/ 421081 h 4807419"/>
                <a:gd name="csX245" fmla="*/ 1024958 w 3861828"/>
                <a:gd name="csY245" fmla="*/ 107208 h 4807419"/>
                <a:gd name="csX246" fmla="*/ 1028931 w 3861828"/>
                <a:gd name="csY246" fmla="*/ 90998 h 4807419"/>
                <a:gd name="csX247" fmla="*/ 1034814 w 3861828"/>
                <a:gd name="csY247" fmla="*/ 79397 h 4807419"/>
                <a:gd name="csX248" fmla="*/ 1009066 w 3861828"/>
                <a:gd name="csY248" fmla="*/ 107208 h 4807419"/>
                <a:gd name="csX249" fmla="*/ 1009066 w 3861828"/>
                <a:gd name="csY249" fmla="*/ 405189 h 4807419"/>
                <a:gd name="csX250" fmla="*/ 762735 w 3861828"/>
                <a:gd name="csY250" fmla="*/ 405189 h 4807419"/>
                <a:gd name="csX251" fmla="*/ 762735 w 3861828"/>
                <a:gd name="csY251" fmla="*/ 107208 h 4807419"/>
                <a:gd name="csX252" fmla="*/ 761304 w 3861828"/>
                <a:gd name="csY252" fmla="*/ 95289 h 4807419"/>
                <a:gd name="csX253" fmla="*/ 1010498 w 3861828"/>
                <a:gd name="csY253" fmla="*/ 95289 h 4807419"/>
                <a:gd name="csX254" fmla="*/ 1009066 w 3861828"/>
                <a:gd name="csY254" fmla="*/ 107208 h 4807419"/>
                <a:gd name="csX255" fmla="*/ 387358 w 3861828"/>
                <a:gd name="csY255" fmla="*/ 79397 h 4807419"/>
                <a:gd name="csX256" fmla="*/ 393239 w 3861828"/>
                <a:gd name="csY256" fmla="*/ 90998 h 4807419"/>
                <a:gd name="csX257" fmla="*/ 397212 w 3861828"/>
                <a:gd name="csY257" fmla="*/ 107208 h 4807419"/>
                <a:gd name="csX258" fmla="*/ 397212 w 3861828"/>
                <a:gd name="csY258" fmla="*/ 421081 h 4807419"/>
                <a:gd name="csX259" fmla="*/ 675328 w 3861828"/>
                <a:gd name="csY259" fmla="*/ 421081 h 4807419"/>
                <a:gd name="csX260" fmla="*/ 675328 w 3861828"/>
                <a:gd name="csY260" fmla="*/ 107208 h 4807419"/>
                <a:gd name="csX261" fmla="*/ 679301 w 3861828"/>
                <a:gd name="csY261" fmla="*/ 90998 h 4807419"/>
                <a:gd name="csX262" fmla="*/ 685183 w 3861828"/>
                <a:gd name="csY262" fmla="*/ 79397 h 4807419"/>
                <a:gd name="csX263" fmla="*/ 659435 w 3861828"/>
                <a:gd name="csY263" fmla="*/ 107208 h 4807419"/>
                <a:gd name="csX264" fmla="*/ 659435 w 3861828"/>
                <a:gd name="csY264" fmla="*/ 405189 h 4807419"/>
                <a:gd name="csX265" fmla="*/ 413105 w 3861828"/>
                <a:gd name="csY265" fmla="*/ 405189 h 4807419"/>
                <a:gd name="csX266" fmla="*/ 413105 w 3861828"/>
                <a:gd name="csY266" fmla="*/ 107208 h 4807419"/>
                <a:gd name="csX267" fmla="*/ 411673 w 3861828"/>
                <a:gd name="csY267" fmla="*/ 95289 h 4807419"/>
                <a:gd name="csX268" fmla="*/ 660867 w 3861828"/>
                <a:gd name="csY268" fmla="*/ 95289 h 4807419"/>
                <a:gd name="csX269" fmla="*/ 659436 w 3861828"/>
                <a:gd name="csY269" fmla="*/ 107208 h 4807419"/>
                <a:gd name="csX270" fmla="*/ 3184402 w 3861828"/>
                <a:gd name="csY270" fmla="*/ 79397 h 4807419"/>
                <a:gd name="csX271" fmla="*/ 3190284 w 3861828"/>
                <a:gd name="csY271" fmla="*/ 90998 h 4807419"/>
                <a:gd name="csX272" fmla="*/ 3194257 w 3861828"/>
                <a:gd name="csY272" fmla="*/ 107208 h 4807419"/>
                <a:gd name="csX273" fmla="*/ 3194257 w 3861828"/>
                <a:gd name="csY273" fmla="*/ 421081 h 4807419"/>
                <a:gd name="csX274" fmla="*/ 3472372 w 3861828"/>
                <a:gd name="csY274" fmla="*/ 421081 h 4807419"/>
                <a:gd name="csX275" fmla="*/ 3472372 w 3861828"/>
                <a:gd name="csY275" fmla="*/ 107208 h 4807419"/>
                <a:gd name="csX276" fmla="*/ 3476345 w 3861828"/>
                <a:gd name="csY276" fmla="*/ 90998 h 4807419"/>
                <a:gd name="csX277" fmla="*/ 3482227 w 3861828"/>
                <a:gd name="csY277" fmla="*/ 79397 h 4807419"/>
                <a:gd name="csX278" fmla="*/ 3456480 w 3861828"/>
                <a:gd name="csY278" fmla="*/ 107208 h 4807419"/>
                <a:gd name="csX279" fmla="*/ 3456480 w 3861828"/>
                <a:gd name="csY279" fmla="*/ 405189 h 4807419"/>
                <a:gd name="csX280" fmla="*/ 3210149 w 3861828"/>
                <a:gd name="csY280" fmla="*/ 405189 h 4807419"/>
                <a:gd name="csX281" fmla="*/ 3210149 w 3861828"/>
                <a:gd name="csY281" fmla="*/ 107208 h 4807419"/>
                <a:gd name="csX282" fmla="*/ 3208718 w 3861828"/>
                <a:gd name="csY282" fmla="*/ 95289 h 4807419"/>
                <a:gd name="csX283" fmla="*/ 3457912 w 3861828"/>
                <a:gd name="csY283" fmla="*/ 95289 h 4807419"/>
                <a:gd name="csX284" fmla="*/ 3456480 w 3861828"/>
                <a:gd name="csY284" fmla="*/ 107208 h 4807419"/>
                <a:gd name="csX285" fmla="*/ 2834771 w 3861828"/>
                <a:gd name="csY285" fmla="*/ 79397 h 4807419"/>
                <a:gd name="csX286" fmla="*/ 2840653 w 3861828"/>
                <a:gd name="csY286" fmla="*/ 90998 h 4807419"/>
                <a:gd name="csX287" fmla="*/ 2844627 w 3861828"/>
                <a:gd name="csY287" fmla="*/ 107208 h 4807419"/>
                <a:gd name="csX288" fmla="*/ 2844627 w 3861828"/>
                <a:gd name="csY288" fmla="*/ 421081 h 4807419"/>
                <a:gd name="csX289" fmla="*/ 3122742 w 3861828"/>
                <a:gd name="csY289" fmla="*/ 421081 h 4807419"/>
                <a:gd name="csX290" fmla="*/ 3122742 w 3861828"/>
                <a:gd name="csY290" fmla="*/ 107208 h 4807419"/>
                <a:gd name="csX291" fmla="*/ 3126715 w 3861828"/>
                <a:gd name="csY291" fmla="*/ 90998 h 4807419"/>
                <a:gd name="csX292" fmla="*/ 3132597 w 3861828"/>
                <a:gd name="csY292" fmla="*/ 79397 h 4807419"/>
                <a:gd name="csX293" fmla="*/ 3106849 w 3861828"/>
                <a:gd name="csY293" fmla="*/ 107208 h 4807419"/>
                <a:gd name="csX294" fmla="*/ 3106849 w 3861828"/>
                <a:gd name="csY294" fmla="*/ 405189 h 4807419"/>
                <a:gd name="csX295" fmla="*/ 2860519 w 3861828"/>
                <a:gd name="csY295" fmla="*/ 405189 h 4807419"/>
                <a:gd name="csX296" fmla="*/ 2860519 w 3861828"/>
                <a:gd name="csY296" fmla="*/ 107208 h 4807419"/>
                <a:gd name="csX297" fmla="*/ 2859087 w 3861828"/>
                <a:gd name="csY297" fmla="*/ 95289 h 4807419"/>
                <a:gd name="csX298" fmla="*/ 3108281 w 3861828"/>
                <a:gd name="csY298" fmla="*/ 95289 h 4807419"/>
                <a:gd name="csX299" fmla="*/ 3106849 w 3861828"/>
                <a:gd name="csY299" fmla="*/ 107208 h 4807419"/>
                <a:gd name="csX300" fmla="*/ 2485141 w 3861828"/>
                <a:gd name="csY300" fmla="*/ 79397 h 4807419"/>
                <a:gd name="csX301" fmla="*/ 2491023 w 3861828"/>
                <a:gd name="csY301" fmla="*/ 90998 h 4807419"/>
                <a:gd name="csX302" fmla="*/ 2494996 w 3861828"/>
                <a:gd name="csY302" fmla="*/ 107208 h 4807419"/>
                <a:gd name="csX303" fmla="*/ 2494996 w 3861828"/>
                <a:gd name="csY303" fmla="*/ 421081 h 4807419"/>
                <a:gd name="csX304" fmla="*/ 2773111 w 3861828"/>
                <a:gd name="csY304" fmla="*/ 421081 h 4807419"/>
                <a:gd name="csX305" fmla="*/ 2773111 w 3861828"/>
                <a:gd name="csY305" fmla="*/ 107208 h 4807419"/>
                <a:gd name="csX306" fmla="*/ 2777084 w 3861828"/>
                <a:gd name="csY306" fmla="*/ 90998 h 4807419"/>
                <a:gd name="csX307" fmla="*/ 2782966 w 3861828"/>
                <a:gd name="csY307" fmla="*/ 79397 h 4807419"/>
                <a:gd name="csX308" fmla="*/ 2757219 w 3861828"/>
                <a:gd name="csY308" fmla="*/ 107208 h 4807419"/>
                <a:gd name="csX309" fmla="*/ 2757219 w 3861828"/>
                <a:gd name="csY309" fmla="*/ 405189 h 4807419"/>
                <a:gd name="csX310" fmla="*/ 2510888 w 3861828"/>
                <a:gd name="csY310" fmla="*/ 405189 h 4807419"/>
                <a:gd name="csX311" fmla="*/ 2510888 w 3861828"/>
                <a:gd name="csY311" fmla="*/ 107208 h 4807419"/>
                <a:gd name="csX312" fmla="*/ 2509457 w 3861828"/>
                <a:gd name="csY312" fmla="*/ 95289 h 4807419"/>
                <a:gd name="csX313" fmla="*/ 2758651 w 3861828"/>
                <a:gd name="csY313" fmla="*/ 95289 h 4807419"/>
                <a:gd name="csX314" fmla="*/ 2757219 w 3861828"/>
                <a:gd name="csY314" fmla="*/ 107208 h 4807419"/>
                <a:gd name="csX315" fmla="*/ 2135510 w 3861828"/>
                <a:gd name="csY315" fmla="*/ 79397 h 4807419"/>
                <a:gd name="csX316" fmla="*/ 2141392 w 3861828"/>
                <a:gd name="csY316" fmla="*/ 90998 h 4807419"/>
                <a:gd name="csX317" fmla="*/ 2145365 w 3861828"/>
                <a:gd name="csY317" fmla="*/ 107208 h 4807419"/>
                <a:gd name="csX318" fmla="*/ 2145365 w 3861828"/>
                <a:gd name="csY318" fmla="*/ 421081 h 4807419"/>
                <a:gd name="csX319" fmla="*/ 2423481 w 3861828"/>
                <a:gd name="csY319" fmla="*/ 421081 h 4807419"/>
                <a:gd name="csX320" fmla="*/ 2423481 w 3861828"/>
                <a:gd name="csY320" fmla="*/ 107208 h 4807419"/>
                <a:gd name="csX321" fmla="*/ 2427454 w 3861828"/>
                <a:gd name="csY321" fmla="*/ 90998 h 4807419"/>
                <a:gd name="csX322" fmla="*/ 2433336 w 3861828"/>
                <a:gd name="csY322" fmla="*/ 79397 h 4807419"/>
                <a:gd name="csX323" fmla="*/ 2407588 w 3861828"/>
                <a:gd name="csY323" fmla="*/ 107208 h 4807419"/>
                <a:gd name="csX324" fmla="*/ 2407588 w 3861828"/>
                <a:gd name="csY324" fmla="*/ 405189 h 4807419"/>
                <a:gd name="csX325" fmla="*/ 2161258 w 3861828"/>
                <a:gd name="csY325" fmla="*/ 405189 h 4807419"/>
                <a:gd name="csX326" fmla="*/ 2161258 w 3861828"/>
                <a:gd name="csY326" fmla="*/ 107208 h 4807419"/>
                <a:gd name="csX327" fmla="*/ 2159826 w 3861828"/>
                <a:gd name="csY327" fmla="*/ 95289 h 4807419"/>
                <a:gd name="csX328" fmla="*/ 2409020 w 3861828"/>
                <a:gd name="csY328" fmla="*/ 95289 h 4807419"/>
                <a:gd name="csX329" fmla="*/ 2407588 w 3861828"/>
                <a:gd name="csY329" fmla="*/ 107208 h 4807419"/>
                <a:gd name="csX330" fmla="*/ 1785880 w 3861828"/>
                <a:gd name="csY330" fmla="*/ 79397 h 4807419"/>
                <a:gd name="csX331" fmla="*/ 1791762 w 3861828"/>
                <a:gd name="csY331" fmla="*/ 90998 h 4807419"/>
                <a:gd name="csX332" fmla="*/ 1795735 w 3861828"/>
                <a:gd name="csY332" fmla="*/ 107208 h 4807419"/>
                <a:gd name="csX333" fmla="*/ 1795735 w 3861828"/>
                <a:gd name="csY333" fmla="*/ 421081 h 4807419"/>
                <a:gd name="csX334" fmla="*/ 2073850 w 3861828"/>
                <a:gd name="csY334" fmla="*/ 421081 h 4807419"/>
                <a:gd name="csX335" fmla="*/ 2073850 w 3861828"/>
                <a:gd name="csY335" fmla="*/ 107208 h 4807419"/>
                <a:gd name="csX336" fmla="*/ 2077823 w 3861828"/>
                <a:gd name="csY336" fmla="*/ 90998 h 4807419"/>
                <a:gd name="csX337" fmla="*/ 2083705 w 3861828"/>
                <a:gd name="csY337" fmla="*/ 79397 h 4807419"/>
                <a:gd name="csX338" fmla="*/ 2057958 w 3861828"/>
                <a:gd name="csY338" fmla="*/ 107208 h 4807419"/>
                <a:gd name="csX339" fmla="*/ 2057958 w 3861828"/>
                <a:gd name="csY339" fmla="*/ 405189 h 4807419"/>
                <a:gd name="csX340" fmla="*/ 1811627 w 3861828"/>
                <a:gd name="csY340" fmla="*/ 405189 h 4807419"/>
                <a:gd name="csX341" fmla="*/ 1811627 w 3861828"/>
                <a:gd name="csY341" fmla="*/ 107208 h 4807419"/>
                <a:gd name="csX342" fmla="*/ 1810195 w 3861828"/>
                <a:gd name="csY342" fmla="*/ 95289 h 4807419"/>
                <a:gd name="csX343" fmla="*/ 2059389 w 3861828"/>
                <a:gd name="csY343" fmla="*/ 95289 h 4807419"/>
                <a:gd name="csX344" fmla="*/ 2057958 w 3861828"/>
                <a:gd name="csY344" fmla="*/ 107208 h 4807419"/>
                <a:gd name="csX345" fmla="*/ 1436249 w 3861828"/>
                <a:gd name="csY345" fmla="*/ 79397 h 4807419"/>
                <a:gd name="csX346" fmla="*/ 1442131 w 3861828"/>
                <a:gd name="csY346" fmla="*/ 90998 h 4807419"/>
                <a:gd name="csX347" fmla="*/ 1446104 w 3861828"/>
                <a:gd name="csY347" fmla="*/ 107208 h 4807419"/>
                <a:gd name="csX348" fmla="*/ 1446104 w 3861828"/>
                <a:gd name="csY348" fmla="*/ 421081 h 4807419"/>
                <a:gd name="csX349" fmla="*/ 1724220 w 3861828"/>
                <a:gd name="csY349" fmla="*/ 421081 h 4807419"/>
                <a:gd name="csX350" fmla="*/ 1724220 w 3861828"/>
                <a:gd name="csY350" fmla="*/ 107208 h 4807419"/>
                <a:gd name="csX351" fmla="*/ 1728193 w 3861828"/>
                <a:gd name="csY351" fmla="*/ 90998 h 4807419"/>
                <a:gd name="csX352" fmla="*/ 1734075 w 3861828"/>
                <a:gd name="csY352" fmla="*/ 79397 h 4807419"/>
                <a:gd name="csX353" fmla="*/ 1708327 w 3861828"/>
                <a:gd name="csY353" fmla="*/ 107208 h 4807419"/>
                <a:gd name="csX354" fmla="*/ 1708327 w 3861828"/>
                <a:gd name="csY354" fmla="*/ 405189 h 4807419"/>
                <a:gd name="csX355" fmla="*/ 1461997 w 3861828"/>
                <a:gd name="csY355" fmla="*/ 405189 h 4807419"/>
                <a:gd name="csX356" fmla="*/ 1461997 w 3861828"/>
                <a:gd name="csY356" fmla="*/ 107208 h 4807419"/>
                <a:gd name="csX357" fmla="*/ 1460565 w 3861828"/>
                <a:gd name="csY357" fmla="*/ 95289 h 4807419"/>
                <a:gd name="csX358" fmla="*/ 1709759 w 3861828"/>
                <a:gd name="csY358" fmla="*/ 95289 h 4807419"/>
                <a:gd name="csX359" fmla="*/ 1708327 w 3861828"/>
                <a:gd name="csY359" fmla="*/ 107208 h 4807419"/>
                <a:gd name="csX360" fmla="*/ 1086619 w 3861828"/>
                <a:gd name="csY360" fmla="*/ 79397 h 4807419"/>
                <a:gd name="csX361" fmla="*/ 1092500 w 3861828"/>
                <a:gd name="csY361" fmla="*/ 90998 h 4807419"/>
                <a:gd name="csX362" fmla="*/ 1096474 w 3861828"/>
                <a:gd name="csY362" fmla="*/ 107208 h 4807419"/>
                <a:gd name="csX363" fmla="*/ 1096474 w 3861828"/>
                <a:gd name="csY363" fmla="*/ 421081 h 4807419"/>
                <a:gd name="csX364" fmla="*/ 1374589 w 3861828"/>
                <a:gd name="csY364" fmla="*/ 421081 h 4807419"/>
                <a:gd name="csX365" fmla="*/ 1374589 w 3861828"/>
                <a:gd name="csY365" fmla="*/ 107208 h 4807419"/>
                <a:gd name="csX366" fmla="*/ 1378562 w 3861828"/>
                <a:gd name="csY366" fmla="*/ 90998 h 4807419"/>
                <a:gd name="csX367" fmla="*/ 1384444 w 3861828"/>
                <a:gd name="csY367" fmla="*/ 79397 h 4807419"/>
                <a:gd name="csX368" fmla="*/ 1358696 w 3861828"/>
                <a:gd name="csY368" fmla="*/ 107208 h 4807419"/>
                <a:gd name="csX369" fmla="*/ 1358696 w 3861828"/>
                <a:gd name="csY369" fmla="*/ 405189 h 4807419"/>
                <a:gd name="csX370" fmla="*/ 1112366 w 3861828"/>
                <a:gd name="csY370" fmla="*/ 405189 h 4807419"/>
                <a:gd name="csX371" fmla="*/ 1112366 w 3861828"/>
                <a:gd name="csY371" fmla="*/ 107208 h 4807419"/>
                <a:gd name="csX372" fmla="*/ 1110934 w 3861828"/>
                <a:gd name="csY372" fmla="*/ 95289 h 4807419"/>
                <a:gd name="csX373" fmla="*/ 1360128 w 3861828"/>
                <a:gd name="csY373" fmla="*/ 95289 h 4807419"/>
                <a:gd name="csX374" fmla="*/ 1358697 w 3861828"/>
                <a:gd name="csY374" fmla="*/ 107208 h 4807419"/>
                <a:gd name="csX375" fmla="*/ 736988 w 3861828"/>
                <a:gd name="csY375" fmla="*/ 79397 h 4807419"/>
                <a:gd name="csX376" fmla="*/ 742870 w 3861828"/>
                <a:gd name="csY376" fmla="*/ 90998 h 4807419"/>
                <a:gd name="csX377" fmla="*/ 746843 w 3861828"/>
                <a:gd name="csY377" fmla="*/ 107208 h 4807419"/>
                <a:gd name="csX378" fmla="*/ 746843 w 3861828"/>
                <a:gd name="csY378" fmla="*/ 421081 h 4807419"/>
                <a:gd name="csX379" fmla="*/ 1024958 w 3861828"/>
                <a:gd name="csY379" fmla="*/ 421081 h 4807419"/>
                <a:gd name="csX380" fmla="*/ 1024958 w 3861828"/>
                <a:gd name="csY380" fmla="*/ 107208 h 4807419"/>
                <a:gd name="csX381" fmla="*/ 1028931 w 3861828"/>
                <a:gd name="csY381" fmla="*/ 90998 h 4807419"/>
                <a:gd name="csX382" fmla="*/ 1034814 w 3861828"/>
                <a:gd name="csY382" fmla="*/ 79397 h 4807419"/>
                <a:gd name="csX383" fmla="*/ 1009066 w 3861828"/>
                <a:gd name="csY383" fmla="*/ 107208 h 4807419"/>
                <a:gd name="csX384" fmla="*/ 1009066 w 3861828"/>
                <a:gd name="csY384" fmla="*/ 405189 h 4807419"/>
                <a:gd name="csX385" fmla="*/ 762735 w 3861828"/>
                <a:gd name="csY385" fmla="*/ 405189 h 4807419"/>
                <a:gd name="csX386" fmla="*/ 762735 w 3861828"/>
                <a:gd name="csY386" fmla="*/ 107208 h 4807419"/>
                <a:gd name="csX387" fmla="*/ 761304 w 3861828"/>
                <a:gd name="csY387" fmla="*/ 95289 h 4807419"/>
                <a:gd name="csX388" fmla="*/ 1010498 w 3861828"/>
                <a:gd name="csY388" fmla="*/ 95289 h 4807419"/>
                <a:gd name="csX389" fmla="*/ 1009066 w 3861828"/>
                <a:gd name="csY389" fmla="*/ 107208 h 4807419"/>
                <a:gd name="csX390" fmla="*/ 387358 w 3861828"/>
                <a:gd name="csY390" fmla="*/ 79397 h 4807419"/>
                <a:gd name="csX391" fmla="*/ 393239 w 3861828"/>
                <a:gd name="csY391" fmla="*/ 90998 h 4807419"/>
                <a:gd name="csX392" fmla="*/ 397212 w 3861828"/>
                <a:gd name="csY392" fmla="*/ 107208 h 4807419"/>
                <a:gd name="csX393" fmla="*/ 397212 w 3861828"/>
                <a:gd name="csY393" fmla="*/ 421081 h 4807419"/>
                <a:gd name="csX394" fmla="*/ 675328 w 3861828"/>
                <a:gd name="csY394" fmla="*/ 421081 h 4807419"/>
                <a:gd name="csX395" fmla="*/ 675328 w 3861828"/>
                <a:gd name="csY395" fmla="*/ 107208 h 4807419"/>
                <a:gd name="csX396" fmla="*/ 679301 w 3861828"/>
                <a:gd name="csY396" fmla="*/ 90998 h 4807419"/>
                <a:gd name="csX397" fmla="*/ 685183 w 3861828"/>
                <a:gd name="csY397" fmla="*/ 79397 h 4807419"/>
                <a:gd name="csX398" fmla="*/ 659435 w 3861828"/>
                <a:gd name="csY398" fmla="*/ 107208 h 4807419"/>
                <a:gd name="csX399" fmla="*/ 659435 w 3861828"/>
                <a:gd name="csY399" fmla="*/ 405189 h 4807419"/>
                <a:gd name="csX400" fmla="*/ 413105 w 3861828"/>
                <a:gd name="csY400" fmla="*/ 405189 h 4807419"/>
                <a:gd name="csX401" fmla="*/ 413105 w 3861828"/>
                <a:gd name="csY401" fmla="*/ 107208 h 4807419"/>
                <a:gd name="csX402" fmla="*/ 411673 w 3861828"/>
                <a:gd name="csY402" fmla="*/ 95289 h 4807419"/>
                <a:gd name="csX403" fmla="*/ 660867 w 3861828"/>
                <a:gd name="csY403" fmla="*/ 95289 h 4807419"/>
                <a:gd name="csX404" fmla="*/ 659436 w 3861828"/>
                <a:gd name="csY404" fmla="*/ 107208 h 4807419"/>
                <a:gd name="csX405" fmla="*/ 3184402 w 3861828"/>
                <a:gd name="csY405" fmla="*/ 79397 h 4807419"/>
                <a:gd name="csX406" fmla="*/ 3190284 w 3861828"/>
                <a:gd name="csY406" fmla="*/ 90998 h 4807419"/>
                <a:gd name="csX407" fmla="*/ 3194257 w 3861828"/>
                <a:gd name="csY407" fmla="*/ 107208 h 4807419"/>
                <a:gd name="csX408" fmla="*/ 3194257 w 3861828"/>
                <a:gd name="csY408" fmla="*/ 421081 h 4807419"/>
                <a:gd name="csX409" fmla="*/ 3472372 w 3861828"/>
                <a:gd name="csY409" fmla="*/ 421081 h 4807419"/>
                <a:gd name="csX410" fmla="*/ 3472372 w 3861828"/>
                <a:gd name="csY410" fmla="*/ 107208 h 4807419"/>
                <a:gd name="csX411" fmla="*/ 3476345 w 3861828"/>
                <a:gd name="csY411" fmla="*/ 90998 h 4807419"/>
                <a:gd name="csX412" fmla="*/ 3482227 w 3861828"/>
                <a:gd name="csY412" fmla="*/ 79397 h 4807419"/>
                <a:gd name="csX413" fmla="*/ 3456480 w 3861828"/>
                <a:gd name="csY413" fmla="*/ 107208 h 4807419"/>
                <a:gd name="csX414" fmla="*/ 3456480 w 3861828"/>
                <a:gd name="csY414" fmla="*/ 405189 h 4807419"/>
                <a:gd name="csX415" fmla="*/ 3210149 w 3861828"/>
                <a:gd name="csY415" fmla="*/ 405189 h 4807419"/>
                <a:gd name="csX416" fmla="*/ 3210149 w 3861828"/>
                <a:gd name="csY416" fmla="*/ 107208 h 4807419"/>
                <a:gd name="csX417" fmla="*/ 3208718 w 3861828"/>
                <a:gd name="csY417" fmla="*/ 95289 h 4807419"/>
                <a:gd name="csX418" fmla="*/ 3457912 w 3861828"/>
                <a:gd name="csY418" fmla="*/ 95289 h 4807419"/>
                <a:gd name="csX419" fmla="*/ 3456480 w 3861828"/>
                <a:gd name="csY419" fmla="*/ 107208 h 4807419"/>
                <a:gd name="csX420" fmla="*/ 2834771 w 3861828"/>
                <a:gd name="csY420" fmla="*/ 79397 h 4807419"/>
                <a:gd name="csX421" fmla="*/ 2840653 w 3861828"/>
                <a:gd name="csY421" fmla="*/ 90998 h 4807419"/>
                <a:gd name="csX422" fmla="*/ 2844627 w 3861828"/>
                <a:gd name="csY422" fmla="*/ 107208 h 4807419"/>
                <a:gd name="csX423" fmla="*/ 2844627 w 3861828"/>
                <a:gd name="csY423" fmla="*/ 421081 h 4807419"/>
                <a:gd name="csX424" fmla="*/ 3122742 w 3861828"/>
                <a:gd name="csY424" fmla="*/ 421081 h 4807419"/>
                <a:gd name="csX425" fmla="*/ 3122742 w 3861828"/>
                <a:gd name="csY425" fmla="*/ 107208 h 4807419"/>
                <a:gd name="csX426" fmla="*/ 3126715 w 3861828"/>
                <a:gd name="csY426" fmla="*/ 90998 h 4807419"/>
                <a:gd name="csX427" fmla="*/ 3132597 w 3861828"/>
                <a:gd name="csY427" fmla="*/ 79397 h 4807419"/>
                <a:gd name="csX428" fmla="*/ 3106849 w 3861828"/>
                <a:gd name="csY428" fmla="*/ 107208 h 4807419"/>
                <a:gd name="csX429" fmla="*/ 3106849 w 3861828"/>
                <a:gd name="csY429" fmla="*/ 405189 h 4807419"/>
                <a:gd name="csX430" fmla="*/ 2860519 w 3861828"/>
                <a:gd name="csY430" fmla="*/ 405189 h 4807419"/>
                <a:gd name="csX431" fmla="*/ 2860519 w 3861828"/>
                <a:gd name="csY431" fmla="*/ 107208 h 4807419"/>
                <a:gd name="csX432" fmla="*/ 2859087 w 3861828"/>
                <a:gd name="csY432" fmla="*/ 95289 h 4807419"/>
                <a:gd name="csX433" fmla="*/ 3108281 w 3861828"/>
                <a:gd name="csY433" fmla="*/ 95289 h 4807419"/>
                <a:gd name="csX434" fmla="*/ 3106849 w 3861828"/>
                <a:gd name="csY434" fmla="*/ 107208 h 4807419"/>
                <a:gd name="csX435" fmla="*/ 2485141 w 3861828"/>
                <a:gd name="csY435" fmla="*/ 79397 h 4807419"/>
                <a:gd name="csX436" fmla="*/ 2491023 w 3861828"/>
                <a:gd name="csY436" fmla="*/ 90998 h 4807419"/>
                <a:gd name="csX437" fmla="*/ 2494996 w 3861828"/>
                <a:gd name="csY437" fmla="*/ 107208 h 4807419"/>
                <a:gd name="csX438" fmla="*/ 2494996 w 3861828"/>
                <a:gd name="csY438" fmla="*/ 421081 h 4807419"/>
                <a:gd name="csX439" fmla="*/ 2773111 w 3861828"/>
                <a:gd name="csY439" fmla="*/ 421081 h 4807419"/>
                <a:gd name="csX440" fmla="*/ 2773111 w 3861828"/>
                <a:gd name="csY440" fmla="*/ 107208 h 4807419"/>
                <a:gd name="csX441" fmla="*/ 2777084 w 3861828"/>
                <a:gd name="csY441" fmla="*/ 90998 h 4807419"/>
                <a:gd name="csX442" fmla="*/ 2782966 w 3861828"/>
                <a:gd name="csY442" fmla="*/ 79397 h 4807419"/>
                <a:gd name="csX443" fmla="*/ 2757219 w 3861828"/>
                <a:gd name="csY443" fmla="*/ 107208 h 4807419"/>
                <a:gd name="csX444" fmla="*/ 2757219 w 3861828"/>
                <a:gd name="csY444" fmla="*/ 405189 h 4807419"/>
                <a:gd name="csX445" fmla="*/ 2510888 w 3861828"/>
                <a:gd name="csY445" fmla="*/ 405189 h 4807419"/>
                <a:gd name="csX446" fmla="*/ 2510888 w 3861828"/>
                <a:gd name="csY446" fmla="*/ 107208 h 4807419"/>
                <a:gd name="csX447" fmla="*/ 2509457 w 3861828"/>
                <a:gd name="csY447" fmla="*/ 95289 h 4807419"/>
                <a:gd name="csX448" fmla="*/ 2758651 w 3861828"/>
                <a:gd name="csY448" fmla="*/ 95289 h 4807419"/>
                <a:gd name="csX449" fmla="*/ 2757219 w 3861828"/>
                <a:gd name="csY449" fmla="*/ 107208 h 4807419"/>
                <a:gd name="csX450" fmla="*/ 2135510 w 3861828"/>
                <a:gd name="csY450" fmla="*/ 79397 h 4807419"/>
                <a:gd name="csX451" fmla="*/ 2141392 w 3861828"/>
                <a:gd name="csY451" fmla="*/ 90998 h 4807419"/>
                <a:gd name="csX452" fmla="*/ 2145365 w 3861828"/>
                <a:gd name="csY452" fmla="*/ 107208 h 4807419"/>
                <a:gd name="csX453" fmla="*/ 2145365 w 3861828"/>
                <a:gd name="csY453" fmla="*/ 421081 h 4807419"/>
                <a:gd name="csX454" fmla="*/ 2423481 w 3861828"/>
                <a:gd name="csY454" fmla="*/ 421081 h 4807419"/>
                <a:gd name="csX455" fmla="*/ 2423481 w 3861828"/>
                <a:gd name="csY455" fmla="*/ 107208 h 4807419"/>
                <a:gd name="csX456" fmla="*/ 2427454 w 3861828"/>
                <a:gd name="csY456" fmla="*/ 90998 h 4807419"/>
                <a:gd name="csX457" fmla="*/ 2433336 w 3861828"/>
                <a:gd name="csY457" fmla="*/ 79397 h 4807419"/>
                <a:gd name="csX458" fmla="*/ 2407588 w 3861828"/>
                <a:gd name="csY458" fmla="*/ 107208 h 4807419"/>
                <a:gd name="csX459" fmla="*/ 2407588 w 3861828"/>
                <a:gd name="csY459" fmla="*/ 405189 h 4807419"/>
                <a:gd name="csX460" fmla="*/ 2161258 w 3861828"/>
                <a:gd name="csY460" fmla="*/ 405189 h 4807419"/>
                <a:gd name="csX461" fmla="*/ 2161258 w 3861828"/>
                <a:gd name="csY461" fmla="*/ 107208 h 4807419"/>
                <a:gd name="csX462" fmla="*/ 2159826 w 3861828"/>
                <a:gd name="csY462" fmla="*/ 95289 h 4807419"/>
                <a:gd name="csX463" fmla="*/ 2409020 w 3861828"/>
                <a:gd name="csY463" fmla="*/ 95289 h 4807419"/>
                <a:gd name="csX464" fmla="*/ 2407588 w 3861828"/>
                <a:gd name="csY464" fmla="*/ 107208 h 4807419"/>
                <a:gd name="csX465" fmla="*/ 1785880 w 3861828"/>
                <a:gd name="csY465" fmla="*/ 79397 h 4807419"/>
                <a:gd name="csX466" fmla="*/ 1791762 w 3861828"/>
                <a:gd name="csY466" fmla="*/ 90998 h 4807419"/>
                <a:gd name="csX467" fmla="*/ 1795735 w 3861828"/>
                <a:gd name="csY467" fmla="*/ 107208 h 4807419"/>
                <a:gd name="csX468" fmla="*/ 1795735 w 3861828"/>
                <a:gd name="csY468" fmla="*/ 421081 h 4807419"/>
                <a:gd name="csX469" fmla="*/ 2073850 w 3861828"/>
                <a:gd name="csY469" fmla="*/ 421081 h 4807419"/>
                <a:gd name="csX470" fmla="*/ 2073850 w 3861828"/>
                <a:gd name="csY470" fmla="*/ 107208 h 4807419"/>
                <a:gd name="csX471" fmla="*/ 2077823 w 3861828"/>
                <a:gd name="csY471" fmla="*/ 90998 h 4807419"/>
                <a:gd name="csX472" fmla="*/ 2083705 w 3861828"/>
                <a:gd name="csY472" fmla="*/ 79397 h 4807419"/>
                <a:gd name="csX473" fmla="*/ 2057958 w 3861828"/>
                <a:gd name="csY473" fmla="*/ 107208 h 4807419"/>
                <a:gd name="csX474" fmla="*/ 2057958 w 3861828"/>
                <a:gd name="csY474" fmla="*/ 405189 h 4807419"/>
                <a:gd name="csX475" fmla="*/ 1811627 w 3861828"/>
                <a:gd name="csY475" fmla="*/ 405189 h 4807419"/>
                <a:gd name="csX476" fmla="*/ 1811627 w 3861828"/>
                <a:gd name="csY476" fmla="*/ 107208 h 4807419"/>
                <a:gd name="csX477" fmla="*/ 1810195 w 3861828"/>
                <a:gd name="csY477" fmla="*/ 95289 h 4807419"/>
                <a:gd name="csX478" fmla="*/ 2059389 w 3861828"/>
                <a:gd name="csY478" fmla="*/ 95289 h 4807419"/>
                <a:gd name="csX479" fmla="*/ 2057958 w 3861828"/>
                <a:gd name="csY479" fmla="*/ 107208 h 4807419"/>
                <a:gd name="csX480" fmla="*/ 1436249 w 3861828"/>
                <a:gd name="csY480" fmla="*/ 79397 h 4807419"/>
                <a:gd name="csX481" fmla="*/ 1442131 w 3861828"/>
                <a:gd name="csY481" fmla="*/ 90998 h 4807419"/>
                <a:gd name="csX482" fmla="*/ 1446104 w 3861828"/>
                <a:gd name="csY482" fmla="*/ 107208 h 4807419"/>
                <a:gd name="csX483" fmla="*/ 1446104 w 3861828"/>
                <a:gd name="csY483" fmla="*/ 421081 h 4807419"/>
                <a:gd name="csX484" fmla="*/ 1724220 w 3861828"/>
                <a:gd name="csY484" fmla="*/ 421081 h 4807419"/>
                <a:gd name="csX485" fmla="*/ 1724220 w 3861828"/>
                <a:gd name="csY485" fmla="*/ 107208 h 4807419"/>
                <a:gd name="csX486" fmla="*/ 1728193 w 3861828"/>
                <a:gd name="csY486" fmla="*/ 90998 h 4807419"/>
                <a:gd name="csX487" fmla="*/ 1734075 w 3861828"/>
                <a:gd name="csY487" fmla="*/ 79397 h 4807419"/>
                <a:gd name="csX488" fmla="*/ 1708327 w 3861828"/>
                <a:gd name="csY488" fmla="*/ 107208 h 4807419"/>
                <a:gd name="csX489" fmla="*/ 1708327 w 3861828"/>
                <a:gd name="csY489" fmla="*/ 405189 h 4807419"/>
                <a:gd name="csX490" fmla="*/ 1461997 w 3861828"/>
                <a:gd name="csY490" fmla="*/ 405189 h 4807419"/>
                <a:gd name="csX491" fmla="*/ 1461997 w 3861828"/>
                <a:gd name="csY491" fmla="*/ 107208 h 4807419"/>
                <a:gd name="csX492" fmla="*/ 1460565 w 3861828"/>
                <a:gd name="csY492" fmla="*/ 95289 h 4807419"/>
                <a:gd name="csX493" fmla="*/ 1709759 w 3861828"/>
                <a:gd name="csY493" fmla="*/ 95289 h 4807419"/>
                <a:gd name="csX494" fmla="*/ 1708327 w 3861828"/>
                <a:gd name="csY494" fmla="*/ 107208 h 4807419"/>
                <a:gd name="csX495" fmla="*/ 1086619 w 3861828"/>
                <a:gd name="csY495" fmla="*/ 79397 h 4807419"/>
                <a:gd name="csX496" fmla="*/ 1092500 w 3861828"/>
                <a:gd name="csY496" fmla="*/ 90998 h 4807419"/>
                <a:gd name="csX497" fmla="*/ 1096474 w 3861828"/>
                <a:gd name="csY497" fmla="*/ 107208 h 4807419"/>
                <a:gd name="csX498" fmla="*/ 1096474 w 3861828"/>
                <a:gd name="csY498" fmla="*/ 421081 h 4807419"/>
                <a:gd name="csX499" fmla="*/ 1374589 w 3861828"/>
                <a:gd name="csY499" fmla="*/ 421081 h 4807419"/>
                <a:gd name="csX500" fmla="*/ 1374589 w 3861828"/>
                <a:gd name="csY500" fmla="*/ 107208 h 4807419"/>
                <a:gd name="csX501" fmla="*/ 1378562 w 3861828"/>
                <a:gd name="csY501" fmla="*/ 90998 h 4807419"/>
                <a:gd name="csX502" fmla="*/ 1384444 w 3861828"/>
                <a:gd name="csY502" fmla="*/ 79397 h 4807419"/>
                <a:gd name="csX503" fmla="*/ 1358696 w 3861828"/>
                <a:gd name="csY503" fmla="*/ 107208 h 4807419"/>
                <a:gd name="csX504" fmla="*/ 1358696 w 3861828"/>
                <a:gd name="csY504" fmla="*/ 405189 h 4807419"/>
                <a:gd name="csX505" fmla="*/ 1112366 w 3861828"/>
                <a:gd name="csY505" fmla="*/ 405189 h 4807419"/>
                <a:gd name="csX506" fmla="*/ 1112366 w 3861828"/>
                <a:gd name="csY506" fmla="*/ 107208 h 4807419"/>
                <a:gd name="csX507" fmla="*/ 1110934 w 3861828"/>
                <a:gd name="csY507" fmla="*/ 95289 h 4807419"/>
                <a:gd name="csX508" fmla="*/ 1360128 w 3861828"/>
                <a:gd name="csY508" fmla="*/ 95289 h 4807419"/>
                <a:gd name="csX509" fmla="*/ 1358697 w 3861828"/>
                <a:gd name="csY509" fmla="*/ 107208 h 4807419"/>
                <a:gd name="csX510" fmla="*/ 736988 w 3861828"/>
                <a:gd name="csY510" fmla="*/ 79397 h 4807419"/>
                <a:gd name="csX511" fmla="*/ 742870 w 3861828"/>
                <a:gd name="csY511" fmla="*/ 90998 h 4807419"/>
                <a:gd name="csX512" fmla="*/ 746843 w 3861828"/>
                <a:gd name="csY512" fmla="*/ 107208 h 4807419"/>
                <a:gd name="csX513" fmla="*/ 746843 w 3861828"/>
                <a:gd name="csY513" fmla="*/ 421081 h 4807419"/>
                <a:gd name="csX514" fmla="*/ 1024958 w 3861828"/>
                <a:gd name="csY514" fmla="*/ 421081 h 4807419"/>
                <a:gd name="csX515" fmla="*/ 1024958 w 3861828"/>
                <a:gd name="csY515" fmla="*/ 107208 h 4807419"/>
                <a:gd name="csX516" fmla="*/ 1028931 w 3861828"/>
                <a:gd name="csY516" fmla="*/ 90998 h 4807419"/>
                <a:gd name="csX517" fmla="*/ 1034814 w 3861828"/>
                <a:gd name="csY517" fmla="*/ 79397 h 4807419"/>
                <a:gd name="csX518" fmla="*/ 1009066 w 3861828"/>
                <a:gd name="csY518" fmla="*/ 107208 h 4807419"/>
                <a:gd name="csX519" fmla="*/ 1009066 w 3861828"/>
                <a:gd name="csY519" fmla="*/ 405189 h 4807419"/>
                <a:gd name="csX520" fmla="*/ 762735 w 3861828"/>
                <a:gd name="csY520" fmla="*/ 405189 h 4807419"/>
                <a:gd name="csX521" fmla="*/ 762735 w 3861828"/>
                <a:gd name="csY521" fmla="*/ 107208 h 4807419"/>
                <a:gd name="csX522" fmla="*/ 761304 w 3861828"/>
                <a:gd name="csY522" fmla="*/ 95289 h 4807419"/>
                <a:gd name="csX523" fmla="*/ 1010498 w 3861828"/>
                <a:gd name="csY523" fmla="*/ 95289 h 4807419"/>
                <a:gd name="csX524" fmla="*/ 1009066 w 3861828"/>
                <a:gd name="csY524" fmla="*/ 107208 h 4807419"/>
                <a:gd name="csX525" fmla="*/ 387358 w 3861828"/>
                <a:gd name="csY525" fmla="*/ 79397 h 4807419"/>
                <a:gd name="csX526" fmla="*/ 393239 w 3861828"/>
                <a:gd name="csY526" fmla="*/ 90998 h 4807419"/>
                <a:gd name="csX527" fmla="*/ 397212 w 3861828"/>
                <a:gd name="csY527" fmla="*/ 107208 h 4807419"/>
                <a:gd name="csX528" fmla="*/ 397212 w 3861828"/>
                <a:gd name="csY528" fmla="*/ 421081 h 4807419"/>
                <a:gd name="csX529" fmla="*/ 675328 w 3861828"/>
                <a:gd name="csY529" fmla="*/ 421081 h 4807419"/>
                <a:gd name="csX530" fmla="*/ 675328 w 3861828"/>
                <a:gd name="csY530" fmla="*/ 107208 h 4807419"/>
                <a:gd name="csX531" fmla="*/ 679301 w 3861828"/>
                <a:gd name="csY531" fmla="*/ 90998 h 4807419"/>
                <a:gd name="csX532" fmla="*/ 685183 w 3861828"/>
                <a:gd name="csY532" fmla="*/ 79397 h 4807419"/>
                <a:gd name="csX533" fmla="*/ 659435 w 3861828"/>
                <a:gd name="csY533" fmla="*/ 107208 h 4807419"/>
                <a:gd name="csX534" fmla="*/ 659435 w 3861828"/>
                <a:gd name="csY534" fmla="*/ 405189 h 4807419"/>
                <a:gd name="csX535" fmla="*/ 413105 w 3861828"/>
                <a:gd name="csY535" fmla="*/ 405189 h 4807419"/>
                <a:gd name="csX536" fmla="*/ 413105 w 3861828"/>
                <a:gd name="csY536" fmla="*/ 107208 h 4807419"/>
                <a:gd name="csX537" fmla="*/ 411673 w 3861828"/>
                <a:gd name="csY537" fmla="*/ 95289 h 4807419"/>
                <a:gd name="csX538" fmla="*/ 660867 w 3861828"/>
                <a:gd name="csY538" fmla="*/ 95289 h 4807419"/>
                <a:gd name="csX539" fmla="*/ 659436 w 3861828"/>
                <a:gd name="csY539" fmla="*/ 107208 h 4807419"/>
                <a:gd name="csX540" fmla="*/ 3184402 w 3861828"/>
                <a:gd name="csY540" fmla="*/ 79397 h 4807419"/>
                <a:gd name="csX541" fmla="*/ 3190284 w 3861828"/>
                <a:gd name="csY541" fmla="*/ 90998 h 4807419"/>
                <a:gd name="csX542" fmla="*/ 3194257 w 3861828"/>
                <a:gd name="csY542" fmla="*/ 107208 h 4807419"/>
                <a:gd name="csX543" fmla="*/ 3194257 w 3861828"/>
                <a:gd name="csY543" fmla="*/ 421081 h 4807419"/>
                <a:gd name="csX544" fmla="*/ 3472372 w 3861828"/>
                <a:gd name="csY544" fmla="*/ 421081 h 4807419"/>
                <a:gd name="csX545" fmla="*/ 3472372 w 3861828"/>
                <a:gd name="csY545" fmla="*/ 107208 h 4807419"/>
                <a:gd name="csX546" fmla="*/ 3476345 w 3861828"/>
                <a:gd name="csY546" fmla="*/ 90998 h 4807419"/>
                <a:gd name="csX547" fmla="*/ 3482227 w 3861828"/>
                <a:gd name="csY547" fmla="*/ 79397 h 4807419"/>
                <a:gd name="csX548" fmla="*/ 3456480 w 3861828"/>
                <a:gd name="csY548" fmla="*/ 107208 h 4807419"/>
                <a:gd name="csX549" fmla="*/ 3456480 w 3861828"/>
                <a:gd name="csY549" fmla="*/ 405189 h 4807419"/>
                <a:gd name="csX550" fmla="*/ 3210149 w 3861828"/>
                <a:gd name="csY550" fmla="*/ 405189 h 4807419"/>
                <a:gd name="csX551" fmla="*/ 3210149 w 3861828"/>
                <a:gd name="csY551" fmla="*/ 107208 h 4807419"/>
                <a:gd name="csX552" fmla="*/ 3208718 w 3861828"/>
                <a:gd name="csY552" fmla="*/ 95289 h 4807419"/>
                <a:gd name="csX553" fmla="*/ 3457912 w 3861828"/>
                <a:gd name="csY553" fmla="*/ 95289 h 4807419"/>
                <a:gd name="csX554" fmla="*/ 3456480 w 3861828"/>
                <a:gd name="csY554" fmla="*/ 107208 h 4807419"/>
                <a:gd name="csX555" fmla="*/ 2834771 w 3861828"/>
                <a:gd name="csY555" fmla="*/ 79397 h 4807419"/>
                <a:gd name="csX556" fmla="*/ 2840653 w 3861828"/>
                <a:gd name="csY556" fmla="*/ 90998 h 4807419"/>
                <a:gd name="csX557" fmla="*/ 2844627 w 3861828"/>
                <a:gd name="csY557" fmla="*/ 107208 h 4807419"/>
                <a:gd name="csX558" fmla="*/ 2844627 w 3861828"/>
                <a:gd name="csY558" fmla="*/ 421081 h 4807419"/>
                <a:gd name="csX559" fmla="*/ 3122742 w 3861828"/>
                <a:gd name="csY559" fmla="*/ 421081 h 4807419"/>
                <a:gd name="csX560" fmla="*/ 3122742 w 3861828"/>
                <a:gd name="csY560" fmla="*/ 107208 h 4807419"/>
                <a:gd name="csX561" fmla="*/ 3126715 w 3861828"/>
                <a:gd name="csY561" fmla="*/ 90998 h 4807419"/>
                <a:gd name="csX562" fmla="*/ 3132597 w 3861828"/>
                <a:gd name="csY562" fmla="*/ 79397 h 4807419"/>
                <a:gd name="csX563" fmla="*/ 3106849 w 3861828"/>
                <a:gd name="csY563" fmla="*/ 107208 h 4807419"/>
                <a:gd name="csX564" fmla="*/ 3106849 w 3861828"/>
                <a:gd name="csY564" fmla="*/ 405189 h 4807419"/>
                <a:gd name="csX565" fmla="*/ 2860519 w 3861828"/>
                <a:gd name="csY565" fmla="*/ 405189 h 4807419"/>
                <a:gd name="csX566" fmla="*/ 2860519 w 3861828"/>
                <a:gd name="csY566" fmla="*/ 107208 h 4807419"/>
                <a:gd name="csX567" fmla="*/ 2859087 w 3861828"/>
                <a:gd name="csY567" fmla="*/ 95289 h 4807419"/>
                <a:gd name="csX568" fmla="*/ 3108281 w 3861828"/>
                <a:gd name="csY568" fmla="*/ 95289 h 4807419"/>
                <a:gd name="csX569" fmla="*/ 3106849 w 3861828"/>
                <a:gd name="csY569" fmla="*/ 107208 h 4807419"/>
                <a:gd name="csX570" fmla="*/ 2485141 w 3861828"/>
                <a:gd name="csY570" fmla="*/ 79397 h 4807419"/>
                <a:gd name="csX571" fmla="*/ 2491023 w 3861828"/>
                <a:gd name="csY571" fmla="*/ 90998 h 4807419"/>
                <a:gd name="csX572" fmla="*/ 2494996 w 3861828"/>
                <a:gd name="csY572" fmla="*/ 107208 h 4807419"/>
                <a:gd name="csX573" fmla="*/ 2494996 w 3861828"/>
                <a:gd name="csY573" fmla="*/ 421081 h 4807419"/>
                <a:gd name="csX574" fmla="*/ 2773111 w 3861828"/>
                <a:gd name="csY574" fmla="*/ 421081 h 4807419"/>
                <a:gd name="csX575" fmla="*/ 2773111 w 3861828"/>
                <a:gd name="csY575" fmla="*/ 107208 h 4807419"/>
                <a:gd name="csX576" fmla="*/ 2777084 w 3861828"/>
                <a:gd name="csY576" fmla="*/ 90998 h 4807419"/>
                <a:gd name="csX577" fmla="*/ 2782966 w 3861828"/>
                <a:gd name="csY577" fmla="*/ 79397 h 4807419"/>
                <a:gd name="csX578" fmla="*/ 2757219 w 3861828"/>
                <a:gd name="csY578" fmla="*/ 107208 h 4807419"/>
                <a:gd name="csX579" fmla="*/ 2757219 w 3861828"/>
                <a:gd name="csY579" fmla="*/ 405189 h 4807419"/>
                <a:gd name="csX580" fmla="*/ 2510888 w 3861828"/>
                <a:gd name="csY580" fmla="*/ 405189 h 4807419"/>
                <a:gd name="csX581" fmla="*/ 2510888 w 3861828"/>
                <a:gd name="csY581" fmla="*/ 107208 h 4807419"/>
                <a:gd name="csX582" fmla="*/ 2509457 w 3861828"/>
                <a:gd name="csY582" fmla="*/ 95289 h 4807419"/>
                <a:gd name="csX583" fmla="*/ 2758651 w 3861828"/>
                <a:gd name="csY583" fmla="*/ 95289 h 4807419"/>
                <a:gd name="csX584" fmla="*/ 2757219 w 3861828"/>
                <a:gd name="csY584" fmla="*/ 107208 h 4807419"/>
                <a:gd name="csX585" fmla="*/ 2135510 w 3861828"/>
                <a:gd name="csY585" fmla="*/ 79397 h 4807419"/>
                <a:gd name="csX586" fmla="*/ 2141392 w 3861828"/>
                <a:gd name="csY586" fmla="*/ 90998 h 4807419"/>
                <a:gd name="csX587" fmla="*/ 2145365 w 3861828"/>
                <a:gd name="csY587" fmla="*/ 107208 h 4807419"/>
                <a:gd name="csX588" fmla="*/ 2145365 w 3861828"/>
                <a:gd name="csY588" fmla="*/ 421081 h 4807419"/>
                <a:gd name="csX589" fmla="*/ 2423481 w 3861828"/>
                <a:gd name="csY589" fmla="*/ 421081 h 4807419"/>
                <a:gd name="csX590" fmla="*/ 2423481 w 3861828"/>
                <a:gd name="csY590" fmla="*/ 107208 h 4807419"/>
                <a:gd name="csX591" fmla="*/ 2427454 w 3861828"/>
                <a:gd name="csY591" fmla="*/ 90998 h 4807419"/>
                <a:gd name="csX592" fmla="*/ 2433336 w 3861828"/>
                <a:gd name="csY592" fmla="*/ 79397 h 4807419"/>
                <a:gd name="csX593" fmla="*/ 2407588 w 3861828"/>
                <a:gd name="csY593" fmla="*/ 107208 h 4807419"/>
                <a:gd name="csX594" fmla="*/ 2407588 w 3861828"/>
                <a:gd name="csY594" fmla="*/ 405189 h 4807419"/>
                <a:gd name="csX595" fmla="*/ 2161258 w 3861828"/>
                <a:gd name="csY595" fmla="*/ 405189 h 4807419"/>
                <a:gd name="csX596" fmla="*/ 2161258 w 3861828"/>
                <a:gd name="csY596" fmla="*/ 107208 h 4807419"/>
                <a:gd name="csX597" fmla="*/ 2159826 w 3861828"/>
                <a:gd name="csY597" fmla="*/ 95289 h 4807419"/>
                <a:gd name="csX598" fmla="*/ 2409020 w 3861828"/>
                <a:gd name="csY598" fmla="*/ 95289 h 4807419"/>
                <a:gd name="csX599" fmla="*/ 2407588 w 3861828"/>
                <a:gd name="csY599" fmla="*/ 107208 h 4807419"/>
                <a:gd name="csX600" fmla="*/ 1785880 w 3861828"/>
                <a:gd name="csY600" fmla="*/ 79397 h 4807419"/>
                <a:gd name="csX601" fmla="*/ 1791762 w 3861828"/>
                <a:gd name="csY601" fmla="*/ 90998 h 4807419"/>
                <a:gd name="csX602" fmla="*/ 1795735 w 3861828"/>
                <a:gd name="csY602" fmla="*/ 107208 h 4807419"/>
                <a:gd name="csX603" fmla="*/ 1795735 w 3861828"/>
                <a:gd name="csY603" fmla="*/ 421081 h 4807419"/>
                <a:gd name="csX604" fmla="*/ 2073850 w 3861828"/>
                <a:gd name="csY604" fmla="*/ 421081 h 4807419"/>
                <a:gd name="csX605" fmla="*/ 2073850 w 3861828"/>
                <a:gd name="csY605" fmla="*/ 107208 h 4807419"/>
                <a:gd name="csX606" fmla="*/ 2077823 w 3861828"/>
                <a:gd name="csY606" fmla="*/ 90998 h 4807419"/>
                <a:gd name="csX607" fmla="*/ 2083705 w 3861828"/>
                <a:gd name="csY607" fmla="*/ 79397 h 4807419"/>
                <a:gd name="csX608" fmla="*/ 2057958 w 3861828"/>
                <a:gd name="csY608" fmla="*/ 107208 h 4807419"/>
                <a:gd name="csX609" fmla="*/ 2057958 w 3861828"/>
                <a:gd name="csY609" fmla="*/ 405189 h 4807419"/>
                <a:gd name="csX610" fmla="*/ 1811627 w 3861828"/>
                <a:gd name="csY610" fmla="*/ 405189 h 4807419"/>
                <a:gd name="csX611" fmla="*/ 1811627 w 3861828"/>
                <a:gd name="csY611" fmla="*/ 107208 h 4807419"/>
                <a:gd name="csX612" fmla="*/ 1810195 w 3861828"/>
                <a:gd name="csY612" fmla="*/ 95289 h 4807419"/>
                <a:gd name="csX613" fmla="*/ 2059389 w 3861828"/>
                <a:gd name="csY613" fmla="*/ 95289 h 4807419"/>
                <a:gd name="csX614" fmla="*/ 2057958 w 3861828"/>
                <a:gd name="csY614" fmla="*/ 107208 h 4807419"/>
                <a:gd name="csX615" fmla="*/ 1436249 w 3861828"/>
                <a:gd name="csY615" fmla="*/ 79397 h 4807419"/>
                <a:gd name="csX616" fmla="*/ 1442131 w 3861828"/>
                <a:gd name="csY616" fmla="*/ 90998 h 4807419"/>
                <a:gd name="csX617" fmla="*/ 1446104 w 3861828"/>
                <a:gd name="csY617" fmla="*/ 107208 h 4807419"/>
                <a:gd name="csX618" fmla="*/ 1446104 w 3861828"/>
                <a:gd name="csY618" fmla="*/ 421081 h 4807419"/>
                <a:gd name="csX619" fmla="*/ 1724220 w 3861828"/>
                <a:gd name="csY619" fmla="*/ 421081 h 4807419"/>
                <a:gd name="csX620" fmla="*/ 1724220 w 3861828"/>
                <a:gd name="csY620" fmla="*/ 107208 h 4807419"/>
                <a:gd name="csX621" fmla="*/ 1728193 w 3861828"/>
                <a:gd name="csY621" fmla="*/ 90998 h 4807419"/>
                <a:gd name="csX622" fmla="*/ 1734075 w 3861828"/>
                <a:gd name="csY622" fmla="*/ 79397 h 4807419"/>
                <a:gd name="csX623" fmla="*/ 1708327 w 3861828"/>
                <a:gd name="csY623" fmla="*/ 107208 h 4807419"/>
                <a:gd name="csX624" fmla="*/ 1708327 w 3861828"/>
                <a:gd name="csY624" fmla="*/ 405189 h 4807419"/>
                <a:gd name="csX625" fmla="*/ 1461997 w 3861828"/>
                <a:gd name="csY625" fmla="*/ 405189 h 4807419"/>
                <a:gd name="csX626" fmla="*/ 1461997 w 3861828"/>
                <a:gd name="csY626" fmla="*/ 107208 h 4807419"/>
                <a:gd name="csX627" fmla="*/ 1460565 w 3861828"/>
                <a:gd name="csY627" fmla="*/ 95289 h 4807419"/>
                <a:gd name="csX628" fmla="*/ 1709759 w 3861828"/>
                <a:gd name="csY628" fmla="*/ 95289 h 4807419"/>
                <a:gd name="csX629" fmla="*/ 1708327 w 3861828"/>
                <a:gd name="csY629" fmla="*/ 107208 h 4807419"/>
                <a:gd name="csX630" fmla="*/ 1086619 w 3861828"/>
                <a:gd name="csY630" fmla="*/ 79397 h 4807419"/>
                <a:gd name="csX631" fmla="*/ 1092500 w 3861828"/>
                <a:gd name="csY631" fmla="*/ 90998 h 4807419"/>
                <a:gd name="csX632" fmla="*/ 1096474 w 3861828"/>
                <a:gd name="csY632" fmla="*/ 107208 h 4807419"/>
                <a:gd name="csX633" fmla="*/ 1096474 w 3861828"/>
                <a:gd name="csY633" fmla="*/ 421081 h 4807419"/>
                <a:gd name="csX634" fmla="*/ 1374589 w 3861828"/>
                <a:gd name="csY634" fmla="*/ 421081 h 4807419"/>
                <a:gd name="csX635" fmla="*/ 1374589 w 3861828"/>
                <a:gd name="csY635" fmla="*/ 107208 h 4807419"/>
                <a:gd name="csX636" fmla="*/ 1378562 w 3861828"/>
                <a:gd name="csY636" fmla="*/ 90998 h 4807419"/>
                <a:gd name="csX637" fmla="*/ 1384444 w 3861828"/>
                <a:gd name="csY637" fmla="*/ 79397 h 4807419"/>
                <a:gd name="csX638" fmla="*/ 1358696 w 3861828"/>
                <a:gd name="csY638" fmla="*/ 107208 h 4807419"/>
                <a:gd name="csX639" fmla="*/ 1358696 w 3861828"/>
                <a:gd name="csY639" fmla="*/ 405189 h 4807419"/>
                <a:gd name="csX640" fmla="*/ 1112366 w 3861828"/>
                <a:gd name="csY640" fmla="*/ 405189 h 4807419"/>
                <a:gd name="csX641" fmla="*/ 1112366 w 3861828"/>
                <a:gd name="csY641" fmla="*/ 107208 h 4807419"/>
                <a:gd name="csX642" fmla="*/ 1110934 w 3861828"/>
                <a:gd name="csY642" fmla="*/ 95289 h 4807419"/>
                <a:gd name="csX643" fmla="*/ 1360128 w 3861828"/>
                <a:gd name="csY643" fmla="*/ 95289 h 4807419"/>
                <a:gd name="csX644" fmla="*/ 1358697 w 3861828"/>
                <a:gd name="csY644" fmla="*/ 107208 h 4807419"/>
                <a:gd name="csX645" fmla="*/ 736988 w 3861828"/>
                <a:gd name="csY645" fmla="*/ 79397 h 4807419"/>
                <a:gd name="csX646" fmla="*/ 742870 w 3861828"/>
                <a:gd name="csY646" fmla="*/ 90998 h 4807419"/>
                <a:gd name="csX647" fmla="*/ 746843 w 3861828"/>
                <a:gd name="csY647" fmla="*/ 107208 h 4807419"/>
                <a:gd name="csX648" fmla="*/ 746843 w 3861828"/>
                <a:gd name="csY648" fmla="*/ 421081 h 4807419"/>
                <a:gd name="csX649" fmla="*/ 1024958 w 3861828"/>
                <a:gd name="csY649" fmla="*/ 421081 h 4807419"/>
                <a:gd name="csX650" fmla="*/ 1024958 w 3861828"/>
                <a:gd name="csY650" fmla="*/ 107208 h 4807419"/>
                <a:gd name="csX651" fmla="*/ 1028931 w 3861828"/>
                <a:gd name="csY651" fmla="*/ 90998 h 4807419"/>
                <a:gd name="csX652" fmla="*/ 1034814 w 3861828"/>
                <a:gd name="csY652" fmla="*/ 79397 h 4807419"/>
                <a:gd name="csX653" fmla="*/ 1009066 w 3861828"/>
                <a:gd name="csY653" fmla="*/ 107208 h 4807419"/>
                <a:gd name="csX654" fmla="*/ 1009066 w 3861828"/>
                <a:gd name="csY654" fmla="*/ 405189 h 4807419"/>
                <a:gd name="csX655" fmla="*/ 762735 w 3861828"/>
                <a:gd name="csY655" fmla="*/ 405189 h 4807419"/>
                <a:gd name="csX656" fmla="*/ 762735 w 3861828"/>
                <a:gd name="csY656" fmla="*/ 107208 h 4807419"/>
                <a:gd name="csX657" fmla="*/ 761304 w 3861828"/>
                <a:gd name="csY657" fmla="*/ 95289 h 4807419"/>
                <a:gd name="csX658" fmla="*/ 1010498 w 3861828"/>
                <a:gd name="csY658" fmla="*/ 95289 h 4807419"/>
                <a:gd name="csX659" fmla="*/ 1009066 w 3861828"/>
                <a:gd name="csY659" fmla="*/ 107208 h 4807419"/>
                <a:gd name="csX660" fmla="*/ 387358 w 3861828"/>
                <a:gd name="csY660" fmla="*/ 79397 h 4807419"/>
                <a:gd name="csX661" fmla="*/ 393239 w 3861828"/>
                <a:gd name="csY661" fmla="*/ 90998 h 4807419"/>
                <a:gd name="csX662" fmla="*/ 397212 w 3861828"/>
                <a:gd name="csY662" fmla="*/ 107208 h 4807419"/>
                <a:gd name="csX663" fmla="*/ 397212 w 3861828"/>
                <a:gd name="csY663" fmla="*/ 421081 h 4807419"/>
                <a:gd name="csX664" fmla="*/ 675328 w 3861828"/>
                <a:gd name="csY664" fmla="*/ 421081 h 4807419"/>
                <a:gd name="csX665" fmla="*/ 675328 w 3861828"/>
                <a:gd name="csY665" fmla="*/ 107208 h 4807419"/>
                <a:gd name="csX666" fmla="*/ 679301 w 3861828"/>
                <a:gd name="csY666" fmla="*/ 90998 h 4807419"/>
                <a:gd name="csX667" fmla="*/ 685183 w 3861828"/>
                <a:gd name="csY667" fmla="*/ 79397 h 4807419"/>
                <a:gd name="csX668" fmla="*/ 659435 w 3861828"/>
                <a:gd name="csY668" fmla="*/ 107208 h 4807419"/>
                <a:gd name="csX669" fmla="*/ 659435 w 3861828"/>
                <a:gd name="csY669" fmla="*/ 405189 h 4807419"/>
                <a:gd name="csX670" fmla="*/ 413105 w 3861828"/>
                <a:gd name="csY670" fmla="*/ 405189 h 4807419"/>
                <a:gd name="csX671" fmla="*/ 413105 w 3861828"/>
                <a:gd name="csY671" fmla="*/ 107208 h 4807419"/>
                <a:gd name="csX672" fmla="*/ 411673 w 3861828"/>
                <a:gd name="csY672" fmla="*/ 95289 h 4807419"/>
                <a:gd name="csX673" fmla="*/ 660867 w 3861828"/>
                <a:gd name="csY673" fmla="*/ 95289 h 4807419"/>
                <a:gd name="csX674" fmla="*/ 659436 w 3861828"/>
                <a:gd name="csY674" fmla="*/ 107208 h 4807419"/>
                <a:gd name="csX675" fmla="*/ 3184402 w 3861828"/>
                <a:gd name="csY675" fmla="*/ 79397 h 4807419"/>
                <a:gd name="csX676" fmla="*/ 3190284 w 3861828"/>
                <a:gd name="csY676" fmla="*/ 90998 h 4807419"/>
                <a:gd name="csX677" fmla="*/ 3194257 w 3861828"/>
                <a:gd name="csY677" fmla="*/ 107208 h 4807419"/>
                <a:gd name="csX678" fmla="*/ 3194257 w 3861828"/>
                <a:gd name="csY678" fmla="*/ 421081 h 4807419"/>
                <a:gd name="csX679" fmla="*/ 3472372 w 3861828"/>
                <a:gd name="csY679" fmla="*/ 421081 h 4807419"/>
                <a:gd name="csX680" fmla="*/ 3472372 w 3861828"/>
                <a:gd name="csY680" fmla="*/ 107208 h 4807419"/>
                <a:gd name="csX681" fmla="*/ 3476345 w 3861828"/>
                <a:gd name="csY681" fmla="*/ 90998 h 4807419"/>
                <a:gd name="csX682" fmla="*/ 3482227 w 3861828"/>
                <a:gd name="csY682" fmla="*/ 79397 h 4807419"/>
                <a:gd name="csX683" fmla="*/ 3456480 w 3861828"/>
                <a:gd name="csY683" fmla="*/ 107208 h 4807419"/>
                <a:gd name="csX684" fmla="*/ 3456480 w 3861828"/>
                <a:gd name="csY684" fmla="*/ 405189 h 4807419"/>
                <a:gd name="csX685" fmla="*/ 3210149 w 3861828"/>
                <a:gd name="csY685" fmla="*/ 405189 h 4807419"/>
                <a:gd name="csX686" fmla="*/ 3210149 w 3861828"/>
                <a:gd name="csY686" fmla="*/ 107208 h 4807419"/>
                <a:gd name="csX687" fmla="*/ 3208718 w 3861828"/>
                <a:gd name="csY687" fmla="*/ 95289 h 4807419"/>
                <a:gd name="csX688" fmla="*/ 3457912 w 3861828"/>
                <a:gd name="csY688" fmla="*/ 95289 h 4807419"/>
                <a:gd name="csX689" fmla="*/ 3456480 w 3861828"/>
                <a:gd name="csY689" fmla="*/ 107208 h 4807419"/>
                <a:gd name="csX690" fmla="*/ 2840653 w 3861828"/>
                <a:gd name="csY690" fmla="*/ 90998 h 4807419"/>
                <a:gd name="csX691" fmla="*/ 2844627 w 3861828"/>
                <a:gd name="csY691" fmla="*/ 107208 h 4807419"/>
                <a:gd name="csX692" fmla="*/ 2844627 w 3861828"/>
                <a:gd name="csY692" fmla="*/ 421081 h 4807419"/>
                <a:gd name="csX693" fmla="*/ 3122742 w 3861828"/>
                <a:gd name="csY693" fmla="*/ 421081 h 4807419"/>
                <a:gd name="csX694" fmla="*/ 3122742 w 3861828"/>
                <a:gd name="csY694" fmla="*/ 107208 h 4807419"/>
                <a:gd name="csX695" fmla="*/ 3126715 w 3861828"/>
                <a:gd name="csY695" fmla="*/ 90998 h 4807419"/>
                <a:gd name="csX696" fmla="*/ 3132597 w 3861828"/>
                <a:gd name="csY696" fmla="*/ 79397 h 4807419"/>
                <a:gd name="csX697" fmla="*/ 2834771 w 3861828"/>
                <a:gd name="csY697" fmla="*/ 79397 h 4807419"/>
                <a:gd name="csX698" fmla="*/ 3108281 w 3861828"/>
                <a:gd name="csY698" fmla="*/ 95289 h 4807419"/>
                <a:gd name="csX699" fmla="*/ 3106849 w 3861828"/>
                <a:gd name="csY699" fmla="*/ 107208 h 4807419"/>
                <a:gd name="csX700" fmla="*/ 3106849 w 3861828"/>
                <a:gd name="csY700" fmla="*/ 405189 h 4807419"/>
                <a:gd name="csX701" fmla="*/ 2860519 w 3861828"/>
                <a:gd name="csY701" fmla="*/ 405189 h 4807419"/>
                <a:gd name="csX702" fmla="*/ 2860519 w 3861828"/>
                <a:gd name="csY702" fmla="*/ 107208 h 4807419"/>
                <a:gd name="csX703" fmla="*/ 2859087 w 3861828"/>
                <a:gd name="csY703" fmla="*/ 95289 h 4807419"/>
                <a:gd name="csX704" fmla="*/ 2491023 w 3861828"/>
                <a:gd name="csY704" fmla="*/ 90998 h 4807419"/>
                <a:gd name="csX705" fmla="*/ 2494996 w 3861828"/>
                <a:gd name="csY705" fmla="*/ 107208 h 4807419"/>
                <a:gd name="csX706" fmla="*/ 2494996 w 3861828"/>
                <a:gd name="csY706" fmla="*/ 421081 h 4807419"/>
                <a:gd name="csX707" fmla="*/ 2773111 w 3861828"/>
                <a:gd name="csY707" fmla="*/ 421081 h 4807419"/>
                <a:gd name="csX708" fmla="*/ 2773111 w 3861828"/>
                <a:gd name="csY708" fmla="*/ 107208 h 4807419"/>
                <a:gd name="csX709" fmla="*/ 2777084 w 3861828"/>
                <a:gd name="csY709" fmla="*/ 90998 h 4807419"/>
                <a:gd name="csX710" fmla="*/ 2782966 w 3861828"/>
                <a:gd name="csY710" fmla="*/ 79397 h 4807419"/>
                <a:gd name="csX711" fmla="*/ 2485141 w 3861828"/>
                <a:gd name="csY711" fmla="*/ 79397 h 4807419"/>
                <a:gd name="csX712" fmla="*/ 2758651 w 3861828"/>
                <a:gd name="csY712" fmla="*/ 95289 h 4807419"/>
                <a:gd name="csX713" fmla="*/ 2757219 w 3861828"/>
                <a:gd name="csY713" fmla="*/ 107208 h 4807419"/>
                <a:gd name="csX714" fmla="*/ 2757219 w 3861828"/>
                <a:gd name="csY714" fmla="*/ 405189 h 4807419"/>
                <a:gd name="csX715" fmla="*/ 2510888 w 3861828"/>
                <a:gd name="csY715" fmla="*/ 405189 h 4807419"/>
                <a:gd name="csX716" fmla="*/ 2510888 w 3861828"/>
                <a:gd name="csY716" fmla="*/ 107208 h 4807419"/>
                <a:gd name="csX717" fmla="*/ 2509457 w 3861828"/>
                <a:gd name="csY717" fmla="*/ 95289 h 4807419"/>
                <a:gd name="csX718" fmla="*/ 2141392 w 3861828"/>
                <a:gd name="csY718" fmla="*/ 90998 h 4807419"/>
                <a:gd name="csX719" fmla="*/ 2145365 w 3861828"/>
                <a:gd name="csY719" fmla="*/ 107208 h 4807419"/>
                <a:gd name="csX720" fmla="*/ 2145365 w 3861828"/>
                <a:gd name="csY720" fmla="*/ 421081 h 4807419"/>
                <a:gd name="csX721" fmla="*/ 2423481 w 3861828"/>
                <a:gd name="csY721" fmla="*/ 421081 h 4807419"/>
                <a:gd name="csX722" fmla="*/ 2423481 w 3861828"/>
                <a:gd name="csY722" fmla="*/ 107208 h 4807419"/>
                <a:gd name="csX723" fmla="*/ 2427454 w 3861828"/>
                <a:gd name="csY723" fmla="*/ 90998 h 4807419"/>
                <a:gd name="csX724" fmla="*/ 2433336 w 3861828"/>
                <a:gd name="csY724" fmla="*/ 79397 h 4807419"/>
                <a:gd name="csX725" fmla="*/ 2135510 w 3861828"/>
                <a:gd name="csY725" fmla="*/ 79397 h 4807419"/>
                <a:gd name="csX726" fmla="*/ 2409020 w 3861828"/>
                <a:gd name="csY726" fmla="*/ 95289 h 4807419"/>
                <a:gd name="csX727" fmla="*/ 2407588 w 3861828"/>
                <a:gd name="csY727" fmla="*/ 107208 h 4807419"/>
                <a:gd name="csX728" fmla="*/ 2407588 w 3861828"/>
                <a:gd name="csY728" fmla="*/ 405189 h 4807419"/>
                <a:gd name="csX729" fmla="*/ 2161258 w 3861828"/>
                <a:gd name="csY729" fmla="*/ 405189 h 4807419"/>
                <a:gd name="csX730" fmla="*/ 2161258 w 3861828"/>
                <a:gd name="csY730" fmla="*/ 107208 h 4807419"/>
                <a:gd name="csX731" fmla="*/ 2159826 w 3861828"/>
                <a:gd name="csY731" fmla="*/ 95289 h 4807419"/>
                <a:gd name="csX732" fmla="*/ 1791762 w 3861828"/>
                <a:gd name="csY732" fmla="*/ 90998 h 4807419"/>
                <a:gd name="csX733" fmla="*/ 1795735 w 3861828"/>
                <a:gd name="csY733" fmla="*/ 107208 h 4807419"/>
                <a:gd name="csX734" fmla="*/ 1795735 w 3861828"/>
                <a:gd name="csY734" fmla="*/ 421081 h 4807419"/>
                <a:gd name="csX735" fmla="*/ 2073850 w 3861828"/>
                <a:gd name="csY735" fmla="*/ 421081 h 4807419"/>
                <a:gd name="csX736" fmla="*/ 2073850 w 3861828"/>
                <a:gd name="csY736" fmla="*/ 107208 h 4807419"/>
                <a:gd name="csX737" fmla="*/ 2077823 w 3861828"/>
                <a:gd name="csY737" fmla="*/ 90998 h 4807419"/>
                <a:gd name="csX738" fmla="*/ 2083705 w 3861828"/>
                <a:gd name="csY738" fmla="*/ 79397 h 4807419"/>
                <a:gd name="csX739" fmla="*/ 1785880 w 3861828"/>
                <a:gd name="csY739" fmla="*/ 79397 h 4807419"/>
                <a:gd name="csX740" fmla="*/ 2059389 w 3861828"/>
                <a:gd name="csY740" fmla="*/ 95289 h 4807419"/>
                <a:gd name="csX741" fmla="*/ 2057958 w 3861828"/>
                <a:gd name="csY741" fmla="*/ 107208 h 4807419"/>
                <a:gd name="csX742" fmla="*/ 2057958 w 3861828"/>
                <a:gd name="csY742" fmla="*/ 405189 h 4807419"/>
                <a:gd name="csX743" fmla="*/ 1811627 w 3861828"/>
                <a:gd name="csY743" fmla="*/ 405189 h 4807419"/>
                <a:gd name="csX744" fmla="*/ 1811627 w 3861828"/>
                <a:gd name="csY744" fmla="*/ 107208 h 4807419"/>
                <a:gd name="csX745" fmla="*/ 1810195 w 3861828"/>
                <a:gd name="csY745" fmla="*/ 95289 h 4807419"/>
                <a:gd name="csX746" fmla="*/ 1442131 w 3861828"/>
                <a:gd name="csY746" fmla="*/ 90998 h 4807419"/>
                <a:gd name="csX747" fmla="*/ 1446104 w 3861828"/>
                <a:gd name="csY747" fmla="*/ 107208 h 4807419"/>
                <a:gd name="csX748" fmla="*/ 1446104 w 3861828"/>
                <a:gd name="csY748" fmla="*/ 421081 h 4807419"/>
                <a:gd name="csX749" fmla="*/ 1724220 w 3861828"/>
                <a:gd name="csY749" fmla="*/ 421081 h 4807419"/>
                <a:gd name="csX750" fmla="*/ 1724220 w 3861828"/>
                <a:gd name="csY750" fmla="*/ 107208 h 4807419"/>
                <a:gd name="csX751" fmla="*/ 1728193 w 3861828"/>
                <a:gd name="csY751" fmla="*/ 90998 h 4807419"/>
                <a:gd name="csX752" fmla="*/ 1734075 w 3861828"/>
                <a:gd name="csY752" fmla="*/ 79397 h 4807419"/>
                <a:gd name="csX753" fmla="*/ 1436249 w 3861828"/>
                <a:gd name="csY753" fmla="*/ 79397 h 4807419"/>
                <a:gd name="csX754" fmla="*/ 1709759 w 3861828"/>
                <a:gd name="csY754" fmla="*/ 95289 h 4807419"/>
                <a:gd name="csX755" fmla="*/ 1708327 w 3861828"/>
                <a:gd name="csY755" fmla="*/ 107208 h 4807419"/>
                <a:gd name="csX756" fmla="*/ 1708327 w 3861828"/>
                <a:gd name="csY756" fmla="*/ 405189 h 4807419"/>
                <a:gd name="csX757" fmla="*/ 1461997 w 3861828"/>
                <a:gd name="csY757" fmla="*/ 405189 h 4807419"/>
                <a:gd name="csX758" fmla="*/ 1461997 w 3861828"/>
                <a:gd name="csY758" fmla="*/ 107208 h 4807419"/>
                <a:gd name="csX759" fmla="*/ 1460565 w 3861828"/>
                <a:gd name="csY759" fmla="*/ 95289 h 4807419"/>
                <a:gd name="csX760" fmla="*/ 1092500 w 3861828"/>
                <a:gd name="csY760" fmla="*/ 90998 h 4807419"/>
                <a:gd name="csX761" fmla="*/ 1096474 w 3861828"/>
                <a:gd name="csY761" fmla="*/ 107208 h 4807419"/>
                <a:gd name="csX762" fmla="*/ 1096474 w 3861828"/>
                <a:gd name="csY762" fmla="*/ 421081 h 4807419"/>
                <a:gd name="csX763" fmla="*/ 1374589 w 3861828"/>
                <a:gd name="csY763" fmla="*/ 421081 h 4807419"/>
                <a:gd name="csX764" fmla="*/ 1374589 w 3861828"/>
                <a:gd name="csY764" fmla="*/ 107208 h 4807419"/>
                <a:gd name="csX765" fmla="*/ 1378562 w 3861828"/>
                <a:gd name="csY765" fmla="*/ 90998 h 4807419"/>
                <a:gd name="csX766" fmla="*/ 1384444 w 3861828"/>
                <a:gd name="csY766" fmla="*/ 79397 h 4807419"/>
                <a:gd name="csX767" fmla="*/ 1086619 w 3861828"/>
                <a:gd name="csY767" fmla="*/ 79397 h 4807419"/>
                <a:gd name="csX768" fmla="*/ 1360128 w 3861828"/>
                <a:gd name="csY768" fmla="*/ 95289 h 4807419"/>
                <a:gd name="csX769" fmla="*/ 1358697 w 3861828"/>
                <a:gd name="csY769" fmla="*/ 107208 h 4807419"/>
                <a:gd name="csX770" fmla="*/ 1358696 w 3861828"/>
                <a:gd name="csY770" fmla="*/ 405189 h 4807419"/>
                <a:gd name="csX771" fmla="*/ 1112366 w 3861828"/>
                <a:gd name="csY771" fmla="*/ 405189 h 4807419"/>
                <a:gd name="csX772" fmla="*/ 1112366 w 3861828"/>
                <a:gd name="csY772" fmla="*/ 107208 h 4807419"/>
                <a:gd name="csX773" fmla="*/ 1110934 w 3861828"/>
                <a:gd name="csY773" fmla="*/ 95289 h 4807419"/>
                <a:gd name="csX774" fmla="*/ 742870 w 3861828"/>
                <a:gd name="csY774" fmla="*/ 90998 h 4807419"/>
                <a:gd name="csX775" fmla="*/ 746843 w 3861828"/>
                <a:gd name="csY775" fmla="*/ 107208 h 4807419"/>
                <a:gd name="csX776" fmla="*/ 746843 w 3861828"/>
                <a:gd name="csY776" fmla="*/ 421081 h 4807419"/>
                <a:gd name="csX777" fmla="*/ 1024958 w 3861828"/>
                <a:gd name="csY777" fmla="*/ 421081 h 4807419"/>
                <a:gd name="csX778" fmla="*/ 1024958 w 3861828"/>
                <a:gd name="csY778" fmla="*/ 107208 h 4807419"/>
                <a:gd name="csX779" fmla="*/ 1028931 w 3861828"/>
                <a:gd name="csY779" fmla="*/ 90998 h 4807419"/>
                <a:gd name="csX780" fmla="*/ 1034814 w 3861828"/>
                <a:gd name="csY780" fmla="*/ 79397 h 4807419"/>
                <a:gd name="csX781" fmla="*/ 736988 w 3861828"/>
                <a:gd name="csY781" fmla="*/ 79397 h 4807419"/>
                <a:gd name="csX782" fmla="*/ 1010498 w 3861828"/>
                <a:gd name="csY782" fmla="*/ 95289 h 4807419"/>
                <a:gd name="csX783" fmla="*/ 1009066 w 3861828"/>
                <a:gd name="csY783" fmla="*/ 107208 h 4807419"/>
                <a:gd name="csX784" fmla="*/ 1009066 w 3861828"/>
                <a:gd name="csY784" fmla="*/ 405189 h 4807419"/>
                <a:gd name="csX785" fmla="*/ 762735 w 3861828"/>
                <a:gd name="csY785" fmla="*/ 405189 h 4807419"/>
                <a:gd name="csX786" fmla="*/ 762735 w 3861828"/>
                <a:gd name="csY786" fmla="*/ 107208 h 4807419"/>
                <a:gd name="csX787" fmla="*/ 761304 w 3861828"/>
                <a:gd name="csY787" fmla="*/ 95289 h 4807419"/>
                <a:gd name="csX788" fmla="*/ 393239 w 3861828"/>
                <a:gd name="csY788" fmla="*/ 90998 h 4807419"/>
                <a:gd name="csX789" fmla="*/ 397212 w 3861828"/>
                <a:gd name="csY789" fmla="*/ 107208 h 4807419"/>
                <a:gd name="csX790" fmla="*/ 397212 w 3861828"/>
                <a:gd name="csY790" fmla="*/ 421081 h 4807419"/>
                <a:gd name="csX791" fmla="*/ 675328 w 3861828"/>
                <a:gd name="csY791" fmla="*/ 421081 h 4807419"/>
                <a:gd name="csX792" fmla="*/ 675328 w 3861828"/>
                <a:gd name="csY792" fmla="*/ 107208 h 4807419"/>
                <a:gd name="csX793" fmla="*/ 679301 w 3861828"/>
                <a:gd name="csY793" fmla="*/ 90998 h 4807419"/>
                <a:gd name="csX794" fmla="*/ 685183 w 3861828"/>
                <a:gd name="csY794" fmla="*/ 79397 h 4807419"/>
                <a:gd name="csX795" fmla="*/ 387358 w 3861828"/>
                <a:gd name="csY795" fmla="*/ 79397 h 4807419"/>
                <a:gd name="csX796" fmla="*/ 660867 w 3861828"/>
                <a:gd name="csY796" fmla="*/ 95289 h 4807419"/>
                <a:gd name="csX797" fmla="*/ 659436 w 3861828"/>
                <a:gd name="csY797" fmla="*/ 107208 h 4807419"/>
                <a:gd name="csX798" fmla="*/ 659435 w 3861828"/>
                <a:gd name="csY798" fmla="*/ 405189 h 4807419"/>
                <a:gd name="csX799" fmla="*/ 413105 w 3861828"/>
                <a:gd name="csY799" fmla="*/ 405189 h 4807419"/>
                <a:gd name="csX800" fmla="*/ 413105 w 3861828"/>
                <a:gd name="csY800" fmla="*/ 107208 h 4807419"/>
                <a:gd name="csX801" fmla="*/ 411673 w 3861828"/>
                <a:gd name="csY801" fmla="*/ 95289 h 4807419"/>
                <a:gd name="csX802" fmla="*/ 3190284 w 3861828"/>
                <a:gd name="csY802" fmla="*/ 90998 h 4807419"/>
                <a:gd name="csX803" fmla="*/ 3194257 w 3861828"/>
                <a:gd name="csY803" fmla="*/ 107208 h 4807419"/>
                <a:gd name="csX804" fmla="*/ 3194257 w 3861828"/>
                <a:gd name="csY804" fmla="*/ 421081 h 4807419"/>
                <a:gd name="csX805" fmla="*/ 3472372 w 3861828"/>
                <a:gd name="csY805" fmla="*/ 421081 h 4807419"/>
                <a:gd name="csX806" fmla="*/ 3472372 w 3861828"/>
                <a:gd name="csY806" fmla="*/ 107208 h 4807419"/>
                <a:gd name="csX807" fmla="*/ 3476345 w 3861828"/>
                <a:gd name="csY807" fmla="*/ 90998 h 4807419"/>
                <a:gd name="csX808" fmla="*/ 3482227 w 3861828"/>
                <a:gd name="csY808" fmla="*/ 79397 h 4807419"/>
                <a:gd name="csX809" fmla="*/ 3184402 w 3861828"/>
                <a:gd name="csY809" fmla="*/ 79397 h 4807419"/>
                <a:gd name="csX810" fmla="*/ 3457912 w 3861828"/>
                <a:gd name="csY810" fmla="*/ 95289 h 4807419"/>
                <a:gd name="csX811" fmla="*/ 3456480 w 3861828"/>
                <a:gd name="csY811" fmla="*/ 107208 h 4807419"/>
                <a:gd name="csX812" fmla="*/ 3456480 w 3861828"/>
                <a:gd name="csY812" fmla="*/ 405189 h 4807419"/>
                <a:gd name="csX813" fmla="*/ 3210149 w 3861828"/>
                <a:gd name="csY813" fmla="*/ 405189 h 4807419"/>
                <a:gd name="csX814" fmla="*/ 3210149 w 3861828"/>
                <a:gd name="csY814" fmla="*/ 107208 h 4807419"/>
                <a:gd name="csX815" fmla="*/ 3208718 w 3861828"/>
                <a:gd name="csY815" fmla="*/ 95289 h 4807419"/>
                <a:gd name="csX816" fmla="*/ 2840653 w 3861828"/>
                <a:gd name="csY816" fmla="*/ 90998 h 4807419"/>
                <a:gd name="csX817" fmla="*/ 2844627 w 3861828"/>
                <a:gd name="csY817" fmla="*/ 107208 h 4807419"/>
                <a:gd name="csX818" fmla="*/ 2844627 w 3861828"/>
                <a:gd name="csY818" fmla="*/ 421081 h 4807419"/>
                <a:gd name="csX819" fmla="*/ 3122742 w 3861828"/>
                <a:gd name="csY819" fmla="*/ 421081 h 4807419"/>
                <a:gd name="csX820" fmla="*/ 3122742 w 3861828"/>
                <a:gd name="csY820" fmla="*/ 107208 h 4807419"/>
                <a:gd name="csX821" fmla="*/ 3126715 w 3861828"/>
                <a:gd name="csY821" fmla="*/ 90998 h 4807419"/>
                <a:gd name="csX822" fmla="*/ 3132597 w 3861828"/>
                <a:gd name="csY822" fmla="*/ 79397 h 4807419"/>
                <a:gd name="csX823" fmla="*/ 2834771 w 3861828"/>
                <a:gd name="csY823" fmla="*/ 79397 h 4807419"/>
                <a:gd name="csX824" fmla="*/ 3108281 w 3861828"/>
                <a:gd name="csY824" fmla="*/ 95289 h 4807419"/>
                <a:gd name="csX825" fmla="*/ 3106849 w 3861828"/>
                <a:gd name="csY825" fmla="*/ 107208 h 4807419"/>
                <a:gd name="csX826" fmla="*/ 3106849 w 3861828"/>
                <a:gd name="csY826" fmla="*/ 405189 h 4807419"/>
                <a:gd name="csX827" fmla="*/ 2860519 w 3861828"/>
                <a:gd name="csY827" fmla="*/ 405189 h 4807419"/>
                <a:gd name="csX828" fmla="*/ 2860519 w 3861828"/>
                <a:gd name="csY828" fmla="*/ 107208 h 4807419"/>
                <a:gd name="csX829" fmla="*/ 2859087 w 3861828"/>
                <a:gd name="csY829" fmla="*/ 95289 h 4807419"/>
                <a:gd name="csX830" fmla="*/ 2491023 w 3861828"/>
                <a:gd name="csY830" fmla="*/ 90998 h 4807419"/>
                <a:gd name="csX831" fmla="*/ 2494996 w 3861828"/>
                <a:gd name="csY831" fmla="*/ 107208 h 4807419"/>
                <a:gd name="csX832" fmla="*/ 2494996 w 3861828"/>
                <a:gd name="csY832" fmla="*/ 421081 h 4807419"/>
                <a:gd name="csX833" fmla="*/ 2773111 w 3861828"/>
                <a:gd name="csY833" fmla="*/ 421081 h 4807419"/>
                <a:gd name="csX834" fmla="*/ 2773111 w 3861828"/>
                <a:gd name="csY834" fmla="*/ 107208 h 4807419"/>
                <a:gd name="csX835" fmla="*/ 2777084 w 3861828"/>
                <a:gd name="csY835" fmla="*/ 90998 h 4807419"/>
                <a:gd name="csX836" fmla="*/ 2782966 w 3861828"/>
                <a:gd name="csY836" fmla="*/ 79397 h 4807419"/>
                <a:gd name="csX837" fmla="*/ 2485141 w 3861828"/>
                <a:gd name="csY837" fmla="*/ 79397 h 4807419"/>
                <a:gd name="csX838" fmla="*/ 2758651 w 3861828"/>
                <a:gd name="csY838" fmla="*/ 95289 h 4807419"/>
                <a:gd name="csX839" fmla="*/ 2757219 w 3861828"/>
                <a:gd name="csY839" fmla="*/ 107208 h 4807419"/>
                <a:gd name="csX840" fmla="*/ 2757219 w 3861828"/>
                <a:gd name="csY840" fmla="*/ 405189 h 4807419"/>
                <a:gd name="csX841" fmla="*/ 2510888 w 3861828"/>
                <a:gd name="csY841" fmla="*/ 405189 h 4807419"/>
                <a:gd name="csX842" fmla="*/ 2510888 w 3861828"/>
                <a:gd name="csY842" fmla="*/ 107208 h 4807419"/>
                <a:gd name="csX843" fmla="*/ 2509457 w 3861828"/>
                <a:gd name="csY843" fmla="*/ 95289 h 4807419"/>
                <a:gd name="csX844" fmla="*/ 2141392 w 3861828"/>
                <a:gd name="csY844" fmla="*/ 90998 h 4807419"/>
                <a:gd name="csX845" fmla="*/ 2145365 w 3861828"/>
                <a:gd name="csY845" fmla="*/ 107208 h 4807419"/>
                <a:gd name="csX846" fmla="*/ 2145365 w 3861828"/>
                <a:gd name="csY846" fmla="*/ 421081 h 4807419"/>
                <a:gd name="csX847" fmla="*/ 2423481 w 3861828"/>
                <a:gd name="csY847" fmla="*/ 421081 h 4807419"/>
                <a:gd name="csX848" fmla="*/ 2423481 w 3861828"/>
                <a:gd name="csY848" fmla="*/ 107208 h 4807419"/>
                <a:gd name="csX849" fmla="*/ 2427454 w 3861828"/>
                <a:gd name="csY849" fmla="*/ 90998 h 4807419"/>
                <a:gd name="csX850" fmla="*/ 2433336 w 3861828"/>
                <a:gd name="csY850" fmla="*/ 79397 h 4807419"/>
                <a:gd name="csX851" fmla="*/ 2135510 w 3861828"/>
                <a:gd name="csY851" fmla="*/ 79397 h 4807419"/>
                <a:gd name="csX852" fmla="*/ 2409020 w 3861828"/>
                <a:gd name="csY852" fmla="*/ 95289 h 4807419"/>
                <a:gd name="csX853" fmla="*/ 2407588 w 3861828"/>
                <a:gd name="csY853" fmla="*/ 107208 h 4807419"/>
                <a:gd name="csX854" fmla="*/ 2407588 w 3861828"/>
                <a:gd name="csY854" fmla="*/ 405189 h 4807419"/>
                <a:gd name="csX855" fmla="*/ 2161258 w 3861828"/>
                <a:gd name="csY855" fmla="*/ 405189 h 4807419"/>
                <a:gd name="csX856" fmla="*/ 2161258 w 3861828"/>
                <a:gd name="csY856" fmla="*/ 107208 h 4807419"/>
                <a:gd name="csX857" fmla="*/ 2159826 w 3861828"/>
                <a:gd name="csY857" fmla="*/ 95289 h 4807419"/>
                <a:gd name="csX858" fmla="*/ 1791762 w 3861828"/>
                <a:gd name="csY858" fmla="*/ 90998 h 4807419"/>
                <a:gd name="csX859" fmla="*/ 1795735 w 3861828"/>
                <a:gd name="csY859" fmla="*/ 107208 h 4807419"/>
                <a:gd name="csX860" fmla="*/ 1795735 w 3861828"/>
                <a:gd name="csY860" fmla="*/ 421081 h 4807419"/>
                <a:gd name="csX861" fmla="*/ 2073850 w 3861828"/>
                <a:gd name="csY861" fmla="*/ 421081 h 4807419"/>
                <a:gd name="csX862" fmla="*/ 2073850 w 3861828"/>
                <a:gd name="csY862" fmla="*/ 107208 h 4807419"/>
                <a:gd name="csX863" fmla="*/ 2077823 w 3861828"/>
                <a:gd name="csY863" fmla="*/ 90998 h 4807419"/>
                <a:gd name="csX864" fmla="*/ 2083705 w 3861828"/>
                <a:gd name="csY864" fmla="*/ 79397 h 4807419"/>
                <a:gd name="csX865" fmla="*/ 1785880 w 3861828"/>
                <a:gd name="csY865" fmla="*/ 79397 h 4807419"/>
                <a:gd name="csX866" fmla="*/ 2059389 w 3861828"/>
                <a:gd name="csY866" fmla="*/ 95289 h 4807419"/>
                <a:gd name="csX867" fmla="*/ 2057958 w 3861828"/>
                <a:gd name="csY867" fmla="*/ 107208 h 4807419"/>
                <a:gd name="csX868" fmla="*/ 2057958 w 3861828"/>
                <a:gd name="csY868" fmla="*/ 405189 h 4807419"/>
                <a:gd name="csX869" fmla="*/ 1811627 w 3861828"/>
                <a:gd name="csY869" fmla="*/ 405189 h 4807419"/>
                <a:gd name="csX870" fmla="*/ 1811627 w 3861828"/>
                <a:gd name="csY870" fmla="*/ 107208 h 4807419"/>
                <a:gd name="csX871" fmla="*/ 1810195 w 3861828"/>
                <a:gd name="csY871" fmla="*/ 95289 h 4807419"/>
                <a:gd name="csX872" fmla="*/ 1442131 w 3861828"/>
                <a:gd name="csY872" fmla="*/ 90998 h 4807419"/>
                <a:gd name="csX873" fmla="*/ 1446104 w 3861828"/>
                <a:gd name="csY873" fmla="*/ 107208 h 4807419"/>
                <a:gd name="csX874" fmla="*/ 1446104 w 3861828"/>
                <a:gd name="csY874" fmla="*/ 421081 h 4807419"/>
                <a:gd name="csX875" fmla="*/ 1724220 w 3861828"/>
                <a:gd name="csY875" fmla="*/ 421081 h 4807419"/>
                <a:gd name="csX876" fmla="*/ 1724220 w 3861828"/>
                <a:gd name="csY876" fmla="*/ 107208 h 4807419"/>
                <a:gd name="csX877" fmla="*/ 1728193 w 3861828"/>
                <a:gd name="csY877" fmla="*/ 90998 h 4807419"/>
                <a:gd name="csX878" fmla="*/ 1734075 w 3861828"/>
                <a:gd name="csY878" fmla="*/ 79397 h 4807419"/>
                <a:gd name="csX879" fmla="*/ 1436249 w 3861828"/>
                <a:gd name="csY879" fmla="*/ 79397 h 4807419"/>
                <a:gd name="csX880" fmla="*/ 1709759 w 3861828"/>
                <a:gd name="csY880" fmla="*/ 95289 h 4807419"/>
                <a:gd name="csX881" fmla="*/ 1708327 w 3861828"/>
                <a:gd name="csY881" fmla="*/ 107208 h 4807419"/>
                <a:gd name="csX882" fmla="*/ 1708327 w 3861828"/>
                <a:gd name="csY882" fmla="*/ 405189 h 4807419"/>
                <a:gd name="csX883" fmla="*/ 1461997 w 3861828"/>
                <a:gd name="csY883" fmla="*/ 405189 h 4807419"/>
                <a:gd name="csX884" fmla="*/ 1461997 w 3861828"/>
                <a:gd name="csY884" fmla="*/ 107208 h 4807419"/>
                <a:gd name="csX885" fmla="*/ 1460565 w 3861828"/>
                <a:gd name="csY885" fmla="*/ 95289 h 4807419"/>
                <a:gd name="csX886" fmla="*/ 1092500 w 3861828"/>
                <a:gd name="csY886" fmla="*/ 90998 h 4807419"/>
                <a:gd name="csX887" fmla="*/ 1096474 w 3861828"/>
                <a:gd name="csY887" fmla="*/ 107208 h 4807419"/>
                <a:gd name="csX888" fmla="*/ 1096474 w 3861828"/>
                <a:gd name="csY888" fmla="*/ 421081 h 4807419"/>
                <a:gd name="csX889" fmla="*/ 1374589 w 3861828"/>
                <a:gd name="csY889" fmla="*/ 421081 h 4807419"/>
                <a:gd name="csX890" fmla="*/ 1374589 w 3861828"/>
                <a:gd name="csY890" fmla="*/ 107208 h 4807419"/>
                <a:gd name="csX891" fmla="*/ 1378562 w 3861828"/>
                <a:gd name="csY891" fmla="*/ 90998 h 4807419"/>
                <a:gd name="csX892" fmla="*/ 1384444 w 3861828"/>
                <a:gd name="csY892" fmla="*/ 79397 h 4807419"/>
                <a:gd name="csX893" fmla="*/ 1086619 w 3861828"/>
                <a:gd name="csY893" fmla="*/ 79397 h 4807419"/>
                <a:gd name="csX894" fmla="*/ 1360128 w 3861828"/>
                <a:gd name="csY894" fmla="*/ 95289 h 4807419"/>
                <a:gd name="csX895" fmla="*/ 1358697 w 3861828"/>
                <a:gd name="csY895" fmla="*/ 107208 h 4807419"/>
                <a:gd name="csX896" fmla="*/ 1358696 w 3861828"/>
                <a:gd name="csY896" fmla="*/ 405189 h 4807419"/>
                <a:gd name="csX897" fmla="*/ 1112366 w 3861828"/>
                <a:gd name="csY897" fmla="*/ 405189 h 4807419"/>
                <a:gd name="csX898" fmla="*/ 1112366 w 3861828"/>
                <a:gd name="csY898" fmla="*/ 107208 h 4807419"/>
                <a:gd name="csX899" fmla="*/ 1110934 w 3861828"/>
                <a:gd name="csY899" fmla="*/ 95289 h 4807419"/>
                <a:gd name="csX900" fmla="*/ 742870 w 3861828"/>
                <a:gd name="csY900" fmla="*/ 90998 h 4807419"/>
                <a:gd name="csX901" fmla="*/ 746843 w 3861828"/>
                <a:gd name="csY901" fmla="*/ 107208 h 4807419"/>
                <a:gd name="csX902" fmla="*/ 746843 w 3861828"/>
                <a:gd name="csY902" fmla="*/ 421081 h 4807419"/>
                <a:gd name="csX903" fmla="*/ 1024958 w 3861828"/>
                <a:gd name="csY903" fmla="*/ 421081 h 4807419"/>
                <a:gd name="csX904" fmla="*/ 1024958 w 3861828"/>
                <a:gd name="csY904" fmla="*/ 107208 h 4807419"/>
                <a:gd name="csX905" fmla="*/ 1028931 w 3861828"/>
                <a:gd name="csY905" fmla="*/ 90998 h 4807419"/>
                <a:gd name="csX906" fmla="*/ 1034814 w 3861828"/>
                <a:gd name="csY906" fmla="*/ 79397 h 4807419"/>
                <a:gd name="csX907" fmla="*/ 736988 w 3861828"/>
                <a:gd name="csY907" fmla="*/ 79397 h 4807419"/>
                <a:gd name="csX908" fmla="*/ 1010498 w 3861828"/>
                <a:gd name="csY908" fmla="*/ 95289 h 4807419"/>
                <a:gd name="csX909" fmla="*/ 1009066 w 3861828"/>
                <a:gd name="csY909" fmla="*/ 107208 h 4807419"/>
                <a:gd name="csX910" fmla="*/ 1009066 w 3861828"/>
                <a:gd name="csY910" fmla="*/ 405189 h 4807419"/>
                <a:gd name="csX911" fmla="*/ 762735 w 3861828"/>
                <a:gd name="csY911" fmla="*/ 405189 h 4807419"/>
                <a:gd name="csX912" fmla="*/ 762735 w 3861828"/>
                <a:gd name="csY912" fmla="*/ 107208 h 4807419"/>
                <a:gd name="csX913" fmla="*/ 761304 w 3861828"/>
                <a:gd name="csY913" fmla="*/ 95289 h 4807419"/>
                <a:gd name="csX914" fmla="*/ 393239 w 3861828"/>
                <a:gd name="csY914" fmla="*/ 90998 h 4807419"/>
                <a:gd name="csX915" fmla="*/ 397212 w 3861828"/>
                <a:gd name="csY915" fmla="*/ 107208 h 4807419"/>
                <a:gd name="csX916" fmla="*/ 397212 w 3861828"/>
                <a:gd name="csY916" fmla="*/ 421081 h 4807419"/>
                <a:gd name="csX917" fmla="*/ 675328 w 3861828"/>
                <a:gd name="csY917" fmla="*/ 421081 h 4807419"/>
                <a:gd name="csX918" fmla="*/ 675328 w 3861828"/>
                <a:gd name="csY918" fmla="*/ 107208 h 4807419"/>
                <a:gd name="csX919" fmla="*/ 679301 w 3861828"/>
                <a:gd name="csY919" fmla="*/ 90998 h 4807419"/>
                <a:gd name="csX920" fmla="*/ 685183 w 3861828"/>
                <a:gd name="csY920" fmla="*/ 79397 h 4807419"/>
                <a:gd name="csX921" fmla="*/ 387358 w 3861828"/>
                <a:gd name="csY921" fmla="*/ 79397 h 4807419"/>
                <a:gd name="csX922" fmla="*/ 660867 w 3861828"/>
                <a:gd name="csY922" fmla="*/ 95289 h 4807419"/>
                <a:gd name="csX923" fmla="*/ 659436 w 3861828"/>
                <a:gd name="csY923" fmla="*/ 107208 h 4807419"/>
                <a:gd name="csX924" fmla="*/ 659435 w 3861828"/>
                <a:gd name="csY924" fmla="*/ 405189 h 4807419"/>
                <a:gd name="csX925" fmla="*/ 413105 w 3861828"/>
                <a:gd name="csY925" fmla="*/ 405189 h 4807419"/>
                <a:gd name="csX926" fmla="*/ 413105 w 3861828"/>
                <a:gd name="csY926" fmla="*/ 107208 h 4807419"/>
                <a:gd name="csX927" fmla="*/ 411673 w 3861828"/>
                <a:gd name="csY927" fmla="*/ 95289 h 4807419"/>
                <a:gd name="csX928" fmla="*/ 3790218 w 3861828"/>
                <a:gd name="csY928" fmla="*/ 468758 h 4807419"/>
                <a:gd name="csX929" fmla="*/ 3695501 w 3861828"/>
                <a:gd name="csY929" fmla="*/ 468758 h 4807419"/>
                <a:gd name="csX930" fmla="*/ 3611430 w 3861828"/>
                <a:gd name="csY930" fmla="*/ 405189 h 4807419"/>
                <a:gd name="csX931" fmla="*/ 3559780 w 3861828"/>
                <a:gd name="csY931" fmla="*/ 405189 h 4807419"/>
                <a:gd name="csX932" fmla="*/ 3559780 w 3861828"/>
                <a:gd name="csY932" fmla="*/ 107208 h 4807419"/>
                <a:gd name="csX933" fmla="*/ 3556203 w 3861828"/>
                <a:gd name="csY933" fmla="*/ 88535 h 4807419"/>
                <a:gd name="csX934" fmla="*/ 3573063 w 3861828"/>
                <a:gd name="csY934" fmla="*/ 23377 h 4807419"/>
                <a:gd name="csX935" fmla="*/ 3531968 w 3861828"/>
                <a:gd name="csY935" fmla="*/ -65 h 4807419"/>
                <a:gd name="csX936" fmla="*/ 337616 w 3861828"/>
                <a:gd name="csY936" fmla="*/ -65 h 4807419"/>
                <a:gd name="csX937" fmla="*/ 289940 w 3861828"/>
                <a:gd name="csY937" fmla="*/ 47440 h 4807419"/>
                <a:gd name="csX938" fmla="*/ 313382 w 3861828"/>
                <a:gd name="csY938" fmla="*/ 88535 h 4807419"/>
                <a:gd name="csX939" fmla="*/ 309805 w 3861828"/>
                <a:gd name="csY939" fmla="*/ 107208 h 4807419"/>
                <a:gd name="csX940" fmla="*/ 309805 w 3861828"/>
                <a:gd name="csY940" fmla="*/ 405189 h 4807419"/>
                <a:gd name="csX941" fmla="*/ 258155 w 3861828"/>
                <a:gd name="csY941" fmla="*/ 405189 h 4807419"/>
                <a:gd name="csX942" fmla="*/ 174084 w 3861828"/>
                <a:gd name="csY942" fmla="*/ 468758 h 4807419"/>
                <a:gd name="csX943" fmla="*/ 71420 w 3861828"/>
                <a:gd name="csY943" fmla="*/ 468758 h 4807419"/>
                <a:gd name="csX944" fmla="*/ -95 w 3861828"/>
                <a:gd name="csY944" fmla="*/ 540273 h 4807419"/>
                <a:gd name="csX945" fmla="*/ -95 w 3861828"/>
                <a:gd name="csY945" fmla="*/ 4735840 h 4807419"/>
                <a:gd name="csX946" fmla="*/ 71420 w 3861828"/>
                <a:gd name="csY946" fmla="*/ 4807355 h 4807419"/>
                <a:gd name="csX947" fmla="*/ 3790218 w 3861828"/>
                <a:gd name="csY947" fmla="*/ 4807355 h 4807419"/>
                <a:gd name="csX948" fmla="*/ 3861734 w 3861828"/>
                <a:gd name="csY948" fmla="*/ 4735840 h 4807419"/>
                <a:gd name="csX949" fmla="*/ 3861734 w 3861828"/>
                <a:gd name="csY949" fmla="*/ 540273 h 4807419"/>
                <a:gd name="csX950" fmla="*/ 3790218 w 3861828"/>
                <a:gd name="csY950" fmla="*/ 468758 h 4807419"/>
                <a:gd name="csX951" fmla="*/ 3845841 w 3861828"/>
                <a:gd name="csY951" fmla="*/ 4735840 h 4807419"/>
                <a:gd name="csX952" fmla="*/ 3809529 w 3861828"/>
                <a:gd name="csY952" fmla="*/ 4787966 h 4807419"/>
                <a:gd name="csX953" fmla="*/ 3790218 w 3861828"/>
                <a:gd name="csY953" fmla="*/ 4791463 h 4807419"/>
                <a:gd name="csX954" fmla="*/ 71420 w 3861828"/>
                <a:gd name="csY954" fmla="*/ 4791463 h 4807419"/>
                <a:gd name="csX955" fmla="*/ 52110 w 3861828"/>
                <a:gd name="csY955" fmla="*/ 4787966 h 4807419"/>
                <a:gd name="csX956" fmla="*/ 15797 w 3861828"/>
                <a:gd name="csY956" fmla="*/ 4735840 h 4807419"/>
                <a:gd name="csX957" fmla="*/ 15797 w 3861828"/>
                <a:gd name="csY957" fmla="*/ 540273 h 4807419"/>
                <a:gd name="csX958" fmla="*/ 71420 w 3861828"/>
                <a:gd name="csY958" fmla="*/ 484650 h 4807419"/>
                <a:gd name="csX959" fmla="*/ 186799 w 3861828"/>
                <a:gd name="csY959" fmla="*/ 484650 h 4807419"/>
                <a:gd name="csX960" fmla="*/ 188071 w 3861828"/>
                <a:gd name="csY960" fmla="*/ 478294 h 4807419"/>
                <a:gd name="csX961" fmla="*/ 258155 w 3861828"/>
                <a:gd name="csY961" fmla="*/ 421081 h 4807419"/>
                <a:gd name="csX962" fmla="*/ 325697 w 3861828"/>
                <a:gd name="csY962" fmla="*/ 421081 h 4807419"/>
                <a:gd name="csX963" fmla="*/ 325697 w 3861828"/>
                <a:gd name="csY963" fmla="*/ 107208 h 4807419"/>
                <a:gd name="csX964" fmla="*/ 330784 w 3861828"/>
                <a:gd name="csY964" fmla="*/ 88853 h 4807419"/>
                <a:gd name="csX965" fmla="*/ 335707 w 3861828"/>
                <a:gd name="csY965" fmla="*/ 80668 h 4807419"/>
                <a:gd name="csX966" fmla="*/ 326729 w 3861828"/>
                <a:gd name="csY966" fmla="*/ 77331 h 4807419"/>
                <a:gd name="csX967" fmla="*/ 307729 w 3861828"/>
                <a:gd name="csY967" fmla="*/ 36725 h 4807419"/>
                <a:gd name="csX968" fmla="*/ 337616 w 3861828"/>
                <a:gd name="csY968" fmla="*/ 15828 h 4807419"/>
                <a:gd name="csX969" fmla="*/ 3531968 w 3861828"/>
                <a:gd name="csY969" fmla="*/ 15828 h 4807419"/>
                <a:gd name="csX970" fmla="*/ 3563752 w 3861828"/>
                <a:gd name="csY970" fmla="*/ 47443 h 4807419"/>
                <a:gd name="csX971" fmla="*/ 3542855 w 3861828"/>
                <a:gd name="csY971" fmla="*/ 77331 h 4807419"/>
                <a:gd name="csX972" fmla="*/ 3533877 w 3861828"/>
                <a:gd name="csY972" fmla="*/ 80668 h 4807419"/>
                <a:gd name="csX973" fmla="*/ 3538800 w 3861828"/>
                <a:gd name="csY973" fmla="*/ 88853 h 4807419"/>
                <a:gd name="csX974" fmla="*/ 3543887 w 3861828"/>
                <a:gd name="csY974" fmla="*/ 107208 h 4807419"/>
                <a:gd name="csX975" fmla="*/ 3543887 w 3861828"/>
                <a:gd name="csY975" fmla="*/ 421081 h 4807419"/>
                <a:gd name="csX976" fmla="*/ 3611429 w 3861828"/>
                <a:gd name="csY976" fmla="*/ 421081 h 4807419"/>
                <a:gd name="csX977" fmla="*/ 3681513 w 3861828"/>
                <a:gd name="csY977" fmla="*/ 478294 h 4807419"/>
                <a:gd name="csX978" fmla="*/ 3682786 w 3861828"/>
                <a:gd name="csY978" fmla="*/ 484650 h 4807419"/>
                <a:gd name="csX979" fmla="*/ 3790218 w 3861828"/>
                <a:gd name="csY979" fmla="*/ 484650 h 4807419"/>
                <a:gd name="csX980" fmla="*/ 3845841 w 3861828"/>
                <a:gd name="csY980" fmla="*/ 540273 h 4807419"/>
                <a:gd name="csX981" fmla="*/ 387358 w 3861828"/>
                <a:gd name="csY981" fmla="*/ 79397 h 4807419"/>
                <a:gd name="csX982" fmla="*/ 393239 w 3861828"/>
                <a:gd name="csY982" fmla="*/ 90998 h 4807419"/>
                <a:gd name="csX983" fmla="*/ 397212 w 3861828"/>
                <a:gd name="csY983" fmla="*/ 107208 h 4807419"/>
                <a:gd name="csX984" fmla="*/ 397212 w 3861828"/>
                <a:gd name="csY984" fmla="*/ 421081 h 4807419"/>
                <a:gd name="csX985" fmla="*/ 675328 w 3861828"/>
                <a:gd name="csY985" fmla="*/ 421081 h 4807419"/>
                <a:gd name="csX986" fmla="*/ 675328 w 3861828"/>
                <a:gd name="csY986" fmla="*/ 107208 h 4807419"/>
                <a:gd name="csX987" fmla="*/ 679301 w 3861828"/>
                <a:gd name="csY987" fmla="*/ 90998 h 4807419"/>
                <a:gd name="csX988" fmla="*/ 685183 w 3861828"/>
                <a:gd name="csY988" fmla="*/ 79397 h 4807419"/>
                <a:gd name="csX989" fmla="*/ 659435 w 3861828"/>
                <a:gd name="csY989" fmla="*/ 107208 h 4807419"/>
                <a:gd name="csX990" fmla="*/ 659435 w 3861828"/>
                <a:gd name="csY990" fmla="*/ 405189 h 4807419"/>
                <a:gd name="csX991" fmla="*/ 413105 w 3861828"/>
                <a:gd name="csY991" fmla="*/ 405189 h 4807419"/>
                <a:gd name="csX992" fmla="*/ 413105 w 3861828"/>
                <a:gd name="csY992" fmla="*/ 107208 h 4807419"/>
                <a:gd name="csX993" fmla="*/ 411673 w 3861828"/>
                <a:gd name="csY993" fmla="*/ 95289 h 4807419"/>
                <a:gd name="csX994" fmla="*/ 660867 w 3861828"/>
                <a:gd name="csY994" fmla="*/ 95289 h 4807419"/>
                <a:gd name="csX995" fmla="*/ 659436 w 3861828"/>
                <a:gd name="csY995" fmla="*/ 107208 h 4807419"/>
                <a:gd name="csX996" fmla="*/ 736988 w 3861828"/>
                <a:gd name="csY996" fmla="*/ 79397 h 4807419"/>
                <a:gd name="csX997" fmla="*/ 742870 w 3861828"/>
                <a:gd name="csY997" fmla="*/ 90998 h 4807419"/>
                <a:gd name="csX998" fmla="*/ 746843 w 3861828"/>
                <a:gd name="csY998" fmla="*/ 107208 h 4807419"/>
                <a:gd name="csX999" fmla="*/ 746843 w 3861828"/>
                <a:gd name="csY999" fmla="*/ 421081 h 4807419"/>
                <a:gd name="csX1000" fmla="*/ 1024958 w 3861828"/>
                <a:gd name="csY1000" fmla="*/ 421081 h 4807419"/>
                <a:gd name="csX1001" fmla="*/ 1024958 w 3861828"/>
                <a:gd name="csY1001" fmla="*/ 107208 h 4807419"/>
                <a:gd name="csX1002" fmla="*/ 1028931 w 3861828"/>
                <a:gd name="csY1002" fmla="*/ 90998 h 4807419"/>
                <a:gd name="csX1003" fmla="*/ 1034814 w 3861828"/>
                <a:gd name="csY1003" fmla="*/ 79397 h 4807419"/>
                <a:gd name="csX1004" fmla="*/ 1009066 w 3861828"/>
                <a:gd name="csY1004" fmla="*/ 107208 h 4807419"/>
                <a:gd name="csX1005" fmla="*/ 1009066 w 3861828"/>
                <a:gd name="csY1005" fmla="*/ 405189 h 4807419"/>
                <a:gd name="csX1006" fmla="*/ 762735 w 3861828"/>
                <a:gd name="csY1006" fmla="*/ 405189 h 4807419"/>
                <a:gd name="csX1007" fmla="*/ 762735 w 3861828"/>
                <a:gd name="csY1007" fmla="*/ 107208 h 4807419"/>
                <a:gd name="csX1008" fmla="*/ 761304 w 3861828"/>
                <a:gd name="csY1008" fmla="*/ 95289 h 4807419"/>
                <a:gd name="csX1009" fmla="*/ 1010498 w 3861828"/>
                <a:gd name="csY1009" fmla="*/ 95289 h 4807419"/>
                <a:gd name="csX1010" fmla="*/ 1009066 w 3861828"/>
                <a:gd name="csY1010" fmla="*/ 107208 h 4807419"/>
                <a:gd name="csX1011" fmla="*/ 1086619 w 3861828"/>
                <a:gd name="csY1011" fmla="*/ 79397 h 4807419"/>
                <a:gd name="csX1012" fmla="*/ 1092500 w 3861828"/>
                <a:gd name="csY1012" fmla="*/ 90998 h 4807419"/>
                <a:gd name="csX1013" fmla="*/ 1096474 w 3861828"/>
                <a:gd name="csY1013" fmla="*/ 107208 h 4807419"/>
                <a:gd name="csX1014" fmla="*/ 1096474 w 3861828"/>
                <a:gd name="csY1014" fmla="*/ 421081 h 4807419"/>
                <a:gd name="csX1015" fmla="*/ 1374589 w 3861828"/>
                <a:gd name="csY1015" fmla="*/ 421081 h 4807419"/>
                <a:gd name="csX1016" fmla="*/ 1374589 w 3861828"/>
                <a:gd name="csY1016" fmla="*/ 107208 h 4807419"/>
                <a:gd name="csX1017" fmla="*/ 1378562 w 3861828"/>
                <a:gd name="csY1017" fmla="*/ 90998 h 4807419"/>
                <a:gd name="csX1018" fmla="*/ 1384444 w 3861828"/>
                <a:gd name="csY1018" fmla="*/ 79397 h 4807419"/>
                <a:gd name="csX1019" fmla="*/ 1358696 w 3861828"/>
                <a:gd name="csY1019" fmla="*/ 107208 h 4807419"/>
                <a:gd name="csX1020" fmla="*/ 1358696 w 3861828"/>
                <a:gd name="csY1020" fmla="*/ 405189 h 4807419"/>
                <a:gd name="csX1021" fmla="*/ 1112366 w 3861828"/>
                <a:gd name="csY1021" fmla="*/ 405189 h 4807419"/>
                <a:gd name="csX1022" fmla="*/ 1112366 w 3861828"/>
                <a:gd name="csY1022" fmla="*/ 107208 h 4807419"/>
                <a:gd name="csX1023" fmla="*/ 1110934 w 3861828"/>
                <a:gd name="csY1023" fmla="*/ 95289 h 4807419"/>
                <a:gd name="csX1024" fmla="*/ 1360128 w 3861828"/>
                <a:gd name="csY1024" fmla="*/ 95289 h 4807419"/>
                <a:gd name="csX1025" fmla="*/ 1358697 w 3861828"/>
                <a:gd name="csY1025" fmla="*/ 107208 h 4807419"/>
                <a:gd name="csX1026" fmla="*/ 1436249 w 3861828"/>
                <a:gd name="csY1026" fmla="*/ 79397 h 4807419"/>
                <a:gd name="csX1027" fmla="*/ 1442131 w 3861828"/>
                <a:gd name="csY1027" fmla="*/ 90998 h 4807419"/>
                <a:gd name="csX1028" fmla="*/ 1446104 w 3861828"/>
                <a:gd name="csY1028" fmla="*/ 107208 h 4807419"/>
                <a:gd name="csX1029" fmla="*/ 1446104 w 3861828"/>
                <a:gd name="csY1029" fmla="*/ 421081 h 4807419"/>
                <a:gd name="csX1030" fmla="*/ 1724220 w 3861828"/>
                <a:gd name="csY1030" fmla="*/ 421081 h 4807419"/>
                <a:gd name="csX1031" fmla="*/ 1724220 w 3861828"/>
                <a:gd name="csY1031" fmla="*/ 107208 h 4807419"/>
                <a:gd name="csX1032" fmla="*/ 1728193 w 3861828"/>
                <a:gd name="csY1032" fmla="*/ 90998 h 4807419"/>
                <a:gd name="csX1033" fmla="*/ 1734075 w 3861828"/>
                <a:gd name="csY1033" fmla="*/ 79397 h 4807419"/>
                <a:gd name="csX1034" fmla="*/ 1708327 w 3861828"/>
                <a:gd name="csY1034" fmla="*/ 107208 h 4807419"/>
                <a:gd name="csX1035" fmla="*/ 1708327 w 3861828"/>
                <a:gd name="csY1035" fmla="*/ 405189 h 4807419"/>
                <a:gd name="csX1036" fmla="*/ 1461997 w 3861828"/>
                <a:gd name="csY1036" fmla="*/ 405189 h 4807419"/>
                <a:gd name="csX1037" fmla="*/ 1461997 w 3861828"/>
                <a:gd name="csY1037" fmla="*/ 107208 h 4807419"/>
                <a:gd name="csX1038" fmla="*/ 1460565 w 3861828"/>
                <a:gd name="csY1038" fmla="*/ 95289 h 4807419"/>
                <a:gd name="csX1039" fmla="*/ 1709759 w 3861828"/>
                <a:gd name="csY1039" fmla="*/ 95289 h 4807419"/>
                <a:gd name="csX1040" fmla="*/ 1708327 w 3861828"/>
                <a:gd name="csY1040" fmla="*/ 107208 h 4807419"/>
                <a:gd name="csX1041" fmla="*/ 1785880 w 3861828"/>
                <a:gd name="csY1041" fmla="*/ 79397 h 4807419"/>
                <a:gd name="csX1042" fmla="*/ 1791762 w 3861828"/>
                <a:gd name="csY1042" fmla="*/ 90998 h 4807419"/>
                <a:gd name="csX1043" fmla="*/ 1795735 w 3861828"/>
                <a:gd name="csY1043" fmla="*/ 107208 h 4807419"/>
                <a:gd name="csX1044" fmla="*/ 1795735 w 3861828"/>
                <a:gd name="csY1044" fmla="*/ 421081 h 4807419"/>
                <a:gd name="csX1045" fmla="*/ 2073850 w 3861828"/>
                <a:gd name="csY1045" fmla="*/ 421081 h 4807419"/>
                <a:gd name="csX1046" fmla="*/ 2073850 w 3861828"/>
                <a:gd name="csY1046" fmla="*/ 107208 h 4807419"/>
                <a:gd name="csX1047" fmla="*/ 2077823 w 3861828"/>
                <a:gd name="csY1047" fmla="*/ 90998 h 4807419"/>
                <a:gd name="csX1048" fmla="*/ 2083705 w 3861828"/>
                <a:gd name="csY1048" fmla="*/ 79397 h 4807419"/>
                <a:gd name="csX1049" fmla="*/ 2057958 w 3861828"/>
                <a:gd name="csY1049" fmla="*/ 107208 h 4807419"/>
                <a:gd name="csX1050" fmla="*/ 2057958 w 3861828"/>
                <a:gd name="csY1050" fmla="*/ 405189 h 4807419"/>
                <a:gd name="csX1051" fmla="*/ 1811627 w 3861828"/>
                <a:gd name="csY1051" fmla="*/ 405189 h 4807419"/>
                <a:gd name="csX1052" fmla="*/ 1811627 w 3861828"/>
                <a:gd name="csY1052" fmla="*/ 107208 h 4807419"/>
                <a:gd name="csX1053" fmla="*/ 1810195 w 3861828"/>
                <a:gd name="csY1053" fmla="*/ 95289 h 4807419"/>
                <a:gd name="csX1054" fmla="*/ 2059389 w 3861828"/>
                <a:gd name="csY1054" fmla="*/ 95289 h 4807419"/>
                <a:gd name="csX1055" fmla="*/ 2057958 w 3861828"/>
                <a:gd name="csY1055" fmla="*/ 107208 h 4807419"/>
                <a:gd name="csX1056" fmla="*/ 2135510 w 3861828"/>
                <a:gd name="csY1056" fmla="*/ 79397 h 4807419"/>
                <a:gd name="csX1057" fmla="*/ 2141392 w 3861828"/>
                <a:gd name="csY1057" fmla="*/ 90998 h 4807419"/>
                <a:gd name="csX1058" fmla="*/ 2145365 w 3861828"/>
                <a:gd name="csY1058" fmla="*/ 107208 h 4807419"/>
                <a:gd name="csX1059" fmla="*/ 2145365 w 3861828"/>
                <a:gd name="csY1059" fmla="*/ 421081 h 4807419"/>
                <a:gd name="csX1060" fmla="*/ 2423481 w 3861828"/>
                <a:gd name="csY1060" fmla="*/ 421081 h 4807419"/>
                <a:gd name="csX1061" fmla="*/ 2423481 w 3861828"/>
                <a:gd name="csY1061" fmla="*/ 107208 h 4807419"/>
                <a:gd name="csX1062" fmla="*/ 2427454 w 3861828"/>
                <a:gd name="csY1062" fmla="*/ 90998 h 4807419"/>
                <a:gd name="csX1063" fmla="*/ 2433336 w 3861828"/>
                <a:gd name="csY1063" fmla="*/ 79397 h 4807419"/>
                <a:gd name="csX1064" fmla="*/ 2407588 w 3861828"/>
                <a:gd name="csY1064" fmla="*/ 107208 h 4807419"/>
                <a:gd name="csX1065" fmla="*/ 2407588 w 3861828"/>
                <a:gd name="csY1065" fmla="*/ 405189 h 4807419"/>
                <a:gd name="csX1066" fmla="*/ 2161258 w 3861828"/>
                <a:gd name="csY1066" fmla="*/ 405189 h 4807419"/>
                <a:gd name="csX1067" fmla="*/ 2161258 w 3861828"/>
                <a:gd name="csY1067" fmla="*/ 107208 h 4807419"/>
                <a:gd name="csX1068" fmla="*/ 2159826 w 3861828"/>
                <a:gd name="csY1068" fmla="*/ 95289 h 4807419"/>
                <a:gd name="csX1069" fmla="*/ 2409020 w 3861828"/>
                <a:gd name="csY1069" fmla="*/ 95289 h 4807419"/>
                <a:gd name="csX1070" fmla="*/ 2407588 w 3861828"/>
                <a:gd name="csY1070" fmla="*/ 107208 h 4807419"/>
                <a:gd name="csX1071" fmla="*/ 2485141 w 3861828"/>
                <a:gd name="csY1071" fmla="*/ 79397 h 4807419"/>
                <a:gd name="csX1072" fmla="*/ 2491023 w 3861828"/>
                <a:gd name="csY1072" fmla="*/ 90998 h 4807419"/>
                <a:gd name="csX1073" fmla="*/ 2494996 w 3861828"/>
                <a:gd name="csY1073" fmla="*/ 107208 h 4807419"/>
                <a:gd name="csX1074" fmla="*/ 2494996 w 3861828"/>
                <a:gd name="csY1074" fmla="*/ 421081 h 4807419"/>
                <a:gd name="csX1075" fmla="*/ 2773111 w 3861828"/>
                <a:gd name="csY1075" fmla="*/ 421081 h 4807419"/>
                <a:gd name="csX1076" fmla="*/ 2773111 w 3861828"/>
                <a:gd name="csY1076" fmla="*/ 107208 h 4807419"/>
                <a:gd name="csX1077" fmla="*/ 2777084 w 3861828"/>
                <a:gd name="csY1077" fmla="*/ 90998 h 4807419"/>
                <a:gd name="csX1078" fmla="*/ 2782966 w 3861828"/>
                <a:gd name="csY1078" fmla="*/ 79397 h 4807419"/>
                <a:gd name="csX1079" fmla="*/ 2757219 w 3861828"/>
                <a:gd name="csY1079" fmla="*/ 107208 h 4807419"/>
                <a:gd name="csX1080" fmla="*/ 2757219 w 3861828"/>
                <a:gd name="csY1080" fmla="*/ 405189 h 4807419"/>
                <a:gd name="csX1081" fmla="*/ 2510888 w 3861828"/>
                <a:gd name="csY1081" fmla="*/ 405189 h 4807419"/>
                <a:gd name="csX1082" fmla="*/ 2510888 w 3861828"/>
                <a:gd name="csY1082" fmla="*/ 107208 h 4807419"/>
                <a:gd name="csX1083" fmla="*/ 2509457 w 3861828"/>
                <a:gd name="csY1083" fmla="*/ 95289 h 4807419"/>
                <a:gd name="csX1084" fmla="*/ 2758651 w 3861828"/>
                <a:gd name="csY1084" fmla="*/ 95289 h 4807419"/>
                <a:gd name="csX1085" fmla="*/ 2757219 w 3861828"/>
                <a:gd name="csY1085" fmla="*/ 107208 h 4807419"/>
                <a:gd name="csX1086" fmla="*/ 2834771 w 3861828"/>
                <a:gd name="csY1086" fmla="*/ 79397 h 4807419"/>
                <a:gd name="csX1087" fmla="*/ 2840653 w 3861828"/>
                <a:gd name="csY1087" fmla="*/ 90998 h 4807419"/>
                <a:gd name="csX1088" fmla="*/ 2844627 w 3861828"/>
                <a:gd name="csY1088" fmla="*/ 107208 h 4807419"/>
                <a:gd name="csX1089" fmla="*/ 2844627 w 3861828"/>
                <a:gd name="csY1089" fmla="*/ 421081 h 4807419"/>
                <a:gd name="csX1090" fmla="*/ 3122742 w 3861828"/>
                <a:gd name="csY1090" fmla="*/ 421081 h 4807419"/>
                <a:gd name="csX1091" fmla="*/ 3122742 w 3861828"/>
                <a:gd name="csY1091" fmla="*/ 107208 h 4807419"/>
                <a:gd name="csX1092" fmla="*/ 3126715 w 3861828"/>
                <a:gd name="csY1092" fmla="*/ 90998 h 4807419"/>
                <a:gd name="csX1093" fmla="*/ 3132597 w 3861828"/>
                <a:gd name="csY1093" fmla="*/ 79397 h 4807419"/>
                <a:gd name="csX1094" fmla="*/ 3106849 w 3861828"/>
                <a:gd name="csY1094" fmla="*/ 107208 h 4807419"/>
                <a:gd name="csX1095" fmla="*/ 3106849 w 3861828"/>
                <a:gd name="csY1095" fmla="*/ 405189 h 4807419"/>
                <a:gd name="csX1096" fmla="*/ 2860519 w 3861828"/>
                <a:gd name="csY1096" fmla="*/ 405189 h 4807419"/>
                <a:gd name="csX1097" fmla="*/ 2860519 w 3861828"/>
                <a:gd name="csY1097" fmla="*/ 107208 h 4807419"/>
                <a:gd name="csX1098" fmla="*/ 2859087 w 3861828"/>
                <a:gd name="csY1098" fmla="*/ 95289 h 4807419"/>
                <a:gd name="csX1099" fmla="*/ 3108281 w 3861828"/>
                <a:gd name="csY1099" fmla="*/ 95289 h 4807419"/>
                <a:gd name="csX1100" fmla="*/ 3106849 w 3861828"/>
                <a:gd name="csY1100" fmla="*/ 107208 h 4807419"/>
                <a:gd name="csX1101" fmla="*/ 3184402 w 3861828"/>
                <a:gd name="csY1101" fmla="*/ 79397 h 4807419"/>
                <a:gd name="csX1102" fmla="*/ 3190284 w 3861828"/>
                <a:gd name="csY1102" fmla="*/ 90998 h 4807419"/>
                <a:gd name="csX1103" fmla="*/ 3194257 w 3861828"/>
                <a:gd name="csY1103" fmla="*/ 107208 h 4807419"/>
                <a:gd name="csX1104" fmla="*/ 3194257 w 3861828"/>
                <a:gd name="csY1104" fmla="*/ 421081 h 4807419"/>
                <a:gd name="csX1105" fmla="*/ 3472372 w 3861828"/>
                <a:gd name="csY1105" fmla="*/ 421081 h 4807419"/>
                <a:gd name="csX1106" fmla="*/ 3472372 w 3861828"/>
                <a:gd name="csY1106" fmla="*/ 107208 h 4807419"/>
                <a:gd name="csX1107" fmla="*/ 3476345 w 3861828"/>
                <a:gd name="csY1107" fmla="*/ 90998 h 4807419"/>
                <a:gd name="csX1108" fmla="*/ 3482227 w 3861828"/>
                <a:gd name="csY1108" fmla="*/ 79397 h 4807419"/>
                <a:gd name="csX1109" fmla="*/ 3456480 w 3861828"/>
                <a:gd name="csY1109" fmla="*/ 107208 h 4807419"/>
                <a:gd name="csX1110" fmla="*/ 3456480 w 3861828"/>
                <a:gd name="csY1110" fmla="*/ 405189 h 4807419"/>
                <a:gd name="csX1111" fmla="*/ 3210149 w 3861828"/>
                <a:gd name="csY1111" fmla="*/ 405189 h 4807419"/>
                <a:gd name="csX1112" fmla="*/ 3210149 w 3861828"/>
                <a:gd name="csY1112" fmla="*/ 107208 h 4807419"/>
                <a:gd name="csX1113" fmla="*/ 3208718 w 3861828"/>
                <a:gd name="csY1113" fmla="*/ 95289 h 4807419"/>
                <a:gd name="csX1114" fmla="*/ 3457912 w 3861828"/>
                <a:gd name="csY1114" fmla="*/ 95289 h 4807419"/>
                <a:gd name="csX1115" fmla="*/ 3456480 w 3861828"/>
                <a:gd name="csY1115" fmla="*/ 107208 h 4807419"/>
                <a:gd name="csX1116" fmla="*/ 387358 w 3861828"/>
                <a:gd name="csY1116" fmla="*/ 79397 h 4807419"/>
                <a:gd name="csX1117" fmla="*/ 393239 w 3861828"/>
                <a:gd name="csY1117" fmla="*/ 90998 h 4807419"/>
                <a:gd name="csX1118" fmla="*/ 397212 w 3861828"/>
                <a:gd name="csY1118" fmla="*/ 107208 h 4807419"/>
                <a:gd name="csX1119" fmla="*/ 397212 w 3861828"/>
                <a:gd name="csY1119" fmla="*/ 421081 h 4807419"/>
                <a:gd name="csX1120" fmla="*/ 675328 w 3861828"/>
                <a:gd name="csY1120" fmla="*/ 421081 h 4807419"/>
                <a:gd name="csX1121" fmla="*/ 675328 w 3861828"/>
                <a:gd name="csY1121" fmla="*/ 107208 h 4807419"/>
                <a:gd name="csX1122" fmla="*/ 679301 w 3861828"/>
                <a:gd name="csY1122" fmla="*/ 90998 h 4807419"/>
                <a:gd name="csX1123" fmla="*/ 685183 w 3861828"/>
                <a:gd name="csY1123" fmla="*/ 79397 h 4807419"/>
                <a:gd name="csX1124" fmla="*/ 659435 w 3861828"/>
                <a:gd name="csY1124" fmla="*/ 107208 h 4807419"/>
                <a:gd name="csX1125" fmla="*/ 659435 w 3861828"/>
                <a:gd name="csY1125" fmla="*/ 405189 h 4807419"/>
                <a:gd name="csX1126" fmla="*/ 413105 w 3861828"/>
                <a:gd name="csY1126" fmla="*/ 405189 h 4807419"/>
                <a:gd name="csX1127" fmla="*/ 413105 w 3861828"/>
                <a:gd name="csY1127" fmla="*/ 107208 h 4807419"/>
                <a:gd name="csX1128" fmla="*/ 411673 w 3861828"/>
                <a:gd name="csY1128" fmla="*/ 95289 h 4807419"/>
                <a:gd name="csX1129" fmla="*/ 660867 w 3861828"/>
                <a:gd name="csY1129" fmla="*/ 95289 h 4807419"/>
                <a:gd name="csX1130" fmla="*/ 659436 w 3861828"/>
                <a:gd name="csY1130" fmla="*/ 107208 h 4807419"/>
                <a:gd name="csX1131" fmla="*/ 736988 w 3861828"/>
                <a:gd name="csY1131" fmla="*/ 79397 h 4807419"/>
                <a:gd name="csX1132" fmla="*/ 742870 w 3861828"/>
                <a:gd name="csY1132" fmla="*/ 90998 h 4807419"/>
                <a:gd name="csX1133" fmla="*/ 746843 w 3861828"/>
                <a:gd name="csY1133" fmla="*/ 107208 h 4807419"/>
                <a:gd name="csX1134" fmla="*/ 746843 w 3861828"/>
                <a:gd name="csY1134" fmla="*/ 421081 h 4807419"/>
                <a:gd name="csX1135" fmla="*/ 1024958 w 3861828"/>
                <a:gd name="csY1135" fmla="*/ 421081 h 4807419"/>
                <a:gd name="csX1136" fmla="*/ 1024958 w 3861828"/>
                <a:gd name="csY1136" fmla="*/ 107208 h 4807419"/>
                <a:gd name="csX1137" fmla="*/ 1028931 w 3861828"/>
                <a:gd name="csY1137" fmla="*/ 90998 h 4807419"/>
                <a:gd name="csX1138" fmla="*/ 1034814 w 3861828"/>
                <a:gd name="csY1138" fmla="*/ 79397 h 4807419"/>
                <a:gd name="csX1139" fmla="*/ 1009066 w 3861828"/>
                <a:gd name="csY1139" fmla="*/ 107208 h 4807419"/>
                <a:gd name="csX1140" fmla="*/ 1009066 w 3861828"/>
                <a:gd name="csY1140" fmla="*/ 405189 h 4807419"/>
                <a:gd name="csX1141" fmla="*/ 762735 w 3861828"/>
                <a:gd name="csY1141" fmla="*/ 405189 h 4807419"/>
                <a:gd name="csX1142" fmla="*/ 762735 w 3861828"/>
                <a:gd name="csY1142" fmla="*/ 107208 h 4807419"/>
                <a:gd name="csX1143" fmla="*/ 761304 w 3861828"/>
                <a:gd name="csY1143" fmla="*/ 95289 h 4807419"/>
                <a:gd name="csX1144" fmla="*/ 1010498 w 3861828"/>
                <a:gd name="csY1144" fmla="*/ 95289 h 4807419"/>
                <a:gd name="csX1145" fmla="*/ 1009066 w 3861828"/>
                <a:gd name="csY1145" fmla="*/ 107208 h 4807419"/>
                <a:gd name="csX1146" fmla="*/ 1086619 w 3861828"/>
                <a:gd name="csY1146" fmla="*/ 79397 h 4807419"/>
                <a:gd name="csX1147" fmla="*/ 1092500 w 3861828"/>
                <a:gd name="csY1147" fmla="*/ 90998 h 4807419"/>
                <a:gd name="csX1148" fmla="*/ 1096474 w 3861828"/>
                <a:gd name="csY1148" fmla="*/ 107208 h 4807419"/>
                <a:gd name="csX1149" fmla="*/ 1096474 w 3861828"/>
                <a:gd name="csY1149" fmla="*/ 421081 h 4807419"/>
                <a:gd name="csX1150" fmla="*/ 1374589 w 3861828"/>
                <a:gd name="csY1150" fmla="*/ 421081 h 4807419"/>
                <a:gd name="csX1151" fmla="*/ 1374589 w 3861828"/>
                <a:gd name="csY1151" fmla="*/ 107208 h 4807419"/>
                <a:gd name="csX1152" fmla="*/ 1378562 w 3861828"/>
                <a:gd name="csY1152" fmla="*/ 90998 h 4807419"/>
                <a:gd name="csX1153" fmla="*/ 1384444 w 3861828"/>
                <a:gd name="csY1153" fmla="*/ 79397 h 4807419"/>
                <a:gd name="csX1154" fmla="*/ 1358696 w 3861828"/>
                <a:gd name="csY1154" fmla="*/ 107208 h 4807419"/>
                <a:gd name="csX1155" fmla="*/ 1358696 w 3861828"/>
                <a:gd name="csY1155" fmla="*/ 405189 h 4807419"/>
                <a:gd name="csX1156" fmla="*/ 1112366 w 3861828"/>
                <a:gd name="csY1156" fmla="*/ 405189 h 4807419"/>
                <a:gd name="csX1157" fmla="*/ 1112366 w 3861828"/>
                <a:gd name="csY1157" fmla="*/ 107208 h 4807419"/>
                <a:gd name="csX1158" fmla="*/ 1110934 w 3861828"/>
                <a:gd name="csY1158" fmla="*/ 95289 h 4807419"/>
                <a:gd name="csX1159" fmla="*/ 1360128 w 3861828"/>
                <a:gd name="csY1159" fmla="*/ 95289 h 4807419"/>
                <a:gd name="csX1160" fmla="*/ 1358697 w 3861828"/>
                <a:gd name="csY1160" fmla="*/ 107208 h 4807419"/>
                <a:gd name="csX1161" fmla="*/ 1436249 w 3861828"/>
                <a:gd name="csY1161" fmla="*/ 79397 h 4807419"/>
                <a:gd name="csX1162" fmla="*/ 1442131 w 3861828"/>
                <a:gd name="csY1162" fmla="*/ 90998 h 4807419"/>
                <a:gd name="csX1163" fmla="*/ 1446104 w 3861828"/>
                <a:gd name="csY1163" fmla="*/ 107208 h 4807419"/>
                <a:gd name="csX1164" fmla="*/ 1446104 w 3861828"/>
                <a:gd name="csY1164" fmla="*/ 421081 h 4807419"/>
                <a:gd name="csX1165" fmla="*/ 1724220 w 3861828"/>
                <a:gd name="csY1165" fmla="*/ 421081 h 4807419"/>
                <a:gd name="csX1166" fmla="*/ 1724220 w 3861828"/>
                <a:gd name="csY1166" fmla="*/ 107208 h 4807419"/>
                <a:gd name="csX1167" fmla="*/ 1728193 w 3861828"/>
                <a:gd name="csY1167" fmla="*/ 90998 h 4807419"/>
                <a:gd name="csX1168" fmla="*/ 1734075 w 3861828"/>
                <a:gd name="csY1168" fmla="*/ 79397 h 4807419"/>
                <a:gd name="csX1169" fmla="*/ 1708327 w 3861828"/>
                <a:gd name="csY1169" fmla="*/ 107208 h 4807419"/>
                <a:gd name="csX1170" fmla="*/ 1708327 w 3861828"/>
                <a:gd name="csY1170" fmla="*/ 405189 h 4807419"/>
                <a:gd name="csX1171" fmla="*/ 1461997 w 3861828"/>
                <a:gd name="csY1171" fmla="*/ 405189 h 4807419"/>
                <a:gd name="csX1172" fmla="*/ 1461997 w 3861828"/>
                <a:gd name="csY1172" fmla="*/ 107208 h 4807419"/>
                <a:gd name="csX1173" fmla="*/ 1460565 w 3861828"/>
                <a:gd name="csY1173" fmla="*/ 95289 h 4807419"/>
                <a:gd name="csX1174" fmla="*/ 1709759 w 3861828"/>
                <a:gd name="csY1174" fmla="*/ 95289 h 4807419"/>
                <a:gd name="csX1175" fmla="*/ 1708327 w 3861828"/>
                <a:gd name="csY1175" fmla="*/ 107208 h 4807419"/>
                <a:gd name="csX1176" fmla="*/ 1785880 w 3861828"/>
                <a:gd name="csY1176" fmla="*/ 79397 h 4807419"/>
                <a:gd name="csX1177" fmla="*/ 1791762 w 3861828"/>
                <a:gd name="csY1177" fmla="*/ 90998 h 4807419"/>
                <a:gd name="csX1178" fmla="*/ 1795735 w 3861828"/>
                <a:gd name="csY1178" fmla="*/ 107208 h 4807419"/>
                <a:gd name="csX1179" fmla="*/ 1795735 w 3861828"/>
                <a:gd name="csY1179" fmla="*/ 421081 h 4807419"/>
                <a:gd name="csX1180" fmla="*/ 2073850 w 3861828"/>
                <a:gd name="csY1180" fmla="*/ 421081 h 4807419"/>
                <a:gd name="csX1181" fmla="*/ 2073850 w 3861828"/>
                <a:gd name="csY1181" fmla="*/ 107208 h 4807419"/>
                <a:gd name="csX1182" fmla="*/ 2077823 w 3861828"/>
                <a:gd name="csY1182" fmla="*/ 90998 h 4807419"/>
                <a:gd name="csX1183" fmla="*/ 2083705 w 3861828"/>
                <a:gd name="csY1183" fmla="*/ 79397 h 4807419"/>
                <a:gd name="csX1184" fmla="*/ 2057958 w 3861828"/>
                <a:gd name="csY1184" fmla="*/ 107208 h 4807419"/>
                <a:gd name="csX1185" fmla="*/ 2057958 w 3861828"/>
                <a:gd name="csY1185" fmla="*/ 405189 h 4807419"/>
                <a:gd name="csX1186" fmla="*/ 1811627 w 3861828"/>
                <a:gd name="csY1186" fmla="*/ 405189 h 4807419"/>
                <a:gd name="csX1187" fmla="*/ 1811627 w 3861828"/>
                <a:gd name="csY1187" fmla="*/ 107208 h 4807419"/>
                <a:gd name="csX1188" fmla="*/ 1810195 w 3861828"/>
                <a:gd name="csY1188" fmla="*/ 95289 h 4807419"/>
                <a:gd name="csX1189" fmla="*/ 2059389 w 3861828"/>
                <a:gd name="csY1189" fmla="*/ 95289 h 4807419"/>
                <a:gd name="csX1190" fmla="*/ 2057958 w 3861828"/>
                <a:gd name="csY1190" fmla="*/ 107208 h 4807419"/>
                <a:gd name="csX1191" fmla="*/ 2135510 w 3861828"/>
                <a:gd name="csY1191" fmla="*/ 79397 h 4807419"/>
                <a:gd name="csX1192" fmla="*/ 2141392 w 3861828"/>
                <a:gd name="csY1192" fmla="*/ 90998 h 4807419"/>
                <a:gd name="csX1193" fmla="*/ 2145365 w 3861828"/>
                <a:gd name="csY1193" fmla="*/ 107208 h 4807419"/>
                <a:gd name="csX1194" fmla="*/ 2145365 w 3861828"/>
                <a:gd name="csY1194" fmla="*/ 421081 h 4807419"/>
                <a:gd name="csX1195" fmla="*/ 2423481 w 3861828"/>
                <a:gd name="csY1195" fmla="*/ 421081 h 4807419"/>
                <a:gd name="csX1196" fmla="*/ 2423481 w 3861828"/>
                <a:gd name="csY1196" fmla="*/ 107208 h 4807419"/>
                <a:gd name="csX1197" fmla="*/ 2427454 w 3861828"/>
                <a:gd name="csY1197" fmla="*/ 90998 h 4807419"/>
                <a:gd name="csX1198" fmla="*/ 2433336 w 3861828"/>
                <a:gd name="csY1198" fmla="*/ 79397 h 4807419"/>
                <a:gd name="csX1199" fmla="*/ 2407588 w 3861828"/>
                <a:gd name="csY1199" fmla="*/ 107208 h 4807419"/>
                <a:gd name="csX1200" fmla="*/ 2407588 w 3861828"/>
                <a:gd name="csY1200" fmla="*/ 405189 h 4807419"/>
                <a:gd name="csX1201" fmla="*/ 2161258 w 3861828"/>
                <a:gd name="csY1201" fmla="*/ 405189 h 4807419"/>
                <a:gd name="csX1202" fmla="*/ 2161258 w 3861828"/>
                <a:gd name="csY1202" fmla="*/ 107208 h 4807419"/>
                <a:gd name="csX1203" fmla="*/ 2159826 w 3861828"/>
                <a:gd name="csY1203" fmla="*/ 95289 h 4807419"/>
                <a:gd name="csX1204" fmla="*/ 2409020 w 3861828"/>
                <a:gd name="csY1204" fmla="*/ 95289 h 4807419"/>
                <a:gd name="csX1205" fmla="*/ 2407588 w 3861828"/>
                <a:gd name="csY1205" fmla="*/ 107208 h 4807419"/>
                <a:gd name="csX1206" fmla="*/ 2485141 w 3861828"/>
                <a:gd name="csY1206" fmla="*/ 79397 h 4807419"/>
                <a:gd name="csX1207" fmla="*/ 2491023 w 3861828"/>
                <a:gd name="csY1207" fmla="*/ 90998 h 4807419"/>
                <a:gd name="csX1208" fmla="*/ 2494996 w 3861828"/>
                <a:gd name="csY1208" fmla="*/ 107208 h 4807419"/>
                <a:gd name="csX1209" fmla="*/ 2494996 w 3861828"/>
                <a:gd name="csY1209" fmla="*/ 421081 h 4807419"/>
                <a:gd name="csX1210" fmla="*/ 2773111 w 3861828"/>
                <a:gd name="csY1210" fmla="*/ 421081 h 4807419"/>
                <a:gd name="csX1211" fmla="*/ 2773111 w 3861828"/>
                <a:gd name="csY1211" fmla="*/ 107208 h 4807419"/>
                <a:gd name="csX1212" fmla="*/ 2777084 w 3861828"/>
                <a:gd name="csY1212" fmla="*/ 90998 h 4807419"/>
                <a:gd name="csX1213" fmla="*/ 2782966 w 3861828"/>
                <a:gd name="csY1213" fmla="*/ 79397 h 4807419"/>
                <a:gd name="csX1214" fmla="*/ 2757219 w 3861828"/>
                <a:gd name="csY1214" fmla="*/ 107208 h 4807419"/>
                <a:gd name="csX1215" fmla="*/ 2757219 w 3861828"/>
                <a:gd name="csY1215" fmla="*/ 405189 h 4807419"/>
                <a:gd name="csX1216" fmla="*/ 2510888 w 3861828"/>
                <a:gd name="csY1216" fmla="*/ 405189 h 4807419"/>
                <a:gd name="csX1217" fmla="*/ 2510888 w 3861828"/>
                <a:gd name="csY1217" fmla="*/ 107208 h 4807419"/>
                <a:gd name="csX1218" fmla="*/ 2509457 w 3861828"/>
                <a:gd name="csY1218" fmla="*/ 95289 h 4807419"/>
                <a:gd name="csX1219" fmla="*/ 2758651 w 3861828"/>
                <a:gd name="csY1219" fmla="*/ 95289 h 4807419"/>
                <a:gd name="csX1220" fmla="*/ 2757219 w 3861828"/>
                <a:gd name="csY1220" fmla="*/ 107208 h 4807419"/>
                <a:gd name="csX1221" fmla="*/ 2834771 w 3861828"/>
                <a:gd name="csY1221" fmla="*/ 79397 h 4807419"/>
                <a:gd name="csX1222" fmla="*/ 2840653 w 3861828"/>
                <a:gd name="csY1222" fmla="*/ 90998 h 4807419"/>
                <a:gd name="csX1223" fmla="*/ 2844627 w 3861828"/>
                <a:gd name="csY1223" fmla="*/ 107208 h 4807419"/>
                <a:gd name="csX1224" fmla="*/ 2844627 w 3861828"/>
                <a:gd name="csY1224" fmla="*/ 421081 h 4807419"/>
                <a:gd name="csX1225" fmla="*/ 3122742 w 3861828"/>
                <a:gd name="csY1225" fmla="*/ 421081 h 4807419"/>
                <a:gd name="csX1226" fmla="*/ 3122742 w 3861828"/>
                <a:gd name="csY1226" fmla="*/ 107208 h 4807419"/>
                <a:gd name="csX1227" fmla="*/ 3126715 w 3861828"/>
                <a:gd name="csY1227" fmla="*/ 90998 h 4807419"/>
                <a:gd name="csX1228" fmla="*/ 3132597 w 3861828"/>
                <a:gd name="csY1228" fmla="*/ 79397 h 4807419"/>
                <a:gd name="csX1229" fmla="*/ 3106849 w 3861828"/>
                <a:gd name="csY1229" fmla="*/ 107208 h 4807419"/>
                <a:gd name="csX1230" fmla="*/ 3106849 w 3861828"/>
                <a:gd name="csY1230" fmla="*/ 405189 h 4807419"/>
                <a:gd name="csX1231" fmla="*/ 2860519 w 3861828"/>
                <a:gd name="csY1231" fmla="*/ 405189 h 4807419"/>
                <a:gd name="csX1232" fmla="*/ 2860519 w 3861828"/>
                <a:gd name="csY1232" fmla="*/ 107208 h 4807419"/>
                <a:gd name="csX1233" fmla="*/ 2859087 w 3861828"/>
                <a:gd name="csY1233" fmla="*/ 95289 h 4807419"/>
                <a:gd name="csX1234" fmla="*/ 3108281 w 3861828"/>
                <a:gd name="csY1234" fmla="*/ 95289 h 4807419"/>
                <a:gd name="csX1235" fmla="*/ 3106849 w 3861828"/>
                <a:gd name="csY1235" fmla="*/ 107208 h 4807419"/>
                <a:gd name="csX1236" fmla="*/ 3184402 w 3861828"/>
                <a:gd name="csY1236" fmla="*/ 79397 h 4807419"/>
                <a:gd name="csX1237" fmla="*/ 3190284 w 3861828"/>
                <a:gd name="csY1237" fmla="*/ 90998 h 4807419"/>
                <a:gd name="csX1238" fmla="*/ 3194257 w 3861828"/>
                <a:gd name="csY1238" fmla="*/ 107208 h 4807419"/>
                <a:gd name="csX1239" fmla="*/ 3194257 w 3861828"/>
                <a:gd name="csY1239" fmla="*/ 421081 h 4807419"/>
                <a:gd name="csX1240" fmla="*/ 3472372 w 3861828"/>
                <a:gd name="csY1240" fmla="*/ 421081 h 4807419"/>
                <a:gd name="csX1241" fmla="*/ 3472372 w 3861828"/>
                <a:gd name="csY1241" fmla="*/ 107208 h 4807419"/>
                <a:gd name="csX1242" fmla="*/ 3476345 w 3861828"/>
                <a:gd name="csY1242" fmla="*/ 90998 h 4807419"/>
                <a:gd name="csX1243" fmla="*/ 3482227 w 3861828"/>
                <a:gd name="csY1243" fmla="*/ 79397 h 4807419"/>
                <a:gd name="csX1244" fmla="*/ 3456480 w 3861828"/>
                <a:gd name="csY1244" fmla="*/ 107208 h 4807419"/>
                <a:gd name="csX1245" fmla="*/ 3456480 w 3861828"/>
                <a:gd name="csY1245" fmla="*/ 405189 h 4807419"/>
                <a:gd name="csX1246" fmla="*/ 3210149 w 3861828"/>
                <a:gd name="csY1246" fmla="*/ 405189 h 4807419"/>
                <a:gd name="csX1247" fmla="*/ 3210149 w 3861828"/>
                <a:gd name="csY1247" fmla="*/ 107208 h 4807419"/>
                <a:gd name="csX1248" fmla="*/ 3208718 w 3861828"/>
                <a:gd name="csY1248" fmla="*/ 95289 h 4807419"/>
                <a:gd name="csX1249" fmla="*/ 3457912 w 3861828"/>
                <a:gd name="csY1249" fmla="*/ 95289 h 4807419"/>
                <a:gd name="csX1250" fmla="*/ 3456480 w 3861828"/>
                <a:gd name="csY1250" fmla="*/ 107208 h 4807419"/>
                <a:gd name="csX1251" fmla="*/ 387358 w 3861828"/>
                <a:gd name="csY1251" fmla="*/ 79397 h 4807419"/>
                <a:gd name="csX1252" fmla="*/ 393239 w 3861828"/>
                <a:gd name="csY1252" fmla="*/ 90998 h 4807419"/>
                <a:gd name="csX1253" fmla="*/ 397212 w 3861828"/>
                <a:gd name="csY1253" fmla="*/ 107208 h 4807419"/>
                <a:gd name="csX1254" fmla="*/ 397212 w 3861828"/>
                <a:gd name="csY1254" fmla="*/ 421081 h 4807419"/>
                <a:gd name="csX1255" fmla="*/ 675328 w 3861828"/>
                <a:gd name="csY1255" fmla="*/ 421081 h 4807419"/>
                <a:gd name="csX1256" fmla="*/ 675328 w 3861828"/>
                <a:gd name="csY1256" fmla="*/ 107208 h 4807419"/>
                <a:gd name="csX1257" fmla="*/ 679301 w 3861828"/>
                <a:gd name="csY1257" fmla="*/ 90998 h 4807419"/>
                <a:gd name="csX1258" fmla="*/ 685183 w 3861828"/>
                <a:gd name="csY1258" fmla="*/ 79397 h 4807419"/>
                <a:gd name="csX1259" fmla="*/ 659435 w 3861828"/>
                <a:gd name="csY1259" fmla="*/ 107208 h 4807419"/>
                <a:gd name="csX1260" fmla="*/ 659435 w 3861828"/>
                <a:gd name="csY1260" fmla="*/ 405189 h 4807419"/>
                <a:gd name="csX1261" fmla="*/ 413105 w 3861828"/>
                <a:gd name="csY1261" fmla="*/ 405189 h 4807419"/>
                <a:gd name="csX1262" fmla="*/ 413105 w 3861828"/>
                <a:gd name="csY1262" fmla="*/ 107208 h 4807419"/>
                <a:gd name="csX1263" fmla="*/ 411673 w 3861828"/>
                <a:gd name="csY1263" fmla="*/ 95289 h 4807419"/>
                <a:gd name="csX1264" fmla="*/ 660867 w 3861828"/>
                <a:gd name="csY1264" fmla="*/ 95289 h 4807419"/>
                <a:gd name="csX1265" fmla="*/ 659436 w 3861828"/>
                <a:gd name="csY1265" fmla="*/ 107208 h 4807419"/>
                <a:gd name="csX1266" fmla="*/ 736988 w 3861828"/>
                <a:gd name="csY1266" fmla="*/ 79397 h 4807419"/>
                <a:gd name="csX1267" fmla="*/ 742870 w 3861828"/>
                <a:gd name="csY1267" fmla="*/ 90998 h 4807419"/>
                <a:gd name="csX1268" fmla="*/ 746843 w 3861828"/>
                <a:gd name="csY1268" fmla="*/ 107208 h 4807419"/>
                <a:gd name="csX1269" fmla="*/ 746843 w 3861828"/>
                <a:gd name="csY1269" fmla="*/ 421081 h 4807419"/>
                <a:gd name="csX1270" fmla="*/ 1024958 w 3861828"/>
                <a:gd name="csY1270" fmla="*/ 421081 h 4807419"/>
                <a:gd name="csX1271" fmla="*/ 1024958 w 3861828"/>
                <a:gd name="csY1271" fmla="*/ 107208 h 4807419"/>
                <a:gd name="csX1272" fmla="*/ 1028931 w 3861828"/>
                <a:gd name="csY1272" fmla="*/ 90998 h 4807419"/>
                <a:gd name="csX1273" fmla="*/ 1034814 w 3861828"/>
                <a:gd name="csY1273" fmla="*/ 79397 h 4807419"/>
                <a:gd name="csX1274" fmla="*/ 1009066 w 3861828"/>
                <a:gd name="csY1274" fmla="*/ 107208 h 4807419"/>
                <a:gd name="csX1275" fmla="*/ 1009066 w 3861828"/>
                <a:gd name="csY1275" fmla="*/ 405189 h 4807419"/>
                <a:gd name="csX1276" fmla="*/ 762735 w 3861828"/>
                <a:gd name="csY1276" fmla="*/ 405189 h 4807419"/>
                <a:gd name="csX1277" fmla="*/ 762735 w 3861828"/>
                <a:gd name="csY1277" fmla="*/ 107208 h 4807419"/>
                <a:gd name="csX1278" fmla="*/ 761304 w 3861828"/>
                <a:gd name="csY1278" fmla="*/ 95289 h 4807419"/>
                <a:gd name="csX1279" fmla="*/ 1010498 w 3861828"/>
                <a:gd name="csY1279" fmla="*/ 95289 h 4807419"/>
                <a:gd name="csX1280" fmla="*/ 1009066 w 3861828"/>
                <a:gd name="csY1280" fmla="*/ 107208 h 4807419"/>
                <a:gd name="csX1281" fmla="*/ 1086619 w 3861828"/>
                <a:gd name="csY1281" fmla="*/ 79397 h 4807419"/>
                <a:gd name="csX1282" fmla="*/ 1092500 w 3861828"/>
                <a:gd name="csY1282" fmla="*/ 90998 h 4807419"/>
                <a:gd name="csX1283" fmla="*/ 1096474 w 3861828"/>
                <a:gd name="csY1283" fmla="*/ 107208 h 4807419"/>
                <a:gd name="csX1284" fmla="*/ 1096474 w 3861828"/>
                <a:gd name="csY1284" fmla="*/ 421081 h 4807419"/>
                <a:gd name="csX1285" fmla="*/ 1374589 w 3861828"/>
                <a:gd name="csY1285" fmla="*/ 421081 h 4807419"/>
                <a:gd name="csX1286" fmla="*/ 1374589 w 3861828"/>
                <a:gd name="csY1286" fmla="*/ 107208 h 4807419"/>
                <a:gd name="csX1287" fmla="*/ 1378562 w 3861828"/>
                <a:gd name="csY1287" fmla="*/ 90998 h 4807419"/>
                <a:gd name="csX1288" fmla="*/ 1384444 w 3861828"/>
                <a:gd name="csY1288" fmla="*/ 79397 h 4807419"/>
                <a:gd name="csX1289" fmla="*/ 1358696 w 3861828"/>
                <a:gd name="csY1289" fmla="*/ 107208 h 4807419"/>
                <a:gd name="csX1290" fmla="*/ 1358696 w 3861828"/>
                <a:gd name="csY1290" fmla="*/ 405189 h 4807419"/>
                <a:gd name="csX1291" fmla="*/ 1112366 w 3861828"/>
                <a:gd name="csY1291" fmla="*/ 405189 h 4807419"/>
                <a:gd name="csX1292" fmla="*/ 1112366 w 3861828"/>
                <a:gd name="csY1292" fmla="*/ 107208 h 4807419"/>
                <a:gd name="csX1293" fmla="*/ 1110934 w 3861828"/>
                <a:gd name="csY1293" fmla="*/ 95289 h 4807419"/>
                <a:gd name="csX1294" fmla="*/ 1360128 w 3861828"/>
                <a:gd name="csY1294" fmla="*/ 95289 h 4807419"/>
                <a:gd name="csX1295" fmla="*/ 1358697 w 3861828"/>
                <a:gd name="csY1295" fmla="*/ 107208 h 4807419"/>
                <a:gd name="csX1296" fmla="*/ 1436249 w 3861828"/>
                <a:gd name="csY1296" fmla="*/ 79397 h 4807419"/>
                <a:gd name="csX1297" fmla="*/ 1442131 w 3861828"/>
                <a:gd name="csY1297" fmla="*/ 90998 h 4807419"/>
                <a:gd name="csX1298" fmla="*/ 1446104 w 3861828"/>
                <a:gd name="csY1298" fmla="*/ 107208 h 4807419"/>
                <a:gd name="csX1299" fmla="*/ 1446104 w 3861828"/>
                <a:gd name="csY1299" fmla="*/ 421081 h 4807419"/>
                <a:gd name="csX1300" fmla="*/ 1724220 w 3861828"/>
                <a:gd name="csY1300" fmla="*/ 421081 h 4807419"/>
                <a:gd name="csX1301" fmla="*/ 1724220 w 3861828"/>
                <a:gd name="csY1301" fmla="*/ 107208 h 4807419"/>
                <a:gd name="csX1302" fmla="*/ 1728193 w 3861828"/>
                <a:gd name="csY1302" fmla="*/ 90998 h 4807419"/>
                <a:gd name="csX1303" fmla="*/ 1734075 w 3861828"/>
                <a:gd name="csY1303" fmla="*/ 79397 h 4807419"/>
                <a:gd name="csX1304" fmla="*/ 1708327 w 3861828"/>
                <a:gd name="csY1304" fmla="*/ 107208 h 4807419"/>
                <a:gd name="csX1305" fmla="*/ 1708327 w 3861828"/>
                <a:gd name="csY1305" fmla="*/ 405189 h 4807419"/>
                <a:gd name="csX1306" fmla="*/ 1461997 w 3861828"/>
                <a:gd name="csY1306" fmla="*/ 405189 h 4807419"/>
                <a:gd name="csX1307" fmla="*/ 1461997 w 3861828"/>
                <a:gd name="csY1307" fmla="*/ 107208 h 4807419"/>
                <a:gd name="csX1308" fmla="*/ 1460565 w 3861828"/>
                <a:gd name="csY1308" fmla="*/ 95289 h 4807419"/>
                <a:gd name="csX1309" fmla="*/ 1709759 w 3861828"/>
                <a:gd name="csY1309" fmla="*/ 95289 h 4807419"/>
                <a:gd name="csX1310" fmla="*/ 1708327 w 3861828"/>
                <a:gd name="csY1310" fmla="*/ 107208 h 4807419"/>
                <a:gd name="csX1311" fmla="*/ 1785880 w 3861828"/>
                <a:gd name="csY1311" fmla="*/ 79397 h 4807419"/>
                <a:gd name="csX1312" fmla="*/ 1791762 w 3861828"/>
                <a:gd name="csY1312" fmla="*/ 90998 h 4807419"/>
                <a:gd name="csX1313" fmla="*/ 1795735 w 3861828"/>
                <a:gd name="csY1313" fmla="*/ 107208 h 4807419"/>
                <a:gd name="csX1314" fmla="*/ 1795735 w 3861828"/>
                <a:gd name="csY1314" fmla="*/ 421081 h 4807419"/>
                <a:gd name="csX1315" fmla="*/ 2073850 w 3861828"/>
                <a:gd name="csY1315" fmla="*/ 421081 h 4807419"/>
                <a:gd name="csX1316" fmla="*/ 2073850 w 3861828"/>
                <a:gd name="csY1316" fmla="*/ 107208 h 4807419"/>
                <a:gd name="csX1317" fmla="*/ 2077823 w 3861828"/>
                <a:gd name="csY1317" fmla="*/ 90998 h 4807419"/>
                <a:gd name="csX1318" fmla="*/ 2083705 w 3861828"/>
                <a:gd name="csY1318" fmla="*/ 79397 h 4807419"/>
                <a:gd name="csX1319" fmla="*/ 2057958 w 3861828"/>
                <a:gd name="csY1319" fmla="*/ 107208 h 4807419"/>
                <a:gd name="csX1320" fmla="*/ 2057958 w 3861828"/>
                <a:gd name="csY1320" fmla="*/ 405189 h 4807419"/>
                <a:gd name="csX1321" fmla="*/ 1811627 w 3861828"/>
                <a:gd name="csY1321" fmla="*/ 405189 h 4807419"/>
                <a:gd name="csX1322" fmla="*/ 1811627 w 3861828"/>
                <a:gd name="csY1322" fmla="*/ 107208 h 4807419"/>
                <a:gd name="csX1323" fmla="*/ 1810195 w 3861828"/>
                <a:gd name="csY1323" fmla="*/ 95289 h 4807419"/>
                <a:gd name="csX1324" fmla="*/ 2059389 w 3861828"/>
                <a:gd name="csY1324" fmla="*/ 95289 h 4807419"/>
                <a:gd name="csX1325" fmla="*/ 2057958 w 3861828"/>
                <a:gd name="csY1325" fmla="*/ 107208 h 4807419"/>
                <a:gd name="csX1326" fmla="*/ 2135510 w 3861828"/>
                <a:gd name="csY1326" fmla="*/ 79397 h 4807419"/>
                <a:gd name="csX1327" fmla="*/ 2141392 w 3861828"/>
                <a:gd name="csY1327" fmla="*/ 90998 h 4807419"/>
                <a:gd name="csX1328" fmla="*/ 2145365 w 3861828"/>
                <a:gd name="csY1328" fmla="*/ 107208 h 4807419"/>
                <a:gd name="csX1329" fmla="*/ 2145365 w 3861828"/>
                <a:gd name="csY1329" fmla="*/ 421081 h 4807419"/>
                <a:gd name="csX1330" fmla="*/ 2423481 w 3861828"/>
                <a:gd name="csY1330" fmla="*/ 421081 h 4807419"/>
                <a:gd name="csX1331" fmla="*/ 2423481 w 3861828"/>
                <a:gd name="csY1331" fmla="*/ 107208 h 4807419"/>
                <a:gd name="csX1332" fmla="*/ 2427454 w 3861828"/>
                <a:gd name="csY1332" fmla="*/ 90998 h 4807419"/>
                <a:gd name="csX1333" fmla="*/ 2433336 w 3861828"/>
                <a:gd name="csY1333" fmla="*/ 79397 h 4807419"/>
                <a:gd name="csX1334" fmla="*/ 2407588 w 3861828"/>
                <a:gd name="csY1334" fmla="*/ 107208 h 4807419"/>
                <a:gd name="csX1335" fmla="*/ 2407588 w 3861828"/>
                <a:gd name="csY1335" fmla="*/ 405189 h 4807419"/>
                <a:gd name="csX1336" fmla="*/ 2161258 w 3861828"/>
                <a:gd name="csY1336" fmla="*/ 405189 h 4807419"/>
                <a:gd name="csX1337" fmla="*/ 2161258 w 3861828"/>
                <a:gd name="csY1337" fmla="*/ 107208 h 4807419"/>
                <a:gd name="csX1338" fmla="*/ 2159826 w 3861828"/>
                <a:gd name="csY1338" fmla="*/ 95289 h 4807419"/>
                <a:gd name="csX1339" fmla="*/ 2409020 w 3861828"/>
                <a:gd name="csY1339" fmla="*/ 95289 h 4807419"/>
                <a:gd name="csX1340" fmla="*/ 2407588 w 3861828"/>
                <a:gd name="csY1340" fmla="*/ 107208 h 4807419"/>
                <a:gd name="csX1341" fmla="*/ 2485141 w 3861828"/>
                <a:gd name="csY1341" fmla="*/ 79397 h 4807419"/>
                <a:gd name="csX1342" fmla="*/ 2491023 w 3861828"/>
                <a:gd name="csY1342" fmla="*/ 90998 h 4807419"/>
                <a:gd name="csX1343" fmla="*/ 2494996 w 3861828"/>
                <a:gd name="csY1343" fmla="*/ 107208 h 4807419"/>
                <a:gd name="csX1344" fmla="*/ 2494996 w 3861828"/>
                <a:gd name="csY1344" fmla="*/ 421081 h 4807419"/>
                <a:gd name="csX1345" fmla="*/ 2773111 w 3861828"/>
                <a:gd name="csY1345" fmla="*/ 421081 h 4807419"/>
                <a:gd name="csX1346" fmla="*/ 2773111 w 3861828"/>
                <a:gd name="csY1346" fmla="*/ 107208 h 4807419"/>
                <a:gd name="csX1347" fmla="*/ 2777084 w 3861828"/>
                <a:gd name="csY1347" fmla="*/ 90998 h 4807419"/>
                <a:gd name="csX1348" fmla="*/ 2782966 w 3861828"/>
                <a:gd name="csY1348" fmla="*/ 79397 h 4807419"/>
                <a:gd name="csX1349" fmla="*/ 2757219 w 3861828"/>
                <a:gd name="csY1349" fmla="*/ 107208 h 4807419"/>
                <a:gd name="csX1350" fmla="*/ 2757219 w 3861828"/>
                <a:gd name="csY1350" fmla="*/ 405189 h 4807419"/>
                <a:gd name="csX1351" fmla="*/ 2510888 w 3861828"/>
                <a:gd name="csY1351" fmla="*/ 405189 h 4807419"/>
                <a:gd name="csX1352" fmla="*/ 2510888 w 3861828"/>
                <a:gd name="csY1352" fmla="*/ 107208 h 4807419"/>
                <a:gd name="csX1353" fmla="*/ 2509457 w 3861828"/>
                <a:gd name="csY1353" fmla="*/ 95289 h 4807419"/>
                <a:gd name="csX1354" fmla="*/ 2758651 w 3861828"/>
                <a:gd name="csY1354" fmla="*/ 95289 h 4807419"/>
                <a:gd name="csX1355" fmla="*/ 2757219 w 3861828"/>
                <a:gd name="csY1355" fmla="*/ 107208 h 4807419"/>
                <a:gd name="csX1356" fmla="*/ 2834771 w 3861828"/>
                <a:gd name="csY1356" fmla="*/ 79397 h 4807419"/>
                <a:gd name="csX1357" fmla="*/ 2840653 w 3861828"/>
                <a:gd name="csY1357" fmla="*/ 90998 h 4807419"/>
                <a:gd name="csX1358" fmla="*/ 2844627 w 3861828"/>
                <a:gd name="csY1358" fmla="*/ 107208 h 4807419"/>
                <a:gd name="csX1359" fmla="*/ 2844627 w 3861828"/>
                <a:gd name="csY1359" fmla="*/ 421081 h 4807419"/>
                <a:gd name="csX1360" fmla="*/ 3122742 w 3861828"/>
                <a:gd name="csY1360" fmla="*/ 421081 h 4807419"/>
                <a:gd name="csX1361" fmla="*/ 3122742 w 3861828"/>
                <a:gd name="csY1361" fmla="*/ 107208 h 4807419"/>
                <a:gd name="csX1362" fmla="*/ 3126715 w 3861828"/>
                <a:gd name="csY1362" fmla="*/ 90998 h 4807419"/>
                <a:gd name="csX1363" fmla="*/ 3132597 w 3861828"/>
                <a:gd name="csY1363" fmla="*/ 79397 h 4807419"/>
                <a:gd name="csX1364" fmla="*/ 3106849 w 3861828"/>
                <a:gd name="csY1364" fmla="*/ 107208 h 4807419"/>
                <a:gd name="csX1365" fmla="*/ 3106849 w 3861828"/>
                <a:gd name="csY1365" fmla="*/ 405189 h 4807419"/>
                <a:gd name="csX1366" fmla="*/ 2860519 w 3861828"/>
                <a:gd name="csY1366" fmla="*/ 405189 h 4807419"/>
                <a:gd name="csX1367" fmla="*/ 2860519 w 3861828"/>
                <a:gd name="csY1367" fmla="*/ 107208 h 4807419"/>
                <a:gd name="csX1368" fmla="*/ 2859087 w 3861828"/>
                <a:gd name="csY1368" fmla="*/ 95289 h 4807419"/>
                <a:gd name="csX1369" fmla="*/ 3108281 w 3861828"/>
                <a:gd name="csY1369" fmla="*/ 95289 h 4807419"/>
                <a:gd name="csX1370" fmla="*/ 3106849 w 3861828"/>
                <a:gd name="csY1370" fmla="*/ 107208 h 4807419"/>
                <a:gd name="csX1371" fmla="*/ 3184402 w 3861828"/>
                <a:gd name="csY1371" fmla="*/ 79397 h 4807419"/>
                <a:gd name="csX1372" fmla="*/ 3190284 w 3861828"/>
                <a:gd name="csY1372" fmla="*/ 90998 h 4807419"/>
                <a:gd name="csX1373" fmla="*/ 3194257 w 3861828"/>
                <a:gd name="csY1373" fmla="*/ 107208 h 4807419"/>
                <a:gd name="csX1374" fmla="*/ 3194257 w 3861828"/>
                <a:gd name="csY1374" fmla="*/ 421081 h 4807419"/>
                <a:gd name="csX1375" fmla="*/ 3472372 w 3861828"/>
                <a:gd name="csY1375" fmla="*/ 421081 h 4807419"/>
                <a:gd name="csX1376" fmla="*/ 3472372 w 3861828"/>
                <a:gd name="csY1376" fmla="*/ 107208 h 4807419"/>
                <a:gd name="csX1377" fmla="*/ 3476345 w 3861828"/>
                <a:gd name="csY1377" fmla="*/ 90998 h 4807419"/>
                <a:gd name="csX1378" fmla="*/ 3482227 w 3861828"/>
                <a:gd name="csY1378" fmla="*/ 79397 h 4807419"/>
                <a:gd name="csX1379" fmla="*/ 3456480 w 3861828"/>
                <a:gd name="csY1379" fmla="*/ 107208 h 4807419"/>
                <a:gd name="csX1380" fmla="*/ 3456480 w 3861828"/>
                <a:gd name="csY1380" fmla="*/ 405189 h 4807419"/>
                <a:gd name="csX1381" fmla="*/ 3210149 w 3861828"/>
                <a:gd name="csY1381" fmla="*/ 405189 h 4807419"/>
                <a:gd name="csX1382" fmla="*/ 3210149 w 3861828"/>
                <a:gd name="csY1382" fmla="*/ 107208 h 4807419"/>
                <a:gd name="csX1383" fmla="*/ 3208718 w 3861828"/>
                <a:gd name="csY1383" fmla="*/ 95289 h 4807419"/>
                <a:gd name="csX1384" fmla="*/ 3457912 w 3861828"/>
                <a:gd name="csY1384" fmla="*/ 95289 h 4807419"/>
                <a:gd name="csX1385" fmla="*/ 3456480 w 3861828"/>
                <a:gd name="csY1385" fmla="*/ 107208 h 4807419"/>
                <a:gd name="csX1386" fmla="*/ 387358 w 3861828"/>
                <a:gd name="csY1386" fmla="*/ 79397 h 4807419"/>
                <a:gd name="csX1387" fmla="*/ 393239 w 3861828"/>
                <a:gd name="csY1387" fmla="*/ 90998 h 4807419"/>
                <a:gd name="csX1388" fmla="*/ 397212 w 3861828"/>
                <a:gd name="csY1388" fmla="*/ 107208 h 4807419"/>
                <a:gd name="csX1389" fmla="*/ 397212 w 3861828"/>
                <a:gd name="csY1389" fmla="*/ 421081 h 4807419"/>
                <a:gd name="csX1390" fmla="*/ 675328 w 3861828"/>
                <a:gd name="csY1390" fmla="*/ 421081 h 4807419"/>
                <a:gd name="csX1391" fmla="*/ 675328 w 3861828"/>
                <a:gd name="csY1391" fmla="*/ 107208 h 4807419"/>
                <a:gd name="csX1392" fmla="*/ 679301 w 3861828"/>
                <a:gd name="csY1392" fmla="*/ 90998 h 4807419"/>
                <a:gd name="csX1393" fmla="*/ 685183 w 3861828"/>
                <a:gd name="csY1393" fmla="*/ 79397 h 4807419"/>
                <a:gd name="csX1394" fmla="*/ 659435 w 3861828"/>
                <a:gd name="csY1394" fmla="*/ 107208 h 4807419"/>
                <a:gd name="csX1395" fmla="*/ 659435 w 3861828"/>
                <a:gd name="csY1395" fmla="*/ 405189 h 4807419"/>
                <a:gd name="csX1396" fmla="*/ 413105 w 3861828"/>
                <a:gd name="csY1396" fmla="*/ 405189 h 4807419"/>
                <a:gd name="csX1397" fmla="*/ 413105 w 3861828"/>
                <a:gd name="csY1397" fmla="*/ 107208 h 4807419"/>
                <a:gd name="csX1398" fmla="*/ 411673 w 3861828"/>
                <a:gd name="csY1398" fmla="*/ 95289 h 4807419"/>
                <a:gd name="csX1399" fmla="*/ 660867 w 3861828"/>
                <a:gd name="csY1399" fmla="*/ 95289 h 4807419"/>
                <a:gd name="csX1400" fmla="*/ 659436 w 3861828"/>
                <a:gd name="csY1400" fmla="*/ 107208 h 4807419"/>
                <a:gd name="csX1401" fmla="*/ 736988 w 3861828"/>
                <a:gd name="csY1401" fmla="*/ 79397 h 4807419"/>
                <a:gd name="csX1402" fmla="*/ 742870 w 3861828"/>
                <a:gd name="csY1402" fmla="*/ 90998 h 4807419"/>
                <a:gd name="csX1403" fmla="*/ 746843 w 3861828"/>
                <a:gd name="csY1403" fmla="*/ 107208 h 4807419"/>
                <a:gd name="csX1404" fmla="*/ 746843 w 3861828"/>
                <a:gd name="csY1404" fmla="*/ 421081 h 4807419"/>
                <a:gd name="csX1405" fmla="*/ 1024958 w 3861828"/>
                <a:gd name="csY1405" fmla="*/ 421081 h 4807419"/>
                <a:gd name="csX1406" fmla="*/ 1024958 w 3861828"/>
                <a:gd name="csY1406" fmla="*/ 107208 h 4807419"/>
                <a:gd name="csX1407" fmla="*/ 1028931 w 3861828"/>
                <a:gd name="csY1407" fmla="*/ 90998 h 4807419"/>
                <a:gd name="csX1408" fmla="*/ 1034814 w 3861828"/>
                <a:gd name="csY1408" fmla="*/ 79397 h 4807419"/>
                <a:gd name="csX1409" fmla="*/ 1009066 w 3861828"/>
                <a:gd name="csY1409" fmla="*/ 107208 h 4807419"/>
                <a:gd name="csX1410" fmla="*/ 1009066 w 3861828"/>
                <a:gd name="csY1410" fmla="*/ 405189 h 4807419"/>
                <a:gd name="csX1411" fmla="*/ 762735 w 3861828"/>
                <a:gd name="csY1411" fmla="*/ 405189 h 4807419"/>
                <a:gd name="csX1412" fmla="*/ 762735 w 3861828"/>
                <a:gd name="csY1412" fmla="*/ 107208 h 4807419"/>
                <a:gd name="csX1413" fmla="*/ 761304 w 3861828"/>
                <a:gd name="csY1413" fmla="*/ 95289 h 4807419"/>
                <a:gd name="csX1414" fmla="*/ 1010498 w 3861828"/>
                <a:gd name="csY1414" fmla="*/ 95289 h 4807419"/>
                <a:gd name="csX1415" fmla="*/ 1009066 w 3861828"/>
                <a:gd name="csY1415" fmla="*/ 107208 h 4807419"/>
                <a:gd name="csX1416" fmla="*/ 1086619 w 3861828"/>
                <a:gd name="csY1416" fmla="*/ 79397 h 4807419"/>
                <a:gd name="csX1417" fmla="*/ 1092500 w 3861828"/>
                <a:gd name="csY1417" fmla="*/ 90998 h 4807419"/>
                <a:gd name="csX1418" fmla="*/ 1096474 w 3861828"/>
                <a:gd name="csY1418" fmla="*/ 107208 h 4807419"/>
                <a:gd name="csX1419" fmla="*/ 1096474 w 3861828"/>
                <a:gd name="csY1419" fmla="*/ 421081 h 4807419"/>
                <a:gd name="csX1420" fmla="*/ 1374589 w 3861828"/>
                <a:gd name="csY1420" fmla="*/ 421081 h 4807419"/>
                <a:gd name="csX1421" fmla="*/ 1374589 w 3861828"/>
                <a:gd name="csY1421" fmla="*/ 107208 h 4807419"/>
                <a:gd name="csX1422" fmla="*/ 1378562 w 3861828"/>
                <a:gd name="csY1422" fmla="*/ 90998 h 4807419"/>
                <a:gd name="csX1423" fmla="*/ 1384444 w 3861828"/>
                <a:gd name="csY1423" fmla="*/ 79397 h 4807419"/>
                <a:gd name="csX1424" fmla="*/ 1358696 w 3861828"/>
                <a:gd name="csY1424" fmla="*/ 107208 h 4807419"/>
                <a:gd name="csX1425" fmla="*/ 1358696 w 3861828"/>
                <a:gd name="csY1425" fmla="*/ 405189 h 4807419"/>
                <a:gd name="csX1426" fmla="*/ 1112366 w 3861828"/>
                <a:gd name="csY1426" fmla="*/ 405189 h 4807419"/>
                <a:gd name="csX1427" fmla="*/ 1112366 w 3861828"/>
                <a:gd name="csY1427" fmla="*/ 107208 h 4807419"/>
                <a:gd name="csX1428" fmla="*/ 1110934 w 3861828"/>
                <a:gd name="csY1428" fmla="*/ 95289 h 4807419"/>
                <a:gd name="csX1429" fmla="*/ 1360128 w 3861828"/>
                <a:gd name="csY1429" fmla="*/ 95289 h 4807419"/>
                <a:gd name="csX1430" fmla="*/ 1358697 w 3861828"/>
                <a:gd name="csY1430" fmla="*/ 107208 h 4807419"/>
                <a:gd name="csX1431" fmla="*/ 1436249 w 3861828"/>
                <a:gd name="csY1431" fmla="*/ 79397 h 4807419"/>
                <a:gd name="csX1432" fmla="*/ 1442131 w 3861828"/>
                <a:gd name="csY1432" fmla="*/ 90998 h 4807419"/>
                <a:gd name="csX1433" fmla="*/ 1446104 w 3861828"/>
                <a:gd name="csY1433" fmla="*/ 107208 h 4807419"/>
                <a:gd name="csX1434" fmla="*/ 1446104 w 3861828"/>
                <a:gd name="csY1434" fmla="*/ 421081 h 4807419"/>
                <a:gd name="csX1435" fmla="*/ 1724220 w 3861828"/>
                <a:gd name="csY1435" fmla="*/ 421081 h 4807419"/>
                <a:gd name="csX1436" fmla="*/ 1724220 w 3861828"/>
                <a:gd name="csY1436" fmla="*/ 107208 h 4807419"/>
                <a:gd name="csX1437" fmla="*/ 1728193 w 3861828"/>
                <a:gd name="csY1437" fmla="*/ 90998 h 4807419"/>
                <a:gd name="csX1438" fmla="*/ 1734075 w 3861828"/>
                <a:gd name="csY1438" fmla="*/ 79397 h 4807419"/>
                <a:gd name="csX1439" fmla="*/ 1708327 w 3861828"/>
                <a:gd name="csY1439" fmla="*/ 107208 h 4807419"/>
                <a:gd name="csX1440" fmla="*/ 1708327 w 3861828"/>
                <a:gd name="csY1440" fmla="*/ 405189 h 4807419"/>
                <a:gd name="csX1441" fmla="*/ 1461997 w 3861828"/>
                <a:gd name="csY1441" fmla="*/ 405189 h 4807419"/>
                <a:gd name="csX1442" fmla="*/ 1461997 w 3861828"/>
                <a:gd name="csY1442" fmla="*/ 107208 h 4807419"/>
                <a:gd name="csX1443" fmla="*/ 1460565 w 3861828"/>
                <a:gd name="csY1443" fmla="*/ 95289 h 4807419"/>
                <a:gd name="csX1444" fmla="*/ 1709759 w 3861828"/>
                <a:gd name="csY1444" fmla="*/ 95289 h 4807419"/>
                <a:gd name="csX1445" fmla="*/ 1708327 w 3861828"/>
                <a:gd name="csY1445" fmla="*/ 107208 h 4807419"/>
                <a:gd name="csX1446" fmla="*/ 1785880 w 3861828"/>
                <a:gd name="csY1446" fmla="*/ 79397 h 4807419"/>
                <a:gd name="csX1447" fmla="*/ 1791762 w 3861828"/>
                <a:gd name="csY1447" fmla="*/ 90998 h 4807419"/>
                <a:gd name="csX1448" fmla="*/ 1795735 w 3861828"/>
                <a:gd name="csY1448" fmla="*/ 107208 h 4807419"/>
                <a:gd name="csX1449" fmla="*/ 1795735 w 3861828"/>
                <a:gd name="csY1449" fmla="*/ 421081 h 4807419"/>
                <a:gd name="csX1450" fmla="*/ 2073850 w 3861828"/>
                <a:gd name="csY1450" fmla="*/ 421081 h 4807419"/>
                <a:gd name="csX1451" fmla="*/ 2073850 w 3861828"/>
                <a:gd name="csY1451" fmla="*/ 107208 h 4807419"/>
                <a:gd name="csX1452" fmla="*/ 2077823 w 3861828"/>
                <a:gd name="csY1452" fmla="*/ 90998 h 4807419"/>
                <a:gd name="csX1453" fmla="*/ 2083705 w 3861828"/>
                <a:gd name="csY1453" fmla="*/ 79397 h 4807419"/>
                <a:gd name="csX1454" fmla="*/ 2057958 w 3861828"/>
                <a:gd name="csY1454" fmla="*/ 107208 h 4807419"/>
                <a:gd name="csX1455" fmla="*/ 2057958 w 3861828"/>
                <a:gd name="csY1455" fmla="*/ 405189 h 4807419"/>
                <a:gd name="csX1456" fmla="*/ 1811627 w 3861828"/>
                <a:gd name="csY1456" fmla="*/ 405189 h 4807419"/>
                <a:gd name="csX1457" fmla="*/ 1811627 w 3861828"/>
                <a:gd name="csY1457" fmla="*/ 107208 h 4807419"/>
                <a:gd name="csX1458" fmla="*/ 1810195 w 3861828"/>
                <a:gd name="csY1458" fmla="*/ 95289 h 4807419"/>
                <a:gd name="csX1459" fmla="*/ 2059389 w 3861828"/>
                <a:gd name="csY1459" fmla="*/ 95289 h 4807419"/>
                <a:gd name="csX1460" fmla="*/ 2057958 w 3861828"/>
                <a:gd name="csY1460" fmla="*/ 107208 h 4807419"/>
                <a:gd name="csX1461" fmla="*/ 2135510 w 3861828"/>
                <a:gd name="csY1461" fmla="*/ 79397 h 4807419"/>
                <a:gd name="csX1462" fmla="*/ 2141392 w 3861828"/>
                <a:gd name="csY1462" fmla="*/ 90998 h 4807419"/>
                <a:gd name="csX1463" fmla="*/ 2145365 w 3861828"/>
                <a:gd name="csY1463" fmla="*/ 107208 h 4807419"/>
                <a:gd name="csX1464" fmla="*/ 2145365 w 3861828"/>
                <a:gd name="csY1464" fmla="*/ 421081 h 4807419"/>
                <a:gd name="csX1465" fmla="*/ 2423481 w 3861828"/>
                <a:gd name="csY1465" fmla="*/ 421081 h 4807419"/>
                <a:gd name="csX1466" fmla="*/ 2423481 w 3861828"/>
                <a:gd name="csY1466" fmla="*/ 107208 h 4807419"/>
                <a:gd name="csX1467" fmla="*/ 2427454 w 3861828"/>
                <a:gd name="csY1467" fmla="*/ 90998 h 4807419"/>
                <a:gd name="csX1468" fmla="*/ 2433336 w 3861828"/>
                <a:gd name="csY1468" fmla="*/ 79397 h 4807419"/>
                <a:gd name="csX1469" fmla="*/ 2407588 w 3861828"/>
                <a:gd name="csY1469" fmla="*/ 107208 h 4807419"/>
                <a:gd name="csX1470" fmla="*/ 2407588 w 3861828"/>
                <a:gd name="csY1470" fmla="*/ 405189 h 4807419"/>
                <a:gd name="csX1471" fmla="*/ 2161258 w 3861828"/>
                <a:gd name="csY1471" fmla="*/ 405189 h 4807419"/>
                <a:gd name="csX1472" fmla="*/ 2161258 w 3861828"/>
                <a:gd name="csY1472" fmla="*/ 107208 h 4807419"/>
                <a:gd name="csX1473" fmla="*/ 2159826 w 3861828"/>
                <a:gd name="csY1473" fmla="*/ 95289 h 4807419"/>
                <a:gd name="csX1474" fmla="*/ 2409020 w 3861828"/>
                <a:gd name="csY1474" fmla="*/ 95289 h 4807419"/>
                <a:gd name="csX1475" fmla="*/ 2407588 w 3861828"/>
                <a:gd name="csY1475" fmla="*/ 107208 h 4807419"/>
                <a:gd name="csX1476" fmla="*/ 2485141 w 3861828"/>
                <a:gd name="csY1476" fmla="*/ 79397 h 4807419"/>
                <a:gd name="csX1477" fmla="*/ 2491023 w 3861828"/>
                <a:gd name="csY1477" fmla="*/ 90998 h 4807419"/>
                <a:gd name="csX1478" fmla="*/ 2494996 w 3861828"/>
                <a:gd name="csY1478" fmla="*/ 107208 h 4807419"/>
                <a:gd name="csX1479" fmla="*/ 2494996 w 3861828"/>
                <a:gd name="csY1479" fmla="*/ 421081 h 4807419"/>
                <a:gd name="csX1480" fmla="*/ 2773111 w 3861828"/>
                <a:gd name="csY1480" fmla="*/ 421081 h 4807419"/>
                <a:gd name="csX1481" fmla="*/ 2773111 w 3861828"/>
                <a:gd name="csY1481" fmla="*/ 107208 h 4807419"/>
                <a:gd name="csX1482" fmla="*/ 2777084 w 3861828"/>
                <a:gd name="csY1482" fmla="*/ 90998 h 4807419"/>
                <a:gd name="csX1483" fmla="*/ 2782966 w 3861828"/>
                <a:gd name="csY1483" fmla="*/ 79397 h 4807419"/>
                <a:gd name="csX1484" fmla="*/ 2757219 w 3861828"/>
                <a:gd name="csY1484" fmla="*/ 107208 h 4807419"/>
                <a:gd name="csX1485" fmla="*/ 2757219 w 3861828"/>
                <a:gd name="csY1485" fmla="*/ 405189 h 4807419"/>
                <a:gd name="csX1486" fmla="*/ 2510888 w 3861828"/>
                <a:gd name="csY1486" fmla="*/ 405189 h 4807419"/>
                <a:gd name="csX1487" fmla="*/ 2510888 w 3861828"/>
                <a:gd name="csY1487" fmla="*/ 107208 h 4807419"/>
                <a:gd name="csX1488" fmla="*/ 2509457 w 3861828"/>
                <a:gd name="csY1488" fmla="*/ 95289 h 4807419"/>
                <a:gd name="csX1489" fmla="*/ 2758651 w 3861828"/>
                <a:gd name="csY1489" fmla="*/ 95289 h 4807419"/>
                <a:gd name="csX1490" fmla="*/ 2757219 w 3861828"/>
                <a:gd name="csY1490" fmla="*/ 107208 h 4807419"/>
                <a:gd name="csX1491" fmla="*/ 2834771 w 3861828"/>
                <a:gd name="csY1491" fmla="*/ 79397 h 4807419"/>
                <a:gd name="csX1492" fmla="*/ 2840653 w 3861828"/>
                <a:gd name="csY1492" fmla="*/ 90998 h 4807419"/>
                <a:gd name="csX1493" fmla="*/ 2844627 w 3861828"/>
                <a:gd name="csY1493" fmla="*/ 107208 h 4807419"/>
                <a:gd name="csX1494" fmla="*/ 2844627 w 3861828"/>
                <a:gd name="csY1494" fmla="*/ 421081 h 4807419"/>
                <a:gd name="csX1495" fmla="*/ 3122742 w 3861828"/>
                <a:gd name="csY1495" fmla="*/ 421081 h 4807419"/>
                <a:gd name="csX1496" fmla="*/ 3122742 w 3861828"/>
                <a:gd name="csY1496" fmla="*/ 107208 h 4807419"/>
                <a:gd name="csX1497" fmla="*/ 3126715 w 3861828"/>
                <a:gd name="csY1497" fmla="*/ 90998 h 4807419"/>
                <a:gd name="csX1498" fmla="*/ 3132597 w 3861828"/>
                <a:gd name="csY1498" fmla="*/ 79397 h 4807419"/>
                <a:gd name="csX1499" fmla="*/ 3106849 w 3861828"/>
                <a:gd name="csY1499" fmla="*/ 107208 h 4807419"/>
                <a:gd name="csX1500" fmla="*/ 3106849 w 3861828"/>
                <a:gd name="csY1500" fmla="*/ 405189 h 4807419"/>
                <a:gd name="csX1501" fmla="*/ 2860519 w 3861828"/>
                <a:gd name="csY1501" fmla="*/ 405189 h 4807419"/>
                <a:gd name="csX1502" fmla="*/ 2860519 w 3861828"/>
                <a:gd name="csY1502" fmla="*/ 107208 h 4807419"/>
                <a:gd name="csX1503" fmla="*/ 2859087 w 3861828"/>
                <a:gd name="csY1503" fmla="*/ 95289 h 4807419"/>
                <a:gd name="csX1504" fmla="*/ 3108281 w 3861828"/>
                <a:gd name="csY1504" fmla="*/ 95289 h 4807419"/>
                <a:gd name="csX1505" fmla="*/ 3106849 w 3861828"/>
                <a:gd name="csY1505" fmla="*/ 107208 h 4807419"/>
                <a:gd name="csX1506" fmla="*/ 3184402 w 3861828"/>
                <a:gd name="csY1506" fmla="*/ 79397 h 4807419"/>
                <a:gd name="csX1507" fmla="*/ 3190284 w 3861828"/>
                <a:gd name="csY1507" fmla="*/ 90998 h 4807419"/>
                <a:gd name="csX1508" fmla="*/ 3194257 w 3861828"/>
                <a:gd name="csY1508" fmla="*/ 107208 h 4807419"/>
                <a:gd name="csX1509" fmla="*/ 3194257 w 3861828"/>
                <a:gd name="csY1509" fmla="*/ 421081 h 4807419"/>
                <a:gd name="csX1510" fmla="*/ 3472372 w 3861828"/>
                <a:gd name="csY1510" fmla="*/ 421081 h 4807419"/>
                <a:gd name="csX1511" fmla="*/ 3472372 w 3861828"/>
                <a:gd name="csY1511" fmla="*/ 107208 h 4807419"/>
                <a:gd name="csX1512" fmla="*/ 3476345 w 3861828"/>
                <a:gd name="csY1512" fmla="*/ 90998 h 4807419"/>
                <a:gd name="csX1513" fmla="*/ 3482227 w 3861828"/>
                <a:gd name="csY1513" fmla="*/ 79397 h 4807419"/>
                <a:gd name="csX1514" fmla="*/ 3456480 w 3861828"/>
                <a:gd name="csY1514" fmla="*/ 107208 h 4807419"/>
                <a:gd name="csX1515" fmla="*/ 3456480 w 3861828"/>
                <a:gd name="csY1515" fmla="*/ 405189 h 4807419"/>
                <a:gd name="csX1516" fmla="*/ 3210149 w 3861828"/>
                <a:gd name="csY1516" fmla="*/ 405189 h 4807419"/>
                <a:gd name="csX1517" fmla="*/ 3210149 w 3861828"/>
                <a:gd name="csY1517" fmla="*/ 107208 h 4807419"/>
                <a:gd name="csX1518" fmla="*/ 3208718 w 3861828"/>
                <a:gd name="csY1518" fmla="*/ 95289 h 4807419"/>
                <a:gd name="csX1519" fmla="*/ 3457912 w 3861828"/>
                <a:gd name="csY1519" fmla="*/ 95289 h 4807419"/>
                <a:gd name="csX1520" fmla="*/ 3456480 w 3861828"/>
                <a:gd name="csY1520" fmla="*/ 107208 h 48074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  <a:cxn ang="0">
                  <a:pos x="csX423" y="csY423"/>
                </a:cxn>
                <a:cxn ang="0">
                  <a:pos x="csX424" y="csY424"/>
                </a:cxn>
                <a:cxn ang="0">
                  <a:pos x="csX425" y="csY425"/>
                </a:cxn>
                <a:cxn ang="0">
                  <a:pos x="csX426" y="csY426"/>
                </a:cxn>
                <a:cxn ang="0">
                  <a:pos x="csX427" y="csY427"/>
                </a:cxn>
                <a:cxn ang="0">
                  <a:pos x="csX428" y="csY428"/>
                </a:cxn>
                <a:cxn ang="0">
                  <a:pos x="csX429" y="csY429"/>
                </a:cxn>
                <a:cxn ang="0">
                  <a:pos x="csX430" y="csY430"/>
                </a:cxn>
                <a:cxn ang="0">
                  <a:pos x="csX431" y="csY431"/>
                </a:cxn>
                <a:cxn ang="0">
                  <a:pos x="csX432" y="csY432"/>
                </a:cxn>
                <a:cxn ang="0">
                  <a:pos x="csX433" y="csY433"/>
                </a:cxn>
                <a:cxn ang="0">
                  <a:pos x="csX434" y="csY434"/>
                </a:cxn>
                <a:cxn ang="0">
                  <a:pos x="csX435" y="csY435"/>
                </a:cxn>
                <a:cxn ang="0">
                  <a:pos x="csX436" y="csY436"/>
                </a:cxn>
                <a:cxn ang="0">
                  <a:pos x="csX437" y="csY437"/>
                </a:cxn>
                <a:cxn ang="0">
                  <a:pos x="csX438" y="csY438"/>
                </a:cxn>
                <a:cxn ang="0">
                  <a:pos x="csX439" y="csY439"/>
                </a:cxn>
                <a:cxn ang="0">
                  <a:pos x="csX440" y="csY440"/>
                </a:cxn>
                <a:cxn ang="0">
                  <a:pos x="csX441" y="csY441"/>
                </a:cxn>
                <a:cxn ang="0">
                  <a:pos x="csX442" y="csY442"/>
                </a:cxn>
                <a:cxn ang="0">
                  <a:pos x="csX443" y="csY443"/>
                </a:cxn>
                <a:cxn ang="0">
                  <a:pos x="csX444" y="csY444"/>
                </a:cxn>
                <a:cxn ang="0">
                  <a:pos x="csX445" y="csY445"/>
                </a:cxn>
                <a:cxn ang="0">
                  <a:pos x="csX446" y="csY446"/>
                </a:cxn>
                <a:cxn ang="0">
                  <a:pos x="csX447" y="csY447"/>
                </a:cxn>
                <a:cxn ang="0">
                  <a:pos x="csX448" y="csY448"/>
                </a:cxn>
                <a:cxn ang="0">
                  <a:pos x="csX449" y="csY449"/>
                </a:cxn>
                <a:cxn ang="0">
                  <a:pos x="csX450" y="csY450"/>
                </a:cxn>
                <a:cxn ang="0">
                  <a:pos x="csX451" y="csY451"/>
                </a:cxn>
                <a:cxn ang="0">
                  <a:pos x="csX452" y="csY452"/>
                </a:cxn>
                <a:cxn ang="0">
                  <a:pos x="csX453" y="csY453"/>
                </a:cxn>
                <a:cxn ang="0">
                  <a:pos x="csX454" y="csY454"/>
                </a:cxn>
                <a:cxn ang="0">
                  <a:pos x="csX455" y="csY455"/>
                </a:cxn>
                <a:cxn ang="0">
                  <a:pos x="csX456" y="csY456"/>
                </a:cxn>
                <a:cxn ang="0">
                  <a:pos x="csX457" y="csY457"/>
                </a:cxn>
                <a:cxn ang="0">
                  <a:pos x="csX458" y="csY458"/>
                </a:cxn>
                <a:cxn ang="0">
                  <a:pos x="csX459" y="csY459"/>
                </a:cxn>
                <a:cxn ang="0">
                  <a:pos x="csX460" y="csY460"/>
                </a:cxn>
                <a:cxn ang="0">
                  <a:pos x="csX461" y="csY461"/>
                </a:cxn>
                <a:cxn ang="0">
                  <a:pos x="csX462" y="csY462"/>
                </a:cxn>
                <a:cxn ang="0">
                  <a:pos x="csX463" y="csY463"/>
                </a:cxn>
                <a:cxn ang="0">
                  <a:pos x="csX464" y="csY464"/>
                </a:cxn>
                <a:cxn ang="0">
                  <a:pos x="csX465" y="csY465"/>
                </a:cxn>
                <a:cxn ang="0">
                  <a:pos x="csX466" y="csY466"/>
                </a:cxn>
                <a:cxn ang="0">
                  <a:pos x="csX467" y="csY467"/>
                </a:cxn>
                <a:cxn ang="0">
                  <a:pos x="csX468" y="csY468"/>
                </a:cxn>
                <a:cxn ang="0">
                  <a:pos x="csX469" y="csY469"/>
                </a:cxn>
                <a:cxn ang="0">
                  <a:pos x="csX470" y="csY470"/>
                </a:cxn>
                <a:cxn ang="0">
                  <a:pos x="csX471" y="csY471"/>
                </a:cxn>
                <a:cxn ang="0">
                  <a:pos x="csX472" y="csY472"/>
                </a:cxn>
                <a:cxn ang="0">
                  <a:pos x="csX473" y="csY473"/>
                </a:cxn>
                <a:cxn ang="0">
                  <a:pos x="csX474" y="csY474"/>
                </a:cxn>
                <a:cxn ang="0">
                  <a:pos x="csX475" y="csY475"/>
                </a:cxn>
                <a:cxn ang="0">
                  <a:pos x="csX476" y="csY476"/>
                </a:cxn>
                <a:cxn ang="0">
                  <a:pos x="csX477" y="csY477"/>
                </a:cxn>
                <a:cxn ang="0">
                  <a:pos x="csX478" y="csY478"/>
                </a:cxn>
                <a:cxn ang="0">
                  <a:pos x="csX479" y="csY479"/>
                </a:cxn>
                <a:cxn ang="0">
                  <a:pos x="csX480" y="csY480"/>
                </a:cxn>
                <a:cxn ang="0">
                  <a:pos x="csX481" y="csY481"/>
                </a:cxn>
                <a:cxn ang="0">
                  <a:pos x="csX482" y="csY482"/>
                </a:cxn>
                <a:cxn ang="0">
                  <a:pos x="csX483" y="csY483"/>
                </a:cxn>
                <a:cxn ang="0">
                  <a:pos x="csX484" y="csY484"/>
                </a:cxn>
                <a:cxn ang="0">
                  <a:pos x="csX485" y="csY485"/>
                </a:cxn>
                <a:cxn ang="0">
                  <a:pos x="csX486" y="csY486"/>
                </a:cxn>
                <a:cxn ang="0">
                  <a:pos x="csX487" y="csY487"/>
                </a:cxn>
                <a:cxn ang="0">
                  <a:pos x="csX488" y="csY488"/>
                </a:cxn>
                <a:cxn ang="0">
                  <a:pos x="csX489" y="csY489"/>
                </a:cxn>
                <a:cxn ang="0">
                  <a:pos x="csX490" y="csY490"/>
                </a:cxn>
                <a:cxn ang="0">
                  <a:pos x="csX491" y="csY491"/>
                </a:cxn>
                <a:cxn ang="0">
                  <a:pos x="csX492" y="csY492"/>
                </a:cxn>
                <a:cxn ang="0">
                  <a:pos x="csX493" y="csY493"/>
                </a:cxn>
                <a:cxn ang="0">
                  <a:pos x="csX494" y="csY494"/>
                </a:cxn>
                <a:cxn ang="0">
                  <a:pos x="csX495" y="csY495"/>
                </a:cxn>
                <a:cxn ang="0">
                  <a:pos x="csX496" y="csY496"/>
                </a:cxn>
                <a:cxn ang="0">
                  <a:pos x="csX497" y="csY497"/>
                </a:cxn>
                <a:cxn ang="0">
                  <a:pos x="csX498" y="csY498"/>
                </a:cxn>
                <a:cxn ang="0">
                  <a:pos x="csX499" y="csY499"/>
                </a:cxn>
                <a:cxn ang="0">
                  <a:pos x="csX500" y="csY500"/>
                </a:cxn>
                <a:cxn ang="0">
                  <a:pos x="csX501" y="csY501"/>
                </a:cxn>
                <a:cxn ang="0">
                  <a:pos x="csX502" y="csY502"/>
                </a:cxn>
                <a:cxn ang="0">
                  <a:pos x="csX503" y="csY503"/>
                </a:cxn>
                <a:cxn ang="0">
                  <a:pos x="csX504" y="csY504"/>
                </a:cxn>
                <a:cxn ang="0">
                  <a:pos x="csX505" y="csY505"/>
                </a:cxn>
                <a:cxn ang="0">
                  <a:pos x="csX506" y="csY506"/>
                </a:cxn>
                <a:cxn ang="0">
                  <a:pos x="csX507" y="csY507"/>
                </a:cxn>
                <a:cxn ang="0">
                  <a:pos x="csX508" y="csY508"/>
                </a:cxn>
                <a:cxn ang="0">
                  <a:pos x="csX509" y="csY509"/>
                </a:cxn>
                <a:cxn ang="0">
                  <a:pos x="csX510" y="csY510"/>
                </a:cxn>
                <a:cxn ang="0">
                  <a:pos x="csX511" y="csY511"/>
                </a:cxn>
                <a:cxn ang="0">
                  <a:pos x="csX512" y="csY512"/>
                </a:cxn>
                <a:cxn ang="0">
                  <a:pos x="csX513" y="csY513"/>
                </a:cxn>
                <a:cxn ang="0">
                  <a:pos x="csX514" y="csY514"/>
                </a:cxn>
                <a:cxn ang="0">
                  <a:pos x="csX515" y="csY515"/>
                </a:cxn>
                <a:cxn ang="0">
                  <a:pos x="csX516" y="csY516"/>
                </a:cxn>
                <a:cxn ang="0">
                  <a:pos x="csX517" y="csY517"/>
                </a:cxn>
                <a:cxn ang="0">
                  <a:pos x="csX518" y="csY518"/>
                </a:cxn>
                <a:cxn ang="0">
                  <a:pos x="csX519" y="csY519"/>
                </a:cxn>
                <a:cxn ang="0">
                  <a:pos x="csX520" y="csY520"/>
                </a:cxn>
                <a:cxn ang="0">
                  <a:pos x="csX521" y="csY521"/>
                </a:cxn>
                <a:cxn ang="0">
                  <a:pos x="csX522" y="csY522"/>
                </a:cxn>
                <a:cxn ang="0">
                  <a:pos x="csX523" y="csY523"/>
                </a:cxn>
                <a:cxn ang="0">
                  <a:pos x="csX524" y="csY524"/>
                </a:cxn>
                <a:cxn ang="0">
                  <a:pos x="csX525" y="csY525"/>
                </a:cxn>
                <a:cxn ang="0">
                  <a:pos x="csX526" y="csY526"/>
                </a:cxn>
                <a:cxn ang="0">
                  <a:pos x="csX527" y="csY527"/>
                </a:cxn>
                <a:cxn ang="0">
                  <a:pos x="csX528" y="csY528"/>
                </a:cxn>
                <a:cxn ang="0">
                  <a:pos x="csX529" y="csY529"/>
                </a:cxn>
                <a:cxn ang="0">
                  <a:pos x="csX530" y="csY530"/>
                </a:cxn>
                <a:cxn ang="0">
                  <a:pos x="csX531" y="csY531"/>
                </a:cxn>
                <a:cxn ang="0">
                  <a:pos x="csX532" y="csY532"/>
                </a:cxn>
                <a:cxn ang="0">
                  <a:pos x="csX533" y="csY533"/>
                </a:cxn>
                <a:cxn ang="0">
                  <a:pos x="csX534" y="csY534"/>
                </a:cxn>
                <a:cxn ang="0">
                  <a:pos x="csX535" y="csY535"/>
                </a:cxn>
                <a:cxn ang="0">
                  <a:pos x="csX536" y="csY536"/>
                </a:cxn>
                <a:cxn ang="0">
                  <a:pos x="csX537" y="csY537"/>
                </a:cxn>
                <a:cxn ang="0">
                  <a:pos x="csX538" y="csY538"/>
                </a:cxn>
                <a:cxn ang="0">
                  <a:pos x="csX539" y="csY539"/>
                </a:cxn>
                <a:cxn ang="0">
                  <a:pos x="csX540" y="csY540"/>
                </a:cxn>
                <a:cxn ang="0">
                  <a:pos x="csX541" y="csY541"/>
                </a:cxn>
                <a:cxn ang="0">
                  <a:pos x="csX542" y="csY542"/>
                </a:cxn>
                <a:cxn ang="0">
                  <a:pos x="csX543" y="csY543"/>
                </a:cxn>
                <a:cxn ang="0">
                  <a:pos x="csX544" y="csY544"/>
                </a:cxn>
                <a:cxn ang="0">
                  <a:pos x="csX545" y="csY545"/>
                </a:cxn>
                <a:cxn ang="0">
                  <a:pos x="csX546" y="csY546"/>
                </a:cxn>
                <a:cxn ang="0">
                  <a:pos x="csX547" y="csY547"/>
                </a:cxn>
                <a:cxn ang="0">
                  <a:pos x="csX548" y="csY548"/>
                </a:cxn>
                <a:cxn ang="0">
                  <a:pos x="csX549" y="csY549"/>
                </a:cxn>
                <a:cxn ang="0">
                  <a:pos x="csX550" y="csY550"/>
                </a:cxn>
                <a:cxn ang="0">
                  <a:pos x="csX551" y="csY551"/>
                </a:cxn>
                <a:cxn ang="0">
                  <a:pos x="csX552" y="csY552"/>
                </a:cxn>
                <a:cxn ang="0">
                  <a:pos x="csX553" y="csY553"/>
                </a:cxn>
                <a:cxn ang="0">
                  <a:pos x="csX554" y="csY554"/>
                </a:cxn>
                <a:cxn ang="0">
                  <a:pos x="csX555" y="csY555"/>
                </a:cxn>
                <a:cxn ang="0">
                  <a:pos x="csX556" y="csY556"/>
                </a:cxn>
                <a:cxn ang="0">
                  <a:pos x="csX557" y="csY557"/>
                </a:cxn>
                <a:cxn ang="0">
                  <a:pos x="csX558" y="csY558"/>
                </a:cxn>
                <a:cxn ang="0">
                  <a:pos x="csX559" y="csY559"/>
                </a:cxn>
                <a:cxn ang="0">
                  <a:pos x="csX560" y="csY560"/>
                </a:cxn>
                <a:cxn ang="0">
                  <a:pos x="csX561" y="csY561"/>
                </a:cxn>
                <a:cxn ang="0">
                  <a:pos x="csX562" y="csY562"/>
                </a:cxn>
                <a:cxn ang="0">
                  <a:pos x="csX563" y="csY563"/>
                </a:cxn>
                <a:cxn ang="0">
                  <a:pos x="csX564" y="csY564"/>
                </a:cxn>
                <a:cxn ang="0">
                  <a:pos x="csX565" y="csY565"/>
                </a:cxn>
                <a:cxn ang="0">
                  <a:pos x="csX566" y="csY566"/>
                </a:cxn>
                <a:cxn ang="0">
                  <a:pos x="csX567" y="csY567"/>
                </a:cxn>
                <a:cxn ang="0">
                  <a:pos x="csX568" y="csY568"/>
                </a:cxn>
                <a:cxn ang="0">
                  <a:pos x="csX569" y="csY569"/>
                </a:cxn>
                <a:cxn ang="0">
                  <a:pos x="csX570" y="csY570"/>
                </a:cxn>
                <a:cxn ang="0">
                  <a:pos x="csX571" y="csY571"/>
                </a:cxn>
                <a:cxn ang="0">
                  <a:pos x="csX572" y="csY572"/>
                </a:cxn>
                <a:cxn ang="0">
                  <a:pos x="csX573" y="csY573"/>
                </a:cxn>
                <a:cxn ang="0">
                  <a:pos x="csX574" y="csY574"/>
                </a:cxn>
                <a:cxn ang="0">
                  <a:pos x="csX575" y="csY575"/>
                </a:cxn>
                <a:cxn ang="0">
                  <a:pos x="csX576" y="csY576"/>
                </a:cxn>
                <a:cxn ang="0">
                  <a:pos x="csX577" y="csY577"/>
                </a:cxn>
                <a:cxn ang="0">
                  <a:pos x="csX578" y="csY578"/>
                </a:cxn>
                <a:cxn ang="0">
                  <a:pos x="csX579" y="csY579"/>
                </a:cxn>
                <a:cxn ang="0">
                  <a:pos x="csX580" y="csY580"/>
                </a:cxn>
                <a:cxn ang="0">
                  <a:pos x="csX581" y="csY581"/>
                </a:cxn>
                <a:cxn ang="0">
                  <a:pos x="csX582" y="csY582"/>
                </a:cxn>
                <a:cxn ang="0">
                  <a:pos x="csX583" y="csY583"/>
                </a:cxn>
                <a:cxn ang="0">
                  <a:pos x="csX584" y="csY584"/>
                </a:cxn>
                <a:cxn ang="0">
                  <a:pos x="csX585" y="csY585"/>
                </a:cxn>
                <a:cxn ang="0">
                  <a:pos x="csX586" y="csY586"/>
                </a:cxn>
                <a:cxn ang="0">
                  <a:pos x="csX587" y="csY587"/>
                </a:cxn>
                <a:cxn ang="0">
                  <a:pos x="csX588" y="csY588"/>
                </a:cxn>
                <a:cxn ang="0">
                  <a:pos x="csX589" y="csY589"/>
                </a:cxn>
                <a:cxn ang="0">
                  <a:pos x="csX590" y="csY590"/>
                </a:cxn>
                <a:cxn ang="0">
                  <a:pos x="csX591" y="csY591"/>
                </a:cxn>
                <a:cxn ang="0">
                  <a:pos x="csX592" y="csY592"/>
                </a:cxn>
                <a:cxn ang="0">
                  <a:pos x="csX593" y="csY593"/>
                </a:cxn>
                <a:cxn ang="0">
                  <a:pos x="csX594" y="csY594"/>
                </a:cxn>
                <a:cxn ang="0">
                  <a:pos x="csX595" y="csY595"/>
                </a:cxn>
                <a:cxn ang="0">
                  <a:pos x="csX596" y="csY596"/>
                </a:cxn>
                <a:cxn ang="0">
                  <a:pos x="csX597" y="csY597"/>
                </a:cxn>
                <a:cxn ang="0">
                  <a:pos x="csX598" y="csY598"/>
                </a:cxn>
                <a:cxn ang="0">
                  <a:pos x="csX599" y="csY599"/>
                </a:cxn>
                <a:cxn ang="0">
                  <a:pos x="csX600" y="csY600"/>
                </a:cxn>
                <a:cxn ang="0">
                  <a:pos x="csX601" y="csY601"/>
                </a:cxn>
                <a:cxn ang="0">
                  <a:pos x="csX602" y="csY602"/>
                </a:cxn>
                <a:cxn ang="0">
                  <a:pos x="csX603" y="csY603"/>
                </a:cxn>
                <a:cxn ang="0">
                  <a:pos x="csX604" y="csY604"/>
                </a:cxn>
                <a:cxn ang="0">
                  <a:pos x="csX605" y="csY605"/>
                </a:cxn>
                <a:cxn ang="0">
                  <a:pos x="csX606" y="csY606"/>
                </a:cxn>
                <a:cxn ang="0">
                  <a:pos x="csX607" y="csY607"/>
                </a:cxn>
                <a:cxn ang="0">
                  <a:pos x="csX608" y="csY608"/>
                </a:cxn>
                <a:cxn ang="0">
                  <a:pos x="csX609" y="csY609"/>
                </a:cxn>
                <a:cxn ang="0">
                  <a:pos x="csX610" y="csY610"/>
                </a:cxn>
                <a:cxn ang="0">
                  <a:pos x="csX611" y="csY611"/>
                </a:cxn>
                <a:cxn ang="0">
                  <a:pos x="csX612" y="csY612"/>
                </a:cxn>
                <a:cxn ang="0">
                  <a:pos x="csX613" y="csY613"/>
                </a:cxn>
                <a:cxn ang="0">
                  <a:pos x="csX614" y="csY614"/>
                </a:cxn>
                <a:cxn ang="0">
                  <a:pos x="csX615" y="csY615"/>
                </a:cxn>
                <a:cxn ang="0">
                  <a:pos x="csX616" y="csY616"/>
                </a:cxn>
                <a:cxn ang="0">
                  <a:pos x="csX617" y="csY617"/>
                </a:cxn>
                <a:cxn ang="0">
                  <a:pos x="csX618" y="csY618"/>
                </a:cxn>
                <a:cxn ang="0">
                  <a:pos x="csX619" y="csY619"/>
                </a:cxn>
                <a:cxn ang="0">
                  <a:pos x="csX620" y="csY620"/>
                </a:cxn>
                <a:cxn ang="0">
                  <a:pos x="csX621" y="csY621"/>
                </a:cxn>
                <a:cxn ang="0">
                  <a:pos x="csX622" y="csY622"/>
                </a:cxn>
                <a:cxn ang="0">
                  <a:pos x="csX623" y="csY623"/>
                </a:cxn>
                <a:cxn ang="0">
                  <a:pos x="csX624" y="csY624"/>
                </a:cxn>
                <a:cxn ang="0">
                  <a:pos x="csX625" y="csY625"/>
                </a:cxn>
                <a:cxn ang="0">
                  <a:pos x="csX626" y="csY626"/>
                </a:cxn>
                <a:cxn ang="0">
                  <a:pos x="csX627" y="csY627"/>
                </a:cxn>
                <a:cxn ang="0">
                  <a:pos x="csX628" y="csY628"/>
                </a:cxn>
                <a:cxn ang="0">
                  <a:pos x="csX629" y="csY629"/>
                </a:cxn>
                <a:cxn ang="0">
                  <a:pos x="csX630" y="csY630"/>
                </a:cxn>
                <a:cxn ang="0">
                  <a:pos x="csX631" y="csY631"/>
                </a:cxn>
                <a:cxn ang="0">
                  <a:pos x="csX632" y="csY632"/>
                </a:cxn>
                <a:cxn ang="0">
                  <a:pos x="csX633" y="csY633"/>
                </a:cxn>
                <a:cxn ang="0">
                  <a:pos x="csX634" y="csY634"/>
                </a:cxn>
                <a:cxn ang="0">
                  <a:pos x="csX635" y="csY635"/>
                </a:cxn>
                <a:cxn ang="0">
                  <a:pos x="csX636" y="csY636"/>
                </a:cxn>
                <a:cxn ang="0">
                  <a:pos x="csX637" y="csY637"/>
                </a:cxn>
                <a:cxn ang="0">
                  <a:pos x="csX638" y="csY638"/>
                </a:cxn>
                <a:cxn ang="0">
                  <a:pos x="csX639" y="csY639"/>
                </a:cxn>
                <a:cxn ang="0">
                  <a:pos x="csX640" y="csY640"/>
                </a:cxn>
                <a:cxn ang="0">
                  <a:pos x="csX641" y="csY641"/>
                </a:cxn>
                <a:cxn ang="0">
                  <a:pos x="csX642" y="csY642"/>
                </a:cxn>
                <a:cxn ang="0">
                  <a:pos x="csX643" y="csY643"/>
                </a:cxn>
                <a:cxn ang="0">
                  <a:pos x="csX644" y="csY644"/>
                </a:cxn>
                <a:cxn ang="0">
                  <a:pos x="csX645" y="csY645"/>
                </a:cxn>
                <a:cxn ang="0">
                  <a:pos x="csX646" y="csY646"/>
                </a:cxn>
                <a:cxn ang="0">
                  <a:pos x="csX647" y="csY647"/>
                </a:cxn>
                <a:cxn ang="0">
                  <a:pos x="csX648" y="csY648"/>
                </a:cxn>
                <a:cxn ang="0">
                  <a:pos x="csX649" y="csY649"/>
                </a:cxn>
                <a:cxn ang="0">
                  <a:pos x="csX650" y="csY650"/>
                </a:cxn>
                <a:cxn ang="0">
                  <a:pos x="csX651" y="csY651"/>
                </a:cxn>
                <a:cxn ang="0">
                  <a:pos x="csX652" y="csY652"/>
                </a:cxn>
                <a:cxn ang="0">
                  <a:pos x="csX653" y="csY653"/>
                </a:cxn>
                <a:cxn ang="0">
                  <a:pos x="csX654" y="csY654"/>
                </a:cxn>
                <a:cxn ang="0">
                  <a:pos x="csX655" y="csY655"/>
                </a:cxn>
                <a:cxn ang="0">
                  <a:pos x="csX656" y="csY656"/>
                </a:cxn>
                <a:cxn ang="0">
                  <a:pos x="csX657" y="csY657"/>
                </a:cxn>
                <a:cxn ang="0">
                  <a:pos x="csX658" y="csY658"/>
                </a:cxn>
                <a:cxn ang="0">
                  <a:pos x="csX659" y="csY659"/>
                </a:cxn>
                <a:cxn ang="0">
                  <a:pos x="csX660" y="csY660"/>
                </a:cxn>
                <a:cxn ang="0">
                  <a:pos x="csX661" y="csY661"/>
                </a:cxn>
                <a:cxn ang="0">
                  <a:pos x="csX662" y="csY662"/>
                </a:cxn>
                <a:cxn ang="0">
                  <a:pos x="csX663" y="csY663"/>
                </a:cxn>
                <a:cxn ang="0">
                  <a:pos x="csX664" y="csY664"/>
                </a:cxn>
                <a:cxn ang="0">
                  <a:pos x="csX665" y="csY665"/>
                </a:cxn>
                <a:cxn ang="0">
                  <a:pos x="csX666" y="csY666"/>
                </a:cxn>
                <a:cxn ang="0">
                  <a:pos x="csX667" y="csY667"/>
                </a:cxn>
                <a:cxn ang="0">
                  <a:pos x="csX668" y="csY668"/>
                </a:cxn>
                <a:cxn ang="0">
                  <a:pos x="csX669" y="csY669"/>
                </a:cxn>
                <a:cxn ang="0">
                  <a:pos x="csX670" y="csY670"/>
                </a:cxn>
                <a:cxn ang="0">
                  <a:pos x="csX671" y="csY671"/>
                </a:cxn>
                <a:cxn ang="0">
                  <a:pos x="csX672" y="csY672"/>
                </a:cxn>
                <a:cxn ang="0">
                  <a:pos x="csX673" y="csY673"/>
                </a:cxn>
                <a:cxn ang="0">
                  <a:pos x="csX674" y="csY674"/>
                </a:cxn>
                <a:cxn ang="0">
                  <a:pos x="csX675" y="csY675"/>
                </a:cxn>
                <a:cxn ang="0">
                  <a:pos x="csX676" y="csY676"/>
                </a:cxn>
                <a:cxn ang="0">
                  <a:pos x="csX677" y="csY677"/>
                </a:cxn>
                <a:cxn ang="0">
                  <a:pos x="csX678" y="csY678"/>
                </a:cxn>
                <a:cxn ang="0">
                  <a:pos x="csX679" y="csY679"/>
                </a:cxn>
                <a:cxn ang="0">
                  <a:pos x="csX680" y="csY680"/>
                </a:cxn>
                <a:cxn ang="0">
                  <a:pos x="csX681" y="csY681"/>
                </a:cxn>
                <a:cxn ang="0">
                  <a:pos x="csX682" y="csY682"/>
                </a:cxn>
                <a:cxn ang="0">
                  <a:pos x="csX683" y="csY683"/>
                </a:cxn>
                <a:cxn ang="0">
                  <a:pos x="csX684" y="csY684"/>
                </a:cxn>
                <a:cxn ang="0">
                  <a:pos x="csX685" y="csY685"/>
                </a:cxn>
                <a:cxn ang="0">
                  <a:pos x="csX686" y="csY686"/>
                </a:cxn>
                <a:cxn ang="0">
                  <a:pos x="csX687" y="csY687"/>
                </a:cxn>
                <a:cxn ang="0">
                  <a:pos x="csX688" y="csY688"/>
                </a:cxn>
                <a:cxn ang="0">
                  <a:pos x="csX689" y="csY689"/>
                </a:cxn>
                <a:cxn ang="0">
                  <a:pos x="csX690" y="csY690"/>
                </a:cxn>
                <a:cxn ang="0">
                  <a:pos x="csX691" y="csY691"/>
                </a:cxn>
                <a:cxn ang="0">
                  <a:pos x="csX692" y="csY692"/>
                </a:cxn>
                <a:cxn ang="0">
                  <a:pos x="csX693" y="csY693"/>
                </a:cxn>
                <a:cxn ang="0">
                  <a:pos x="csX694" y="csY694"/>
                </a:cxn>
                <a:cxn ang="0">
                  <a:pos x="csX695" y="csY695"/>
                </a:cxn>
                <a:cxn ang="0">
                  <a:pos x="csX696" y="csY696"/>
                </a:cxn>
                <a:cxn ang="0">
                  <a:pos x="csX697" y="csY697"/>
                </a:cxn>
                <a:cxn ang="0">
                  <a:pos x="csX698" y="csY698"/>
                </a:cxn>
                <a:cxn ang="0">
                  <a:pos x="csX699" y="csY699"/>
                </a:cxn>
                <a:cxn ang="0">
                  <a:pos x="csX700" y="csY700"/>
                </a:cxn>
                <a:cxn ang="0">
                  <a:pos x="csX701" y="csY701"/>
                </a:cxn>
                <a:cxn ang="0">
                  <a:pos x="csX702" y="csY702"/>
                </a:cxn>
                <a:cxn ang="0">
                  <a:pos x="csX703" y="csY703"/>
                </a:cxn>
                <a:cxn ang="0">
                  <a:pos x="csX704" y="csY704"/>
                </a:cxn>
                <a:cxn ang="0">
                  <a:pos x="csX705" y="csY705"/>
                </a:cxn>
                <a:cxn ang="0">
                  <a:pos x="csX706" y="csY706"/>
                </a:cxn>
                <a:cxn ang="0">
                  <a:pos x="csX707" y="csY707"/>
                </a:cxn>
                <a:cxn ang="0">
                  <a:pos x="csX708" y="csY708"/>
                </a:cxn>
                <a:cxn ang="0">
                  <a:pos x="csX709" y="csY709"/>
                </a:cxn>
                <a:cxn ang="0">
                  <a:pos x="csX710" y="csY710"/>
                </a:cxn>
                <a:cxn ang="0">
                  <a:pos x="csX711" y="csY711"/>
                </a:cxn>
                <a:cxn ang="0">
                  <a:pos x="csX712" y="csY712"/>
                </a:cxn>
                <a:cxn ang="0">
                  <a:pos x="csX713" y="csY713"/>
                </a:cxn>
                <a:cxn ang="0">
                  <a:pos x="csX714" y="csY714"/>
                </a:cxn>
                <a:cxn ang="0">
                  <a:pos x="csX715" y="csY715"/>
                </a:cxn>
                <a:cxn ang="0">
                  <a:pos x="csX716" y="csY716"/>
                </a:cxn>
                <a:cxn ang="0">
                  <a:pos x="csX717" y="csY717"/>
                </a:cxn>
                <a:cxn ang="0">
                  <a:pos x="csX718" y="csY718"/>
                </a:cxn>
                <a:cxn ang="0">
                  <a:pos x="csX719" y="csY719"/>
                </a:cxn>
                <a:cxn ang="0">
                  <a:pos x="csX720" y="csY720"/>
                </a:cxn>
                <a:cxn ang="0">
                  <a:pos x="csX721" y="csY721"/>
                </a:cxn>
                <a:cxn ang="0">
                  <a:pos x="csX722" y="csY722"/>
                </a:cxn>
                <a:cxn ang="0">
                  <a:pos x="csX723" y="csY723"/>
                </a:cxn>
                <a:cxn ang="0">
                  <a:pos x="csX724" y="csY724"/>
                </a:cxn>
                <a:cxn ang="0">
                  <a:pos x="csX725" y="csY725"/>
                </a:cxn>
                <a:cxn ang="0">
                  <a:pos x="csX726" y="csY726"/>
                </a:cxn>
                <a:cxn ang="0">
                  <a:pos x="csX727" y="csY727"/>
                </a:cxn>
                <a:cxn ang="0">
                  <a:pos x="csX728" y="csY728"/>
                </a:cxn>
                <a:cxn ang="0">
                  <a:pos x="csX729" y="csY729"/>
                </a:cxn>
                <a:cxn ang="0">
                  <a:pos x="csX730" y="csY730"/>
                </a:cxn>
                <a:cxn ang="0">
                  <a:pos x="csX731" y="csY731"/>
                </a:cxn>
                <a:cxn ang="0">
                  <a:pos x="csX732" y="csY732"/>
                </a:cxn>
                <a:cxn ang="0">
                  <a:pos x="csX733" y="csY733"/>
                </a:cxn>
                <a:cxn ang="0">
                  <a:pos x="csX734" y="csY734"/>
                </a:cxn>
                <a:cxn ang="0">
                  <a:pos x="csX735" y="csY735"/>
                </a:cxn>
                <a:cxn ang="0">
                  <a:pos x="csX736" y="csY736"/>
                </a:cxn>
                <a:cxn ang="0">
                  <a:pos x="csX737" y="csY737"/>
                </a:cxn>
                <a:cxn ang="0">
                  <a:pos x="csX738" y="csY738"/>
                </a:cxn>
                <a:cxn ang="0">
                  <a:pos x="csX739" y="csY739"/>
                </a:cxn>
                <a:cxn ang="0">
                  <a:pos x="csX740" y="csY740"/>
                </a:cxn>
                <a:cxn ang="0">
                  <a:pos x="csX741" y="csY741"/>
                </a:cxn>
                <a:cxn ang="0">
                  <a:pos x="csX742" y="csY742"/>
                </a:cxn>
                <a:cxn ang="0">
                  <a:pos x="csX743" y="csY743"/>
                </a:cxn>
                <a:cxn ang="0">
                  <a:pos x="csX744" y="csY744"/>
                </a:cxn>
                <a:cxn ang="0">
                  <a:pos x="csX745" y="csY745"/>
                </a:cxn>
                <a:cxn ang="0">
                  <a:pos x="csX746" y="csY746"/>
                </a:cxn>
                <a:cxn ang="0">
                  <a:pos x="csX747" y="csY747"/>
                </a:cxn>
                <a:cxn ang="0">
                  <a:pos x="csX748" y="csY748"/>
                </a:cxn>
                <a:cxn ang="0">
                  <a:pos x="csX749" y="csY749"/>
                </a:cxn>
                <a:cxn ang="0">
                  <a:pos x="csX750" y="csY750"/>
                </a:cxn>
                <a:cxn ang="0">
                  <a:pos x="csX751" y="csY751"/>
                </a:cxn>
                <a:cxn ang="0">
                  <a:pos x="csX752" y="csY752"/>
                </a:cxn>
                <a:cxn ang="0">
                  <a:pos x="csX753" y="csY753"/>
                </a:cxn>
                <a:cxn ang="0">
                  <a:pos x="csX754" y="csY754"/>
                </a:cxn>
                <a:cxn ang="0">
                  <a:pos x="csX755" y="csY755"/>
                </a:cxn>
                <a:cxn ang="0">
                  <a:pos x="csX756" y="csY756"/>
                </a:cxn>
                <a:cxn ang="0">
                  <a:pos x="csX757" y="csY757"/>
                </a:cxn>
                <a:cxn ang="0">
                  <a:pos x="csX758" y="csY758"/>
                </a:cxn>
                <a:cxn ang="0">
                  <a:pos x="csX759" y="csY759"/>
                </a:cxn>
                <a:cxn ang="0">
                  <a:pos x="csX760" y="csY760"/>
                </a:cxn>
                <a:cxn ang="0">
                  <a:pos x="csX761" y="csY761"/>
                </a:cxn>
                <a:cxn ang="0">
                  <a:pos x="csX762" y="csY762"/>
                </a:cxn>
                <a:cxn ang="0">
                  <a:pos x="csX763" y="csY763"/>
                </a:cxn>
                <a:cxn ang="0">
                  <a:pos x="csX764" y="csY764"/>
                </a:cxn>
                <a:cxn ang="0">
                  <a:pos x="csX765" y="csY765"/>
                </a:cxn>
                <a:cxn ang="0">
                  <a:pos x="csX766" y="csY766"/>
                </a:cxn>
                <a:cxn ang="0">
                  <a:pos x="csX767" y="csY767"/>
                </a:cxn>
                <a:cxn ang="0">
                  <a:pos x="csX768" y="csY768"/>
                </a:cxn>
                <a:cxn ang="0">
                  <a:pos x="csX769" y="csY769"/>
                </a:cxn>
                <a:cxn ang="0">
                  <a:pos x="csX770" y="csY770"/>
                </a:cxn>
                <a:cxn ang="0">
                  <a:pos x="csX771" y="csY771"/>
                </a:cxn>
                <a:cxn ang="0">
                  <a:pos x="csX772" y="csY772"/>
                </a:cxn>
                <a:cxn ang="0">
                  <a:pos x="csX773" y="csY773"/>
                </a:cxn>
                <a:cxn ang="0">
                  <a:pos x="csX774" y="csY774"/>
                </a:cxn>
                <a:cxn ang="0">
                  <a:pos x="csX775" y="csY775"/>
                </a:cxn>
                <a:cxn ang="0">
                  <a:pos x="csX776" y="csY776"/>
                </a:cxn>
                <a:cxn ang="0">
                  <a:pos x="csX777" y="csY777"/>
                </a:cxn>
                <a:cxn ang="0">
                  <a:pos x="csX778" y="csY778"/>
                </a:cxn>
                <a:cxn ang="0">
                  <a:pos x="csX779" y="csY779"/>
                </a:cxn>
                <a:cxn ang="0">
                  <a:pos x="csX780" y="csY780"/>
                </a:cxn>
                <a:cxn ang="0">
                  <a:pos x="csX781" y="csY781"/>
                </a:cxn>
                <a:cxn ang="0">
                  <a:pos x="csX782" y="csY782"/>
                </a:cxn>
                <a:cxn ang="0">
                  <a:pos x="csX783" y="csY783"/>
                </a:cxn>
                <a:cxn ang="0">
                  <a:pos x="csX784" y="csY784"/>
                </a:cxn>
                <a:cxn ang="0">
                  <a:pos x="csX785" y="csY785"/>
                </a:cxn>
                <a:cxn ang="0">
                  <a:pos x="csX786" y="csY786"/>
                </a:cxn>
                <a:cxn ang="0">
                  <a:pos x="csX787" y="csY787"/>
                </a:cxn>
                <a:cxn ang="0">
                  <a:pos x="csX788" y="csY788"/>
                </a:cxn>
                <a:cxn ang="0">
                  <a:pos x="csX789" y="csY789"/>
                </a:cxn>
                <a:cxn ang="0">
                  <a:pos x="csX790" y="csY790"/>
                </a:cxn>
                <a:cxn ang="0">
                  <a:pos x="csX791" y="csY791"/>
                </a:cxn>
                <a:cxn ang="0">
                  <a:pos x="csX792" y="csY792"/>
                </a:cxn>
                <a:cxn ang="0">
                  <a:pos x="csX793" y="csY793"/>
                </a:cxn>
                <a:cxn ang="0">
                  <a:pos x="csX794" y="csY794"/>
                </a:cxn>
                <a:cxn ang="0">
                  <a:pos x="csX795" y="csY795"/>
                </a:cxn>
                <a:cxn ang="0">
                  <a:pos x="csX796" y="csY796"/>
                </a:cxn>
                <a:cxn ang="0">
                  <a:pos x="csX797" y="csY797"/>
                </a:cxn>
                <a:cxn ang="0">
                  <a:pos x="csX798" y="csY798"/>
                </a:cxn>
                <a:cxn ang="0">
                  <a:pos x="csX799" y="csY799"/>
                </a:cxn>
                <a:cxn ang="0">
                  <a:pos x="csX800" y="csY800"/>
                </a:cxn>
                <a:cxn ang="0">
                  <a:pos x="csX801" y="csY801"/>
                </a:cxn>
                <a:cxn ang="0">
                  <a:pos x="csX802" y="csY802"/>
                </a:cxn>
                <a:cxn ang="0">
                  <a:pos x="csX803" y="csY803"/>
                </a:cxn>
                <a:cxn ang="0">
                  <a:pos x="csX804" y="csY804"/>
                </a:cxn>
                <a:cxn ang="0">
                  <a:pos x="csX805" y="csY805"/>
                </a:cxn>
                <a:cxn ang="0">
                  <a:pos x="csX806" y="csY806"/>
                </a:cxn>
                <a:cxn ang="0">
                  <a:pos x="csX807" y="csY807"/>
                </a:cxn>
                <a:cxn ang="0">
                  <a:pos x="csX808" y="csY808"/>
                </a:cxn>
                <a:cxn ang="0">
                  <a:pos x="csX809" y="csY809"/>
                </a:cxn>
                <a:cxn ang="0">
                  <a:pos x="csX810" y="csY810"/>
                </a:cxn>
                <a:cxn ang="0">
                  <a:pos x="csX811" y="csY811"/>
                </a:cxn>
                <a:cxn ang="0">
                  <a:pos x="csX812" y="csY812"/>
                </a:cxn>
                <a:cxn ang="0">
                  <a:pos x="csX813" y="csY813"/>
                </a:cxn>
                <a:cxn ang="0">
                  <a:pos x="csX814" y="csY814"/>
                </a:cxn>
                <a:cxn ang="0">
                  <a:pos x="csX815" y="csY815"/>
                </a:cxn>
                <a:cxn ang="0">
                  <a:pos x="csX816" y="csY816"/>
                </a:cxn>
                <a:cxn ang="0">
                  <a:pos x="csX817" y="csY817"/>
                </a:cxn>
                <a:cxn ang="0">
                  <a:pos x="csX818" y="csY818"/>
                </a:cxn>
                <a:cxn ang="0">
                  <a:pos x="csX819" y="csY819"/>
                </a:cxn>
                <a:cxn ang="0">
                  <a:pos x="csX820" y="csY820"/>
                </a:cxn>
                <a:cxn ang="0">
                  <a:pos x="csX821" y="csY821"/>
                </a:cxn>
                <a:cxn ang="0">
                  <a:pos x="csX822" y="csY822"/>
                </a:cxn>
                <a:cxn ang="0">
                  <a:pos x="csX823" y="csY823"/>
                </a:cxn>
                <a:cxn ang="0">
                  <a:pos x="csX824" y="csY824"/>
                </a:cxn>
                <a:cxn ang="0">
                  <a:pos x="csX825" y="csY825"/>
                </a:cxn>
                <a:cxn ang="0">
                  <a:pos x="csX826" y="csY826"/>
                </a:cxn>
                <a:cxn ang="0">
                  <a:pos x="csX827" y="csY827"/>
                </a:cxn>
                <a:cxn ang="0">
                  <a:pos x="csX828" y="csY828"/>
                </a:cxn>
                <a:cxn ang="0">
                  <a:pos x="csX829" y="csY829"/>
                </a:cxn>
                <a:cxn ang="0">
                  <a:pos x="csX830" y="csY830"/>
                </a:cxn>
                <a:cxn ang="0">
                  <a:pos x="csX831" y="csY831"/>
                </a:cxn>
                <a:cxn ang="0">
                  <a:pos x="csX832" y="csY832"/>
                </a:cxn>
                <a:cxn ang="0">
                  <a:pos x="csX833" y="csY833"/>
                </a:cxn>
                <a:cxn ang="0">
                  <a:pos x="csX834" y="csY834"/>
                </a:cxn>
                <a:cxn ang="0">
                  <a:pos x="csX835" y="csY835"/>
                </a:cxn>
                <a:cxn ang="0">
                  <a:pos x="csX836" y="csY836"/>
                </a:cxn>
                <a:cxn ang="0">
                  <a:pos x="csX837" y="csY837"/>
                </a:cxn>
                <a:cxn ang="0">
                  <a:pos x="csX838" y="csY838"/>
                </a:cxn>
                <a:cxn ang="0">
                  <a:pos x="csX839" y="csY839"/>
                </a:cxn>
                <a:cxn ang="0">
                  <a:pos x="csX840" y="csY840"/>
                </a:cxn>
                <a:cxn ang="0">
                  <a:pos x="csX841" y="csY841"/>
                </a:cxn>
                <a:cxn ang="0">
                  <a:pos x="csX842" y="csY842"/>
                </a:cxn>
                <a:cxn ang="0">
                  <a:pos x="csX843" y="csY843"/>
                </a:cxn>
                <a:cxn ang="0">
                  <a:pos x="csX844" y="csY844"/>
                </a:cxn>
                <a:cxn ang="0">
                  <a:pos x="csX845" y="csY845"/>
                </a:cxn>
                <a:cxn ang="0">
                  <a:pos x="csX846" y="csY846"/>
                </a:cxn>
                <a:cxn ang="0">
                  <a:pos x="csX847" y="csY847"/>
                </a:cxn>
                <a:cxn ang="0">
                  <a:pos x="csX848" y="csY848"/>
                </a:cxn>
                <a:cxn ang="0">
                  <a:pos x="csX849" y="csY849"/>
                </a:cxn>
                <a:cxn ang="0">
                  <a:pos x="csX850" y="csY850"/>
                </a:cxn>
                <a:cxn ang="0">
                  <a:pos x="csX851" y="csY851"/>
                </a:cxn>
                <a:cxn ang="0">
                  <a:pos x="csX852" y="csY852"/>
                </a:cxn>
                <a:cxn ang="0">
                  <a:pos x="csX853" y="csY853"/>
                </a:cxn>
                <a:cxn ang="0">
                  <a:pos x="csX854" y="csY854"/>
                </a:cxn>
                <a:cxn ang="0">
                  <a:pos x="csX855" y="csY855"/>
                </a:cxn>
                <a:cxn ang="0">
                  <a:pos x="csX856" y="csY856"/>
                </a:cxn>
                <a:cxn ang="0">
                  <a:pos x="csX857" y="csY857"/>
                </a:cxn>
                <a:cxn ang="0">
                  <a:pos x="csX858" y="csY858"/>
                </a:cxn>
                <a:cxn ang="0">
                  <a:pos x="csX859" y="csY859"/>
                </a:cxn>
                <a:cxn ang="0">
                  <a:pos x="csX860" y="csY860"/>
                </a:cxn>
                <a:cxn ang="0">
                  <a:pos x="csX861" y="csY861"/>
                </a:cxn>
                <a:cxn ang="0">
                  <a:pos x="csX862" y="csY862"/>
                </a:cxn>
                <a:cxn ang="0">
                  <a:pos x="csX863" y="csY863"/>
                </a:cxn>
                <a:cxn ang="0">
                  <a:pos x="csX864" y="csY864"/>
                </a:cxn>
                <a:cxn ang="0">
                  <a:pos x="csX865" y="csY865"/>
                </a:cxn>
                <a:cxn ang="0">
                  <a:pos x="csX866" y="csY866"/>
                </a:cxn>
                <a:cxn ang="0">
                  <a:pos x="csX867" y="csY867"/>
                </a:cxn>
                <a:cxn ang="0">
                  <a:pos x="csX868" y="csY868"/>
                </a:cxn>
                <a:cxn ang="0">
                  <a:pos x="csX869" y="csY869"/>
                </a:cxn>
                <a:cxn ang="0">
                  <a:pos x="csX870" y="csY870"/>
                </a:cxn>
                <a:cxn ang="0">
                  <a:pos x="csX871" y="csY871"/>
                </a:cxn>
                <a:cxn ang="0">
                  <a:pos x="csX872" y="csY872"/>
                </a:cxn>
                <a:cxn ang="0">
                  <a:pos x="csX873" y="csY873"/>
                </a:cxn>
                <a:cxn ang="0">
                  <a:pos x="csX874" y="csY874"/>
                </a:cxn>
                <a:cxn ang="0">
                  <a:pos x="csX875" y="csY875"/>
                </a:cxn>
                <a:cxn ang="0">
                  <a:pos x="csX876" y="csY876"/>
                </a:cxn>
                <a:cxn ang="0">
                  <a:pos x="csX877" y="csY877"/>
                </a:cxn>
                <a:cxn ang="0">
                  <a:pos x="csX878" y="csY878"/>
                </a:cxn>
                <a:cxn ang="0">
                  <a:pos x="csX879" y="csY879"/>
                </a:cxn>
                <a:cxn ang="0">
                  <a:pos x="csX880" y="csY880"/>
                </a:cxn>
                <a:cxn ang="0">
                  <a:pos x="csX881" y="csY881"/>
                </a:cxn>
                <a:cxn ang="0">
                  <a:pos x="csX882" y="csY882"/>
                </a:cxn>
                <a:cxn ang="0">
                  <a:pos x="csX883" y="csY883"/>
                </a:cxn>
                <a:cxn ang="0">
                  <a:pos x="csX884" y="csY884"/>
                </a:cxn>
                <a:cxn ang="0">
                  <a:pos x="csX885" y="csY885"/>
                </a:cxn>
                <a:cxn ang="0">
                  <a:pos x="csX886" y="csY886"/>
                </a:cxn>
                <a:cxn ang="0">
                  <a:pos x="csX887" y="csY887"/>
                </a:cxn>
                <a:cxn ang="0">
                  <a:pos x="csX888" y="csY888"/>
                </a:cxn>
                <a:cxn ang="0">
                  <a:pos x="csX889" y="csY889"/>
                </a:cxn>
                <a:cxn ang="0">
                  <a:pos x="csX890" y="csY890"/>
                </a:cxn>
                <a:cxn ang="0">
                  <a:pos x="csX891" y="csY891"/>
                </a:cxn>
                <a:cxn ang="0">
                  <a:pos x="csX892" y="csY892"/>
                </a:cxn>
                <a:cxn ang="0">
                  <a:pos x="csX893" y="csY893"/>
                </a:cxn>
                <a:cxn ang="0">
                  <a:pos x="csX894" y="csY894"/>
                </a:cxn>
                <a:cxn ang="0">
                  <a:pos x="csX895" y="csY895"/>
                </a:cxn>
                <a:cxn ang="0">
                  <a:pos x="csX896" y="csY896"/>
                </a:cxn>
                <a:cxn ang="0">
                  <a:pos x="csX897" y="csY897"/>
                </a:cxn>
                <a:cxn ang="0">
                  <a:pos x="csX898" y="csY898"/>
                </a:cxn>
                <a:cxn ang="0">
                  <a:pos x="csX899" y="csY899"/>
                </a:cxn>
                <a:cxn ang="0">
                  <a:pos x="csX900" y="csY900"/>
                </a:cxn>
                <a:cxn ang="0">
                  <a:pos x="csX901" y="csY901"/>
                </a:cxn>
                <a:cxn ang="0">
                  <a:pos x="csX902" y="csY902"/>
                </a:cxn>
                <a:cxn ang="0">
                  <a:pos x="csX903" y="csY903"/>
                </a:cxn>
                <a:cxn ang="0">
                  <a:pos x="csX904" y="csY904"/>
                </a:cxn>
                <a:cxn ang="0">
                  <a:pos x="csX905" y="csY905"/>
                </a:cxn>
                <a:cxn ang="0">
                  <a:pos x="csX906" y="csY906"/>
                </a:cxn>
                <a:cxn ang="0">
                  <a:pos x="csX907" y="csY907"/>
                </a:cxn>
                <a:cxn ang="0">
                  <a:pos x="csX908" y="csY908"/>
                </a:cxn>
                <a:cxn ang="0">
                  <a:pos x="csX909" y="csY909"/>
                </a:cxn>
                <a:cxn ang="0">
                  <a:pos x="csX910" y="csY910"/>
                </a:cxn>
                <a:cxn ang="0">
                  <a:pos x="csX911" y="csY911"/>
                </a:cxn>
                <a:cxn ang="0">
                  <a:pos x="csX912" y="csY912"/>
                </a:cxn>
                <a:cxn ang="0">
                  <a:pos x="csX913" y="csY913"/>
                </a:cxn>
                <a:cxn ang="0">
                  <a:pos x="csX914" y="csY914"/>
                </a:cxn>
                <a:cxn ang="0">
                  <a:pos x="csX915" y="csY915"/>
                </a:cxn>
                <a:cxn ang="0">
                  <a:pos x="csX916" y="csY916"/>
                </a:cxn>
                <a:cxn ang="0">
                  <a:pos x="csX917" y="csY917"/>
                </a:cxn>
                <a:cxn ang="0">
                  <a:pos x="csX918" y="csY918"/>
                </a:cxn>
                <a:cxn ang="0">
                  <a:pos x="csX919" y="csY919"/>
                </a:cxn>
                <a:cxn ang="0">
                  <a:pos x="csX920" y="csY920"/>
                </a:cxn>
                <a:cxn ang="0">
                  <a:pos x="csX921" y="csY921"/>
                </a:cxn>
                <a:cxn ang="0">
                  <a:pos x="csX922" y="csY922"/>
                </a:cxn>
                <a:cxn ang="0">
                  <a:pos x="csX923" y="csY923"/>
                </a:cxn>
                <a:cxn ang="0">
                  <a:pos x="csX924" y="csY924"/>
                </a:cxn>
                <a:cxn ang="0">
                  <a:pos x="csX925" y="csY925"/>
                </a:cxn>
                <a:cxn ang="0">
                  <a:pos x="csX926" y="csY926"/>
                </a:cxn>
                <a:cxn ang="0">
                  <a:pos x="csX927" y="csY927"/>
                </a:cxn>
                <a:cxn ang="0">
                  <a:pos x="csX928" y="csY928"/>
                </a:cxn>
                <a:cxn ang="0">
                  <a:pos x="csX929" y="csY929"/>
                </a:cxn>
                <a:cxn ang="0">
                  <a:pos x="csX930" y="csY930"/>
                </a:cxn>
                <a:cxn ang="0">
                  <a:pos x="csX931" y="csY931"/>
                </a:cxn>
                <a:cxn ang="0">
                  <a:pos x="csX932" y="csY932"/>
                </a:cxn>
                <a:cxn ang="0">
                  <a:pos x="csX933" y="csY933"/>
                </a:cxn>
                <a:cxn ang="0">
                  <a:pos x="csX934" y="csY934"/>
                </a:cxn>
                <a:cxn ang="0">
                  <a:pos x="csX935" y="csY935"/>
                </a:cxn>
                <a:cxn ang="0">
                  <a:pos x="csX936" y="csY936"/>
                </a:cxn>
                <a:cxn ang="0">
                  <a:pos x="csX937" y="csY937"/>
                </a:cxn>
                <a:cxn ang="0">
                  <a:pos x="csX938" y="csY938"/>
                </a:cxn>
                <a:cxn ang="0">
                  <a:pos x="csX939" y="csY939"/>
                </a:cxn>
                <a:cxn ang="0">
                  <a:pos x="csX940" y="csY940"/>
                </a:cxn>
                <a:cxn ang="0">
                  <a:pos x="csX941" y="csY941"/>
                </a:cxn>
                <a:cxn ang="0">
                  <a:pos x="csX942" y="csY942"/>
                </a:cxn>
                <a:cxn ang="0">
                  <a:pos x="csX943" y="csY943"/>
                </a:cxn>
                <a:cxn ang="0">
                  <a:pos x="csX944" y="csY944"/>
                </a:cxn>
                <a:cxn ang="0">
                  <a:pos x="csX945" y="csY945"/>
                </a:cxn>
                <a:cxn ang="0">
                  <a:pos x="csX946" y="csY946"/>
                </a:cxn>
                <a:cxn ang="0">
                  <a:pos x="csX947" y="csY947"/>
                </a:cxn>
                <a:cxn ang="0">
                  <a:pos x="csX948" y="csY948"/>
                </a:cxn>
                <a:cxn ang="0">
                  <a:pos x="csX949" y="csY949"/>
                </a:cxn>
                <a:cxn ang="0">
                  <a:pos x="csX950" y="csY950"/>
                </a:cxn>
                <a:cxn ang="0">
                  <a:pos x="csX951" y="csY951"/>
                </a:cxn>
                <a:cxn ang="0">
                  <a:pos x="csX952" y="csY952"/>
                </a:cxn>
                <a:cxn ang="0">
                  <a:pos x="csX953" y="csY953"/>
                </a:cxn>
                <a:cxn ang="0">
                  <a:pos x="csX954" y="csY954"/>
                </a:cxn>
                <a:cxn ang="0">
                  <a:pos x="csX955" y="csY955"/>
                </a:cxn>
                <a:cxn ang="0">
                  <a:pos x="csX956" y="csY956"/>
                </a:cxn>
                <a:cxn ang="0">
                  <a:pos x="csX957" y="csY957"/>
                </a:cxn>
                <a:cxn ang="0">
                  <a:pos x="csX958" y="csY958"/>
                </a:cxn>
                <a:cxn ang="0">
                  <a:pos x="csX959" y="csY959"/>
                </a:cxn>
                <a:cxn ang="0">
                  <a:pos x="csX960" y="csY960"/>
                </a:cxn>
                <a:cxn ang="0">
                  <a:pos x="csX961" y="csY961"/>
                </a:cxn>
                <a:cxn ang="0">
                  <a:pos x="csX962" y="csY962"/>
                </a:cxn>
                <a:cxn ang="0">
                  <a:pos x="csX963" y="csY963"/>
                </a:cxn>
                <a:cxn ang="0">
                  <a:pos x="csX964" y="csY964"/>
                </a:cxn>
                <a:cxn ang="0">
                  <a:pos x="csX965" y="csY965"/>
                </a:cxn>
                <a:cxn ang="0">
                  <a:pos x="csX966" y="csY966"/>
                </a:cxn>
                <a:cxn ang="0">
                  <a:pos x="csX967" y="csY967"/>
                </a:cxn>
                <a:cxn ang="0">
                  <a:pos x="csX968" y="csY968"/>
                </a:cxn>
                <a:cxn ang="0">
                  <a:pos x="csX969" y="csY969"/>
                </a:cxn>
                <a:cxn ang="0">
                  <a:pos x="csX970" y="csY970"/>
                </a:cxn>
                <a:cxn ang="0">
                  <a:pos x="csX971" y="csY971"/>
                </a:cxn>
                <a:cxn ang="0">
                  <a:pos x="csX972" y="csY972"/>
                </a:cxn>
                <a:cxn ang="0">
                  <a:pos x="csX973" y="csY973"/>
                </a:cxn>
                <a:cxn ang="0">
                  <a:pos x="csX974" y="csY974"/>
                </a:cxn>
                <a:cxn ang="0">
                  <a:pos x="csX975" y="csY975"/>
                </a:cxn>
                <a:cxn ang="0">
                  <a:pos x="csX976" y="csY976"/>
                </a:cxn>
                <a:cxn ang="0">
                  <a:pos x="csX977" y="csY977"/>
                </a:cxn>
                <a:cxn ang="0">
                  <a:pos x="csX978" y="csY978"/>
                </a:cxn>
                <a:cxn ang="0">
                  <a:pos x="csX979" y="csY979"/>
                </a:cxn>
                <a:cxn ang="0">
                  <a:pos x="csX980" y="csY980"/>
                </a:cxn>
                <a:cxn ang="0">
                  <a:pos x="csX981" y="csY981"/>
                </a:cxn>
                <a:cxn ang="0">
                  <a:pos x="csX982" y="csY982"/>
                </a:cxn>
                <a:cxn ang="0">
                  <a:pos x="csX983" y="csY983"/>
                </a:cxn>
                <a:cxn ang="0">
                  <a:pos x="csX984" y="csY984"/>
                </a:cxn>
                <a:cxn ang="0">
                  <a:pos x="csX985" y="csY985"/>
                </a:cxn>
                <a:cxn ang="0">
                  <a:pos x="csX986" y="csY986"/>
                </a:cxn>
                <a:cxn ang="0">
                  <a:pos x="csX987" y="csY987"/>
                </a:cxn>
                <a:cxn ang="0">
                  <a:pos x="csX988" y="csY988"/>
                </a:cxn>
                <a:cxn ang="0">
                  <a:pos x="csX989" y="csY989"/>
                </a:cxn>
                <a:cxn ang="0">
                  <a:pos x="csX990" y="csY990"/>
                </a:cxn>
                <a:cxn ang="0">
                  <a:pos x="csX991" y="csY991"/>
                </a:cxn>
                <a:cxn ang="0">
                  <a:pos x="csX992" y="csY992"/>
                </a:cxn>
                <a:cxn ang="0">
                  <a:pos x="csX993" y="csY993"/>
                </a:cxn>
                <a:cxn ang="0">
                  <a:pos x="csX994" y="csY994"/>
                </a:cxn>
                <a:cxn ang="0">
                  <a:pos x="csX995" y="csY995"/>
                </a:cxn>
                <a:cxn ang="0">
                  <a:pos x="csX996" y="csY996"/>
                </a:cxn>
                <a:cxn ang="0">
                  <a:pos x="csX997" y="csY997"/>
                </a:cxn>
                <a:cxn ang="0">
                  <a:pos x="csX998" y="csY998"/>
                </a:cxn>
                <a:cxn ang="0">
                  <a:pos x="csX999" y="csY999"/>
                </a:cxn>
                <a:cxn ang="0">
                  <a:pos x="csX1000" y="csY1000"/>
                </a:cxn>
                <a:cxn ang="0">
                  <a:pos x="csX1001" y="csY1001"/>
                </a:cxn>
                <a:cxn ang="0">
                  <a:pos x="csX1002" y="csY1002"/>
                </a:cxn>
                <a:cxn ang="0">
                  <a:pos x="csX1003" y="csY1003"/>
                </a:cxn>
                <a:cxn ang="0">
                  <a:pos x="csX1004" y="csY1004"/>
                </a:cxn>
                <a:cxn ang="0">
                  <a:pos x="csX1005" y="csY1005"/>
                </a:cxn>
                <a:cxn ang="0">
                  <a:pos x="csX1006" y="csY1006"/>
                </a:cxn>
                <a:cxn ang="0">
                  <a:pos x="csX1007" y="csY1007"/>
                </a:cxn>
                <a:cxn ang="0">
                  <a:pos x="csX1008" y="csY1008"/>
                </a:cxn>
                <a:cxn ang="0">
                  <a:pos x="csX1009" y="csY1009"/>
                </a:cxn>
                <a:cxn ang="0">
                  <a:pos x="csX1010" y="csY1010"/>
                </a:cxn>
                <a:cxn ang="0">
                  <a:pos x="csX1011" y="csY1011"/>
                </a:cxn>
                <a:cxn ang="0">
                  <a:pos x="csX1012" y="csY1012"/>
                </a:cxn>
                <a:cxn ang="0">
                  <a:pos x="csX1013" y="csY1013"/>
                </a:cxn>
                <a:cxn ang="0">
                  <a:pos x="csX1014" y="csY1014"/>
                </a:cxn>
                <a:cxn ang="0">
                  <a:pos x="csX1015" y="csY1015"/>
                </a:cxn>
                <a:cxn ang="0">
                  <a:pos x="csX1016" y="csY1016"/>
                </a:cxn>
                <a:cxn ang="0">
                  <a:pos x="csX1017" y="csY1017"/>
                </a:cxn>
                <a:cxn ang="0">
                  <a:pos x="csX1018" y="csY1018"/>
                </a:cxn>
                <a:cxn ang="0">
                  <a:pos x="csX1019" y="csY1019"/>
                </a:cxn>
                <a:cxn ang="0">
                  <a:pos x="csX1020" y="csY1020"/>
                </a:cxn>
                <a:cxn ang="0">
                  <a:pos x="csX1021" y="csY1021"/>
                </a:cxn>
                <a:cxn ang="0">
                  <a:pos x="csX1022" y="csY1022"/>
                </a:cxn>
                <a:cxn ang="0">
                  <a:pos x="csX1023" y="csY1023"/>
                </a:cxn>
                <a:cxn ang="0">
                  <a:pos x="csX1024" y="csY1024"/>
                </a:cxn>
                <a:cxn ang="0">
                  <a:pos x="csX1025" y="csY1025"/>
                </a:cxn>
                <a:cxn ang="0">
                  <a:pos x="csX1026" y="csY1026"/>
                </a:cxn>
                <a:cxn ang="0">
                  <a:pos x="csX1027" y="csY1027"/>
                </a:cxn>
                <a:cxn ang="0">
                  <a:pos x="csX1028" y="csY1028"/>
                </a:cxn>
                <a:cxn ang="0">
                  <a:pos x="csX1029" y="csY1029"/>
                </a:cxn>
                <a:cxn ang="0">
                  <a:pos x="csX1030" y="csY1030"/>
                </a:cxn>
                <a:cxn ang="0">
                  <a:pos x="csX1031" y="csY1031"/>
                </a:cxn>
                <a:cxn ang="0">
                  <a:pos x="csX1032" y="csY1032"/>
                </a:cxn>
                <a:cxn ang="0">
                  <a:pos x="csX1033" y="csY1033"/>
                </a:cxn>
                <a:cxn ang="0">
                  <a:pos x="csX1034" y="csY1034"/>
                </a:cxn>
                <a:cxn ang="0">
                  <a:pos x="csX1035" y="csY1035"/>
                </a:cxn>
                <a:cxn ang="0">
                  <a:pos x="csX1036" y="csY1036"/>
                </a:cxn>
                <a:cxn ang="0">
                  <a:pos x="csX1037" y="csY1037"/>
                </a:cxn>
                <a:cxn ang="0">
                  <a:pos x="csX1038" y="csY1038"/>
                </a:cxn>
                <a:cxn ang="0">
                  <a:pos x="csX1039" y="csY1039"/>
                </a:cxn>
                <a:cxn ang="0">
                  <a:pos x="csX1040" y="csY1040"/>
                </a:cxn>
                <a:cxn ang="0">
                  <a:pos x="csX1041" y="csY1041"/>
                </a:cxn>
                <a:cxn ang="0">
                  <a:pos x="csX1042" y="csY1042"/>
                </a:cxn>
                <a:cxn ang="0">
                  <a:pos x="csX1043" y="csY1043"/>
                </a:cxn>
                <a:cxn ang="0">
                  <a:pos x="csX1044" y="csY1044"/>
                </a:cxn>
                <a:cxn ang="0">
                  <a:pos x="csX1045" y="csY1045"/>
                </a:cxn>
                <a:cxn ang="0">
                  <a:pos x="csX1046" y="csY1046"/>
                </a:cxn>
                <a:cxn ang="0">
                  <a:pos x="csX1047" y="csY1047"/>
                </a:cxn>
                <a:cxn ang="0">
                  <a:pos x="csX1048" y="csY1048"/>
                </a:cxn>
                <a:cxn ang="0">
                  <a:pos x="csX1049" y="csY1049"/>
                </a:cxn>
                <a:cxn ang="0">
                  <a:pos x="csX1050" y="csY1050"/>
                </a:cxn>
                <a:cxn ang="0">
                  <a:pos x="csX1051" y="csY1051"/>
                </a:cxn>
                <a:cxn ang="0">
                  <a:pos x="csX1052" y="csY1052"/>
                </a:cxn>
                <a:cxn ang="0">
                  <a:pos x="csX1053" y="csY1053"/>
                </a:cxn>
                <a:cxn ang="0">
                  <a:pos x="csX1054" y="csY1054"/>
                </a:cxn>
                <a:cxn ang="0">
                  <a:pos x="csX1055" y="csY1055"/>
                </a:cxn>
                <a:cxn ang="0">
                  <a:pos x="csX1056" y="csY1056"/>
                </a:cxn>
                <a:cxn ang="0">
                  <a:pos x="csX1057" y="csY1057"/>
                </a:cxn>
                <a:cxn ang="0">
                  <a:pos x="csX1058" y="csY1058"/>
                </a:cxn>
                <a:cxn ang="0">
                  <a:pos x="csX1059" y="csY1059"/>
                </a:cxn>
                <a:cxn ang="0">
                  <a:pos x="csX1060" y="csY1060"/>
                </a:cxn>
                <a:cxn ang="0">
                  <a:pos x="csX1061" y="csY1061"/>
                </a:cxn>
                <a:cxn ang="0">
                  <a:pos x="csX1062" y="csY1062"/>
                </a:cxn>
                <a:cxn ang="0">
                  <a:pos x="csX1063" y="csY1063"/>
                </a:cxn>
                <a:cxn ang="0">
                  <a:pos x="csX1064" y="csY1064"/>
                </a:cxn>
                <a:cxn ang="0">
                  <a:pos x="csX1065" y="csY1065"/>
                </a:cxn>
                <a:cxn ang="0">
                  <a:pos x="csX1066" y="csY1066"/>
                </a:cxn>
                <a:cxn ang="0">
                  <a:pos x="csX1067" y="csY1067"/>
                </a:cxn>
                <a:cxn ang="0">
                  <a:pos x="csX1068" y="csY1068"/>
                </a:cxn>
                <a:cxn ang="0">
                  <a:pos x="csX1069" y="csY1069"/>
                </a:cxn>
                <a:cxn ang="0">
                  <a:pos x="csX1070" y="csY1070"/>
                </a:cxn>
                <a:cxn ang="0">
                  <a:pos x="csX1071" y="csY1071"/>
                </a:cxn>
                <a:cxn ang="0">
                  <a:pos x="csX1072" y="csY1072"/>
                </a:cxn>
                <a:cxn ang="0">
                  <a:pos x="csX1073" y="csY1073"/>
                </a:cxn>
                <a:cxn ang="0">
                  <a:pos x="csX1074" y="csY1074"/>
                </a:cxn>
                <a:cxn ang="0">
                  <a:pos x="csX1075" y="csY1075"/>
                </a:cxn>
                <a:cxn ang="0">
                  <a:pos x="csX1076" y="csY1076"/>
                </a:cxn>
                <a:cxn ang="0">
                  <a:pos x="csX1077" y="csY1077"/>
                </a:cxn>
                <a:cxn ang="0">
                  <a:pos x="csX1078" y="csY1078"/>
                </a:cxn>
                <a:cxn ang="0">
                  <a:pos x="csX1079" y="csY1079"/>
                </a:cxn>
                <a:cxn ang="0">
                  <a:pos x="csX1080" y="csY1080"/>
                </a:cxn>
                <a:cxn ang="0">
                  <a:pos x="csX1081" y="csY1081"/>
                </a:cxn>
                <a:cxn ang="0">
                  <a:pos x="csX1082" y="csY1082"/>
                </a:cxn>
                <a:cxn ang="0">
                  <a:pos x="csX1083" y="csY1083"/>
                </a:cxn>
                <a:cxn ang="0">
                  <a:pos x="csX1084" y="csY1084"/>
                </a:cxn>
                <a:cxn ang="0">
                  <a:pos x="csX1085" y="csY1085"/>
                </a:cxn>
                <a:cxn ang="0">
                  <a:pos x="csX1086" y="csY1086"/>
                </a:cxn>
                <a:cxn ang="0">
                  <a:pos x="csX1087" y="csY1087"/>
                </a:cxn>
                <a:cxn ang="0">
                  <a:pos x="csX1088" y="csY1088"/>
                </a:cxn>
                <a:cxn ang="0">
                  <a:pos x="csX1089" y="csY1089"/>
                </a:cxn>
                <a:cxn ang="0">
                  <a:pos x="csX1090" y="csY1090"/>
                </a:cxn>
                <a:cxn ang="0">
                  <a:pos x="csX1091" y="csY1091"/>
                </a:cxn>
                <a:cxn ang="0">
                  <a:pos x="csX1092" y="csY1092"/>
                </a:cxn>
                <a:cxn ang="0">
                  <a:pos x="csX1093" y="csY1093"/>
                </a:cxn>
                <a:cxn ang="0">
                  <a:pos x="csX1094" y="csY1094"/>
                </a:cxn>
                <a:cxn ang="0">
                  <a:pos x="csX1095" y="csY1095"/>
                </a:cxn>
                <a:cxn ang="0">
                  <a:pos x="csX1096" y="csY1096"/>
                </a:cxn>
                <a:cxn ang="0">
                  <a:pos x="csX1097" y="csY1097"/>
                </a:cxn>
                <a:cxn ang="0">
                  <a:pos x="csX1098" y="csY1098"/>
                </a:cxn>
                <a:cxn ang="0">
                  <a:pos x="csX1099" y="csY1099"/>
                </a:cxn>
                <a:cxn ang="0">
                  <a:pos x="csX1100" y="csY1100"/>
                </a:cxn>
                <a:cxn ang="0">
                  <a:pos x="csX1101" y="csY1101"/>
                </a:cxn>
                <a:cxn ang="0">
                  <a:pos x="csX1102" y="csY1102"/>
                </a:cxn>
                <a:cxn ang="0">
                  <a:pos x="csX1103" y="csY1103"/>
                </a:cxn>
                <a:cxn ang="0">
                  <a:pos x="csX1104" y="csY1104"/>
                </a:cxn>
                <a:cxn ang="0">
                  <a:pos x="csX1105" y="csY1105"/>
                </a:cxn>
                <a:cxn ang="0">
                  <a:pos x="csX1106" y="csY1106"/>
                </a:cxn>
                <a:cxn ang="0">
                  <a:pos x="csX1107" y="csY1107"/>
                </a:cxn>
                <a:cxn ang="0">
                  <a:pos x="csX1108" y="csY1108"/>
                </a:cxn>
                <a:cxn ang="0">
                  <a:pos x="csX1109" y="csY1109"/>
                </a:cxn>
                <a:cxn ang="0">
                  <a:pos x="csX1110" y="csY1110"/>
                </a:cxn>
                <a:cxn ang="0">
                  <a:pos x="csX1111" y="csY1111"/>
                </a:cxn>
                <a:cxn ang="0">
                  <a:pos x="csX1112" y="csY1112"/>
                </a:cxn>
                <a:cxn ang="0">
                  <a:pos x="csX1113" y="csY1113"/>
                </a:cxn>
                <a:cxn ang="0">
                  <a:pos x="csX1114" y="csY1114"/>
                </a:cxn>
                <a:cxn ang="0">
                  <a:pos x="csX1115" y="csY1115"/>
                </a:cxn>
                <a:cxn ang="0">
                  <a:pos x="csX1116" y="csY1116"/>
                </a:cxn>
                <a:cxn ang="0">
                  <a:pos x="csX1117" y="csY1117"/>
                </a:cxn>
                <a:cxn ang="0">
                  <a:pos x="csX1118" y="csY1118"/>
                </a:cxn>
                <a:cxn ang="0">
                  <a:pos x="csX1119" y="csY1119"/>
                </a:cxn>
                <a:cxn ang="0">
                  <a:pos x="csX1120" y="csY1120"/>
                </a:cxn>
                <a:cxn ang="0">
                  <a:pos x="csX1121" y="csY1121"/>
                </a:cxn>
                <a:cxn ang="0">
                  <a:pos x="csX1122" y="csY1122"/>
                </a:cxn>
                <a:cxn ang="0">
                  <a:pos x="csX1123" y="csY1123"/>
                </a:cxn>
                <a:cxn ang="0">
                  <a:pos x="csX1124" y="csY1124"/>
                </a:cxn>
                <a:cxn ang="0">
                  <a:pos x="csX1125" y="csY1125"/>
                </a:cxn>
                <a:cxn ang="0">
                  <a:pos x="csX1126" y="csY1126"/>
                </a:cxn>
                <a:cxn ang="0">
                  <a:pos x="csX1127" y="csY1127"/>
                </a:cxn>
                <a:cxn ang="0">
                  <a:pos x="csX1128" y="csY1128"/>
                </a:cxn>
                <a:cxn ang="0">
                  <a:pos x="csX1129" y="csY1129"/>
                </a:cxn>
                <a:cxn ang="0">
                  <a:pos x="csX1130" y="csY1130"/>
                </a:cxn>
                <a:cxn ang="0">
                  <a:pos x="csX1131" y="csY1131"/>
                </a:cxn>
                <a:cxn ang="0">
                  <a:pos x="csX1132" y="csY1132"/>
                </a:cxn>
                <a:cxn ang="0">
                  <a:pos x="csX1133" y="csY1133"/>
                </a:cxn>
                <a:cxn ang="0">
                  <a:pos x="csX1134" y="csY1134"/>
                </a:cxn>
                <a:cxn ang="0">
                  <a:pos x="csX1135" y="csY1135"/>
                </a:cxn>
                <a:cxn ang="0">
                  <a:pos x="csX1136" y="csY1136"/>
                </a:cxn>
                <a:cxn ang="0">
                  <a:pos x="csX1137" y="csY1137"/>
                </a:cxn>
                <a:cxn ang="0">
                  <a:pos x="csX1138" y="csY1138"/>
                </a:cxn>
                <a:cxn ang="0">
                  <a:pos x="csX1139" y="csY1139"/>
                </a:cxn>
                <a:cxn ang="0">
                  <a:pos x="csX1140" y="csY1140"/>
                </a:cxn>
                <a:cxn ang="0">
                  <a:pos x="csX1141" y="csY1141"/>
                </a:cxn>
                <a:cxn ang="0">
                  <a:pos x="csX1142" y="csY1142"/>
                </a:cxn>
                <a:cxn ang="0">
                  <a:pos x="csX1143" y="csY1143"/>
                </a:cxn>
                <a:cxn ang="0">
                  <a:pos x="csX1144" y="csY1144"/>
                </a:cxn>
                <a:cxn ang="0">
                  <a:pos x="csX1145" y="csY1145"/>
                </a:cxn>
                <a:cxn ang="0">
                  <a:pos x="csX1146" y="csY1146"/>
                </a:cxn>
                <a:cxn ang="0">
                  <a:pos x="csX1147" y="csY1147"/>
                </a:cxn>
                <a:cxn ang="0">
                  <a:pos x="csX1148" y="csY1148"/>
                </a:cxn>
                <a:cxn ang="0">
                  <a:pos x="csX1149" y="csY1149"/>
                </a:cxn>
                <a:cxn ang="0">
                  <a:pos x="csX1150" y="csY1150"/>
                </a:cxn>
                <a:cxn ang="0">
                  <a:pos x="csX1151" y="csY1151"/>
                </a:cxn>
                <a:cxn ang="0">
                  <a:pos x="csX1152" y="csY1152"/>
                </a:cxn>
                <a:cxn ang="0">
                  <a:pos x="csX1153" y="csY1153"/>
                </a:cxn>
                <a:cxn ang="0">
                  <a:pos x="csX1154" y="csY1154"/>
                </a:cxn>
                <a:cxn ang="0">
                  <a:pos x="csX1155" y="csY1155"/>
                </a:cxn>
                <a:cxn ang="0">
                  <a:pos x="csX1156" y="csY1156"/>
                </a:cxn>
                <a:cxn ang="0">
                  <a:pos x="csX1157" y="csY1157"/>
                </a:cxn>
                <a:cxn ang="0">
                  <a:pos x="csX1158" y="csY1158"/>
                </a:cxn>
                <a:cxn ang="0">
                  <a:pos x="csX1159" y="csY1159"/>
                </a:cxn>
                <a:cxn ang="0">
                  <a:pos x="csX1160" y="csY1160"/>
                </a:cxn>
                <a:cxn ang="0">
                  <a:pos x="csX1161" y="csY1161"/>
                </a:cxn>
                <a:cxn ang="0">
                  <a:pos x="csX1162" y="csY1162"/>
                </a:cxn>
                <a:cxn ang="0">
                  <a:pos x="csX1163" y="csY1163"/>
                </a:cxn>
                <a:cxn ang="0">
                  <a:pos x="csX1164" y="csY1164"/>
                </a:cxn>
                <a:cxn ang="0">
                  <a:pos x="csX1165" y="csY1165"/>
                </a:cxn>
                <a:cxn ang="0">
                  <a:pos x="csX1166" y="csY1166"/>
                </a:cxn>
                <a:cxn ang="0">
                  <a:pos x="csX1167" y="csY1167"/>
                </a:cxn>
                <a:cxn ang="0">
                  <a:pos x="csX1168" y="csY1168"/>
                </a:cxn>
                <a:cxn ang="0">
                  <a:pos x="csX1169" y="csY1169"/>
                </a:cxn>
                <a:cxn ang="0">
                  <a:pos x="csX1170" y="csY1170"/>
                </a:cxn>
                <a:cxn ang="0">
                  <a:pos x="csX1171" y="csY1171"/>
                </a:cxn>
                <a:cxn ang="0">
                  <a:pos x="csX1172" y="csY1172"/>
                </a:cxn>
                <a:cxn ang="0">
                  <a:pos x="csX1173" y="csY1173"/>
                </a:cxn>
                <a:cxn ang="0">
                  <a:pos x="csX1174" y="csY1174"/>
                </a:cxn>
                <a:cxn ang="0">
                  <a:pos x="csX1175" y="csY1175"/>
                </a:cxn>
                <a:cxn ang="0">
                  <a:pos x="csX1176" y="csY1176"/>
                </a:cxn>
                <a:cxn ang="0">
                  <a:pos x="csX1177" y="csY1177"/>
                </a:cxn>
                <a:cxn ang="0">
                  <a:pos x="csX1178" y="csY1178"/>
                </a:cxn>
                <a:cxn ang="0">
                  <a:pos x="csX1179" y="csY1179"/>
                </a:cxn>
                <a:cxn ang="0">
                  <a:pos x="csX1180" y="csY1180"/>
                </a:cxn>
                <a:cxn ang="0">
                  <a:pos x="csX1181" y="csY1181"/>
                </a:cxn>
                <a:cxn ang="0">
                  <a:pos x="csX1182" y="csY1182"/>
                </a:cxn>
                <a:cxn ang="0">
                  <a:pos x="csX1183" y="csY1183"/>
                </a:cxn>
                <a:cxn ang="0">
                  <a:pos x="csX1184" y="csY1184"/>
                </a:cxn>
                <a:cxn ang="0">
                  <a:pos x="csX1185" y="csY1185"/>
                </a:cxn>
                <a:cxn ang="0">
                  <a:pos x="csX1186" y="csY1186"/>
                </a:cxn>
                <a:cxn ang="0">
                  <a:pos x="csX1187" y="csY1187"/>
                </a:cxn>
                <a:cxn ang="0">
                  <a:pos x="csX1188" y="csY1188"/>
                </a:cxn>
                <a:cxn ang="0">
                  <a:pos x="csX1189" y="csY1189"/>
                </a:cxn>
                <a:cxn ang="0">
                  <a:pos x="csX1190" y="csY1190"/>
                </a:cxn>
                <a:cxn ang="0">
                  <a:pos x="csX1191" y="csY1191"/>
                </a:cxn>
                <a:cxn ang="0">
                  <a:pos x="csX1192" y="csY1192"/>
                </a:cxn>
                <a:cxn ang="0">
                  <a:pos x="csX1193" y="csY1193"/>
                </a:cxn>
                <a:cxn ang="0">
                  <a:pos x="csX1194" y="csY1194"/>
                </a:cxn>
                <a:cxn ang="0">
                  <a:pos x="csX1195" y="csY1195"/>
                </a:cxn>
                <a:cxn ang="0">
                  <a:pos x="csX1196" y="csY1196"/>
                </a:cxn>
                <a:cxn ang="0">
                  <a:pos x="csX1197" y="csY1197"/>
                </a:cxn>
                <a:cxn ang="0">
                  <a:pos x="csX1198" y="csY1198"/>
                </a:cxn>
                <a:cxn ang="0">
                  <a:pos x="csX1199" y="csY1199"/>
                </a:cxn>
                <a:cxn ang="0">
                  <a:pos x="csX1200" y="csY1200"/>
                </a:cxn>
                <a:cxn ang="0">
                  <a:pos x="csX1201" y="csY1201"/>
                </a:cxn>
                <a:cxn ang="0">
                  <a:pos x="csX1202" y="csY1202"/>
                </a:cxn>
                <a:cxn ang="0">
                  <a:pos x="csX1203" y="csY1203"/>
                </a:cxn>
                <a:cxn ang="0">
                  <a:pos x="csX1204" y="csY1204"/>
                </a:cxn>
                <a:cxn ang="0">
                  <a:pos x="csX1205" y="csY1205"/>
                </a:cxn>
                <a:cxn ang="0">
                  <a:pos x="csX1206" y="csY1206"/>
                </a:cxn>
                <a:cxn ang="0">
                  <a:pos x="csX1207" y="csY1207"/>
                </a:cxn>
                <a:cxn ang="0">
                  <a:pos x="csX1208" y="csY1208"/>
                </a:cxn>
                <a:cxn ang="0">
                  <a:pos x="csX1209" y="csY1209"/>
                </a:cxn>
                <a:cxn ang="0">
                  <a:pos x="csX1210" y="csY1210"/>
                </a:cxn>
                <a:cxn ang="0">
                  <a:pos x="csX1211" y="csY1211"/>
                </a:cxn>
                <a:cxn ang="0">
                  <a:pos x="csX1212" y="csY1212"/>
                </a:cxn>
                <a:cxn ang="0">
                  <a:pos x="csX1213" y="csY1213"/>
                </a:cxn>
                <a:cxn ang="0">
                  <a:pos x="csX1214" y="csY1214"/>
                </a:cxn>
                <a:cxn ang="0">
                  <a:pos x="csX1215" y="csY1215"/>
                </a:cxn>
                <a:cxn ang="0">
                  <a:pos x="csX1216" y="csY1216"/>
                </a:cxn>
                <a:cxn ang="0">
                  <a:pos x="csX1217" y="csY1217"/>
                </a:cxn>
                <a:cxn ang="0">
                  <a:pos x="csX1218" y="csY1218"/>
                </a:cxn>
                <a:cxn ang="0">
                  <a:pos x="csX1219" y="csY1219"/>
                </a:cxn>
                <a:cxn ang="0">
                  <a:pos x="csX1220" y="csY1220"/>
                </a:cxn>
                <a:cxn ang="0">
                  <a:pos x="csX1221" y="csY1221"/>
                </a:cxn>
                <a:cxn ang="0">
                  <a:pos x="csX1222" y="csY1222"/>
                </a:cxn>
                <a:cxn ang="0">
                  <a:pos x="csX1223" y="csY1223"/>
                </a:cxn>
                <a:cxn ang="0">
                  <a:pos x="csX1224" y="csY1224"/>
                </a:cxn>
                <a:cxn ang="0">
                  <a:pos x="csX1225" y="csY1225"/>
                </a:cxn>
                <a:cxn ang="0">
                  <a:pos x="csX1226" y="csY1226"/>
                </a:cxn>
                <a:cxn ang="0">
                  <a:pos x="csX1227" y="csY1227"/>
                </a:cxn>
                <a:cxn ang="0">
                  <a:pos x="csX1228" y="csY1228"/>
                </a:cxn>
                <a:cxn ang="0">
                  <a:pos x="csX1229" y="csY1229"/>
                </a:cxn>
                <a:cxn ang="0">
                  <a:pos x="csX1230" y="csY1230"/>
                </a:cxn>
                <a:cxn ang="0">
                  <a:pos x="csX1231" y="csY1231"/>
                </a:cxn>
                <a:cxn ang="0">
                  <a:pos x="csX1232" y="csY1232"/>
                </a:cxn>
                <a:cxn ang="0">
                  <a:pos x="csX1233" y="csY1233"/>
                </a:cxn>
                <a:cxn ang="0">
                  <a:pos x="csX1234" y="csY1234"/>
                </a:cxn>
                <a:cxn ang="0">
                  <a:pos x="csX1235" y="csY1235"/>
                </a:cxn>
                <a:cxn ang="0">
                  <a:pos x="csX1236" y="csY1236"/>
                </a:cxn>
                <a:cxn ang="0">
                  <a:pos x="csX1237" y="csY1237"/>
                </a:cxn>
                <a:cxn ang="0">
                  <a:pos x="csX1238" y="csY1238"/>
                </a:cxn>
                <a:cxn ang="0">
                  <a:pos x="csX1239" y="csY1239"/>
                </a:cxn>
                <a:cxn ang="0">
                  <a:pos x="csX1240" y="csY1240"/>
                </a:cxn>
                <a:cxn ang="0">
                  <a:pos x="csX1241" y="csY1241"/>
                </a:cxn>
                <a:cxn ang="0">
                  <a:pos x="csX1242" y="csY1242"/>
                </a:cxn>
                <a:cxn ang="0">
                  <a:pos x="csX1243" y="csY1243"/>
                </a:cxn>
                <a:cxn ang="0">
                  <a:pos x="csX1244" y="csY1244"/>
                </a:cxn>
                <a:cxn ang="0">
                  <a:pos x="csX1245" y="csY1245"/>
                </a:cxn>
                <a:cxn ang="0">
                  <a:pos x="csX1246" y="csY1246"/>
                </a:cxn>
                <a:cxn ang="0">
                  <a:pos x="csX1247" y="csY1247"/>
                </a:cxn>
                <a:cxn ang="0">
                  <a:pos x="csX1248" y="csY1248"/>
                </a:cxn>
                <a:cxn ang="0">
                  <a:pos x="csX1249" y="csY1249"/>
                </a:cxn>
                <a:cxn ang="0">
                  <a:pos x="csX1250" y="csY1250"/>
                </a:cxn>
                <a:cxn ang="0">
                  <a:pos x="csX1251" y="csY1251"/>
                </a:cxn>
                <a:cxn ang="0">
                  <a:pos x="csX1252" y="csY1252"/>
                </a:cxn>
                <a:cxn ang="0">
                  <a:pos x="csX1253" y="csY1253"/>
                </a:cxn>
                <a:cxn ang="0">
                  <a:pos x="csX1254" y="csY1254"/>
                </a:cxn>
                <a:cxn ang="0">
                  <a:pos x="csX1255" y="csY1255"/>
                </a:cxn>
                <a:cxn ang="0">
                  <a:pos x="csX1256" y="csY1256"/>
                </a:cxn>
                <a:cxn ang="0">
                  <a:pos x="csX1257" y="csY1257"/>
                </a:cxn>
                <a:cxn ang="0">
                  <a:pos x="csX1258" y="csY1258"/>
                </a:cxn>
                <a:cxn ang="0">
                  <a:pos x="csX1259" y="csY1259"/>
                </a:cxn>
                <a:cxn ang="0">
                  <a:pos x="csX1260" y="csY1260"/>
                </a:cxn>
                <a:cxn ang="0">
                  <a:pos x="csX1261" y="csY1261"/>
                </a:cxn>
                <a:cxn ang="0">
                  <a:pos x="csX1262" y="csY1262"/>
                </a:cxn>
                <a:cxn ang="0">
                  <a:pos x="csX1263" y="csY1263"/>
                </a:cxn>
                <a:cxn ang="0">
                  <a:pos x="csX1264" y="csY1264"/>
                </a:cxn>
                <a:cxn ang="0">
                  <a:pos x="csX1265" y="csY1265"/>
                </a:cxn>
                <a:cxn ang="0">
                  <a:pos x="csX1266" y="csY1266"/>
                </a:cxn>
                <a:cxn ang="0">
                  <a:pos x="csX1267" y="csY1267"/>
                </a:cxn>
                <a:cxn ang="0">
                  <a:pos x="csX1268" y="csY1268"/>
                </a:cxn>
                <a:cxn ang="0">
                  <a:pos x="csX1269" y="csY1269"/>
                </a:cxn>
                <a:cxn ang="0">
                  <a:pos x="csX1270" y="csY1270"/>
                </a:cxn>
                <a:cxn ang="0">
                  <a:pos x="csX1271" y="csY1271"/>
                </a:cxn>
                <a:cxn ang="0">
                  <a:pos x="csX1272" y="csY1272"/>
                </a:cxn>
                <a:cxn ang="0">
                  <a:pos x="csX1273" y="csY1273"/>
                </a:cxn>
                <a:cxn ang="0">
                  <a:pos x="csX1274" y="csY1274"/>
                </a:cxn>
                <a:cxn ang="0">
                  <a:pos x="csX1275" y="csY1275"/>
                </a:cxn>
                <a:cxn ang="0">
                  <a:pos x="csX1276" y="csY1276"/>
                </a:cxn>
                <a:cxn ang="0">
                  <a:pos x="csX1277" y="csY1277"/>
                </a:cxn>
                <a:cxn ang="0">
                  <a:pos x="csX1278" y="csY1278"/>
                </a:cxn>
                <a:cxn ang="0">
                  <a:pos x="csX1279" y="csY1279"/>
                </a:cxn>
                <a:cxn ang="0">
                  <a:pos x="csX1280" y="csY1280"/>
                </a:cxn>
                <a:cxn ang="0">
                  <a:pos x="csX1281" y="csY1281"/>
                </a:cxn>
                <a:cxn ang="0">
                  <a:pos x="csX1282" y="csY1282"/>
                </a:cxn>
                <a:cxn ang="0">
                  <a:pos x="csX1283" y="csY1283"/>
                </a:cxn>
                <a:cxn ang="0">
                  <a:pos x="csX1284" y="csY1284"/>
                </a:cxn>
                <a:cxn ang="0">
                  <a:pos x="csX1285" y="csY1285"/>
                </a:cxn>
                <a:cxn ang="0">
                  <a:pos x="csX1286" y="csY1286"/>
                </a:cxn>
                <a:cxn ang="0">
                  <a:pos x="csX1287" y="csY1287"/>
                </a:cxn>
                <a:cxn ang="0">
                  <a:pos x="csX1288" y="csY1288"/>
                </a:cxn>
                <a:cxn ang="0">
                  <a:pos x="csX1289" y="csY1289"/>
                </a:cxn>
                <a:cxn ang="0">
                  <a:pos x="csX1290" y="csY1290"/>
                </a:cxn>
                <a:cxn ang="0">
                  <a:pos x="csX1291" y="csY1291"/>
                </a:cxn>
                <a:cxn ang="0">
                  <a:pos x="csX1292" y="csY1292"/>
                </a:cxn>
                <a:cxn ang="0">
                  <a:pos x="csX1293" y="csY1293"/>
                </a:cxn>
                <a:cxn ang="0">
                  <a:pos x="csX1294" y="csY1294"/>
                </a:cxn>
                <a:cxn ang="0">
                  <a:pos x="csX1295" y="csY1295"/>
                </a:cxn>
                <a:cxn ang="0">
                  <a:pos x="csX1296" y="csY1296"/>
                </a:cxn>
                <a:cxn ang="0">
                  <a:pos x="csX1297" y="csY1297"/>
                </a:cxn>
                <a:cxn ang="0">
                  <a:pos x="csX1298" y="csY1298"/>
                </a:cxn>
                <a:cxn ang="0">
                  <a:pos x="csX1299" y="csY1299"/>
                </a:cxn>
                <a:cxn ang="0">
                  <a:pos x="csX1300" y="csY1300"/>
                </a:cxn>
                <a:cxn ang="0">
                  <a:pos x="csX1301" y="csY1301"/>
                </a:cxn>
                <a:cxn ang="0">
                  <a:pos x="csX1302" y="csY1302"/>
                </a:cxn>
                <a:cxn ang="0">
                  <a:pos x="csX1303" y="csY1303"/>
                </a:cxn>
                <a:cxn ang="0">
                  <a:pos x="csX1304" y="csY1304"/>
                </a:cxn>
                <a:cxn ang="0">
                  <a:pos x="csX1305" y="csY1305"/>
                </a:cxn>
                <a:cxn ang="0">
                  <a:pos x="csX1306" y="csY1306"/>
                </a:cxn>
                <a:cxn ang="0">
                  <a:pos x="csX1307" y="csY1307"/>
                </a:cxn>
                <a:cxn ang="0">
                  <a:pos x="csX1308" y="csY1308"/>
                </a:cxn>
                <a:cxn ang="0">
                  <a:pos x="csX1309" y="csY1309"/>
                </a:cxn>
                <a:cxn ang="0">
                  <a:pos x="csX1310" y="csY1310"/>
                </a:cxn>
                <a:cxn ang="0">
                  <a:pos x="csX1311" y="csY1311"/>
                </a:cxn>
                <a:cxn ang="0">
                  <a:pos x="csX1312" y="csY1312"/>
                </a:cxn>
                <a:cxn ang="0">
                  <a:pos x="csX1313" y="csY1313"/>
                </a:cxn>
                <a:cxn ang="0">
                  <a:pos x="csX1314" y="csY1314"/>
                </a:cxn>
                <a:cxn ang="0">
                  <a:pos x="csX1315" y="csY1315"/>
                </a:cxn>
                <a:cxn ang="0">
                  <a:pos x="csX1316" y="csY1316"/>
                </a:cxn>
                <a:cxn ang="0">
                  <a:pos x="csX1317" y="csY1317"/>
                </a:cxn>
                <a:cxn ang="0">
                  <a:pos x="csX1318" y="csY1318"/>
                </a:cxn>
                <a:cxn ang="0">
                  <a:pos x="csX1319" y="csY1319"/>
                </a:cxn>
                <a:cxn ang="0">
                  <a:pos x="csX1320" y="csY1320"/>
                </a:cxn>
                <a:cxn ang="0">
                  <a:pos x="csX1321" y="csY1321"/>
                </a:cxn>
                <a:cxn ang="0">
                  <a:pos x="csX1322" y="csY1322"/>
                </a:cxn>
                <a:cxn ang="0">
                  <a:pos x="csX1323" y="csY1323"/>
                </a:cxn>
                <a:cxn ang="0">
                  <a:pos x="csX1324" y="csY1324"/>
                </a:cxn>
                <a:cxn ang="0">
                  <a:pos x="csX1325" y="csY1325"/>
                </a:cxn>
                <a:cxn ang="0">
                  <a:pos x="csX1326" y="csY1326"/>
                </a:cxn>
                <a:cxn ang="0">
                  <a:pos x="csX1327" y="csY1327"/>
                </a:cxn>
                <a:cxn ang="0">
                  <a:pos x="csX1328" y="csY1328"/>
                </a:cxn>
                <a:cxn ang="0">
                  <a:pos x="csX1329" y="csY1329"/>
                </a:cxn>
                <a:cxn ang="0">
                  <a:pos x="csX1330" y="csY1330"/>
                </a:cxn>
                <a:cxn ang="0">
                  <a:pos x="csX1331" y="csY1331"/>
                </a:cxn>
                <a:cxn ang="0">
                  <a:pos x="csX1332" y="csY1332"/>
                </a:cxn>
                <a:cxn ang="0">
                  <a:pos x="csX1333" y="csY1333"/>
                </a:cxn>
                <a:cxn ang="0">
                  <a:pos x="csX1334" y="csY1334"/>
                </a:cxn>
                <a:cxn ang="0">
                  <a:pos x="csX1335" y="csY1335"/>
                </a:cxn>
                <a:cxn ang="0">
                  <a:pos x="csX1336" y="csY1336"/>
                </a:cxn>
                <a:cxn ang="0">
                  <a:pos x="csX1337" y="csY1337"/>
                </a:cxn>
                <a:cxn ang="0">
                  <a:pos x="csX1338" y="csY1338"/>
                </a:cxn>
                <a:cxn ang="0">
                  <a:pos x="csX1339" y="csY1339"/>
                </a:cxn>
                <a:cxn ang="0">
                  <a:pos x="csX1340" y="csY1340"/>
                </a:cxn>
                <a:cxn ang="0">
                  <a:pos x="csX1341" y="csY1341"/>
                </a:cxn>
                <a:cxn ang="0">
                  <a:pos x="csX1342" y="csY1342"/>
                </a:cxn>
                <a:cxn ang="0">
                  <a:pos x="csX1343" y="csY1343"/>
                </a:cxn>
                <a:cxn ang="0">
                  <a:pos x="csX1344" y="csY1344"/>
                </a:cxn>
                <a:cxn ang="0">
                  <a:pos x="csX1345" y="csY1345"/>
                </a:cxn>
                <a:cxn ang="0">
                  <a:pos x="csX1346" y="csY1346"/>
                </a:cxn>
                <a:cxn ang="0">
                  <a:pos x="csX1347" y="csY1347"/>
                </a:cxn>
                <a:cxn ang="0">
                  <a:pos x="csX1348" y="csY1348"/>
                </a:cxn>
                <a:cxn ang="0">
                  <a:pos x="csX1349" y="csY1349"/>
                </a:cxn>
                <a:cxn ang="0">
                  <a:pos x="csX1350" y="csY1350"/>
                </a:cxn>
                <a:cxn ang="0">
                  <a:pos x="csX1351" y="csY1351"/>
                </a:cxn>
                <a:cxn ang="0">
                  <a:pos x="csX1352" y="csY1352"/>
                </a:cxn>
                <a:cxn ang="0">
                  <a:pos x="csX1353" y="csY1353"/>
                </a:cxn>
                <a:cxn ang="0">
                  <a:pos x="csX1354" y="csY1354"/>
                </a:cxn>
                <a:cxn ang="0">
                  <a:pos x="csX1355" y="csY1355"/>
                </a:cxn>
                <a:cxn ang="0">
                  <a:pos x="csX1356" y="csY1356"/>
                </a:cxn>
                <a:cxn ang="0">
                  <a:pos x="csX1357" y="csY1357"/>
                </a:cxn>
                <a:cxn ang="0">
                  <a:pos x="csX1358" y="csY1358"/>
                </a:cxn>
                <a:cxn ang="0">
                  <a:pos x="csX1359" y="csY1359"/>
                </a:cxn>
                <a:cxn ang="0">
                  <a:pos x="csX1360" y="csY1360"/>
                </a:cxn>
                <a:cxn ang="0">
                  <a:pos x="csX1361" y="csY1361"/>
                </a:cxn>
                <a:cxn ang="0">
                  <a:pos x="csX1362" y="csY1362"/>
                </a:cxn>
                <a:cxn ang="0">
                  <a:pos x="csX1363" y="csY1363"/>
                </a:cxn>
                <a:cxn ang="0">
                  <a:pos x="csX1364" y="csY1364"/>
                </a:cxn>
                <a:cxn ang="0">
                  <a:pos x="csX1365" y="csY1365"/>
                </a:cxn>
                <a:cxn ang="0">
                  <a:pos x="csX1366" y="csY1366"/>
                </a:cxn>
                <a:cxn ang="0">
                  <a:pos x="csX1367" y="csY1367"/>
                </a:cxn>
                <a:cxn ang="0">
                  <a:pos x="csX1368" y="csY1368"/>
                </a:cxn>
                <a:cxn ang="0">
                  <a:pos x="csX1369" y="csY1369"/>
                </a:cxn>
                <a:cxn ang="0">
                  <a:pos x="csX1370" y="csY1370"/>
                </a:cxn>
                <a:cxn ang="0">
                  <a:pos x="csX1371" y="csY1371"/>
                </a:cxn>
                <a:cxn ang="0">
                  <a:pos x="csX1372" y="csY1372"/>
                </a:cxn>
                <a:cxn ang="0">
                  <a:pos x="csX1373" y="csY1373"/>
                </a:cxn>
                <a:cxn ang="0">
                  <a:pos x="csX1374" y="csY1374"/>
                </a:cxn>
                <a:cxn ang="0">
                  <a:pos x="csX1375" y="csY1375"/>
                </a:cxn>
                <a:cxn ang="0">
                  <a:pos x="csX1376" y="csY1376"/>
                </a:cxn>
                <a:cxn ang="0">
                  <a:pos x="csX1377" y="csY1377"/>
                </a:cxn>
                <a:cxn ang="0">
                  <a:pos x="csX1378" y="csY1378"/>
                </a:cxn>
                <a:cxn ang="0">
                  <a:pos x="csX1379" y="csY1379"/>
                </a:cxn>
                <a:cxn ang="0">
                  <a:pos x="csX1380" y="csY1380"/>
                </a:cxn>
                <a:cxn ang="0">
                  <a:pos x="csX1381" y="csY1381"/>
                </a:cxn>
                <a:cxn ang="0">
                  <a:pos x="csX1382" y="csY1382"/>
                </a:cxn>
                <a:cxn ang="0">
                  <a:pos x="csX1383" y="csY1383"/>
                </a:cxn>
                <a:cxn ang="0">
                  <a:pos x="csX1384" y="csY1384"/>
                </a:cxn>
                <a:cxn ang="0">
                  <a:pos x="csX1385" y="csY1385"/>
                </a:cxn>
                <a:cxn ang="0">
                  <a:pos x="csX1386" y="csY1386"/>
                </a:cxn>
                <a:cxn ang="0">
                  <a:pos x="csX1387" y="csY1387"/>
                </a:cxn>
                <a:cxn ang="0">
                  <a:pos x="csX1388" y="csY1388"/>
                </a:cxn>
                <a:cxn ang="0">
                  <a:pos x="csX1389" y="csY1389"/>
                </a:cxn>
                <a:cxn ang="0">
                  <a:pos x="csX1390" y="csY1390"/>
                </a:cxn>
                <a:cxn ang="0">
                  <a:pos x="csX1391" y="csY1391"/>
                </a:cxn>
                <a:cxn ang="0">
                  <a:pos x="csX1392" y="csY1392"/>
                </a:cxn>
                <a:cxn ang="0">
                  <a:pos x="csX1393" y="csY1393"/>
                </a:cxn>
                <a:cxn ang="0">
                  <a:pos x="csX1394" y="csY1394"/>
                </a:cxn>
                <a:cxn ang="0">
                  <a:pos x="csX1395" y="csY1395"/>
                </a:cxn>
                <a:cxn ang="0">
                  <a:pos x="csX1396" y="csY1396"/>
                </a:cxn>
                <a:cxn ang="0">
                  <a:pos x="csX1397" y="csY1397"/>
                </a:cxn>
                <a:cxn ang="0">
                  <a:pos x="csX1398" y="csY1398"/>
                </a:cxn>
                <a:cxn ang="0">
                  <a:pos x="csX1399" y="csY1399"/>
                </a:cxn>
                <a:cxn ang="0">
                  <a:pos x="csX1400" y="csY1400"/>
                </a:cxn>
                <a:cxn ang="0">
                  <a:pos x="csX1401" y="csY1401"/>
                </a:cxn>
                <a:cxn ang="0">
                  <a:pos x="csX1402" y="csY1402"/>
                </a:cxn>
                <a:cxn ang="0">
                  <a:pos x="csX1403" y="csY1403"/>
                </a:cxn>
                <a:cxn ang="0">
                  <a:pos x="csX1404" y="csY1404"/>
                </a:cxn>
                <a:cxn ang="0">
                  <a:pos x="csX1405" y="csY1405"/>
                </a:cxn>
                <a:cxn ang="0">
                  <a:pos x="csX1406" y="csY1406"/>
                </a:cxn>
                <a:cxn ang="0">
                  <a:pos x="csX1407" y="csY1407"/>
                </a:cxn>
                <a:cxn ang="0">
                  <a:pos x="csX1408" y="csY1408"/>
                </a:cxn>
                <a:cxn ang="0">
                  <a:pos x="csX1409" y="csY1409"/>
                </a:cxn>
                <a:cxn ang="0">
                  <a:pos x="csX1410" y="csY1410"/>
                </a:cxn>
                <a:cxn ang="0">
                  <a:pos x="csX1411" y="csY1411"/>
                </a:cxn>
                <a:cxn ang="0">
                  <a:pos x="csX1412" y="csY1412"/>
                </a:cxn>
                <a:cxn ang="0">
                  <a:pos x="csX1413" y="csY1413"/>
                </a:cxn>
                <a:cxn ang="0">
                  <a:pos x="csX1414" y="csY1414"/>
                </a:cxn>
                <a:cxn ang="0">
                  <a:pos x="csX1415" y="csY1415"/>
                </a:cxn>
                <a:cxn ang="0">
                  <a:pos x="csX1416" y="csY1416"/>
                </a:cxn>
                <a:cxn ang="0">
                  <a:pos x="csX1417" y="csY1417"/>
                </a:cxn>
                <a:cxn ang="0">
                  <a:pos x="csX1418" y="csY1418"/>
                </a:cxn>
                <a:cxn ang="0">
                  <a:pos x="csX1419" y="csY1419"/>
                </a:cxn>
                <a:cxn ang="0">
                  <a:pos x="csX1420" y="csY1420"/>
                </a:cxn>
                <a:cxn ang="0">
                  <a:pos x="csX1421" y="csY1421"/>
                </a:cxn>
                <a:cxn ang="0">
                  <a:pos x="csX1422" y="csY1422"/>
                </a:cxn>
                <a:cxn ang="0">
                  <a:pos x="csX1423" y="csY1423"/>
                </a:cxn>
                <a:cxn ang="0">
                  <a:pos x="csX1424" y="csY1424"/>
                </a:cxn>
                <a:cxn ang="0">
                  <a:pos x="csX1425" y="csY1425"/>
                </a:cxn>
                <a:cxn ang="0">
                  <a:pos x="csX1426" y="csY1426"/>
                </a:cxn>
                <a:cxn ang="0">
                  <a:pos x="csX1427" y="csY1427"/>
                </a:cxn>
                <a:cxn ang="0">
                  <a:pos x="csX1428" y="csY1428"/>
                </a:cxn>
                <a:cxn ang="0">
                  <a:pos x="csX1429" y="csY1429"/>
                </a:cxn>
                <a:cxn ang="0">
                  <a:pos x="csX1430" y="csY1430"/>
                </a:cxn>
                <a:cxn ang="0">
                  <a:pos x="csX1431" y="csY1431"/>
                </a:cxn>
                <a:cxn ang="0">
                  <a:pos x="csX1432" y="csY1432"/>
                </a:cxn>
                <a:cxn ang="0">
                  <a:pos x="csX1433" y="csY1433"/>
                </a:cxn>
                <a:cxn ang="0">
                  <a:pos x="csX1434" y="csY1434"/>
                </a:cxn>
                <a:cxn ang="0">
                  <a:pos x="csX1435" y="csY1435"/>
                </a:cxn>
                <a:cxn ang="0">
                  <a:pos x="csX1436" y="csY1436"/>
                </a:cxn>
                <a:cxn ang="0">
                  <a:pos x="csX1437" y="csY1437"/>
                </a:cxn>
                <a:cxn ang="0">
                  <a:pos x="csX1438" y="csY1438"/>
                </a:cxn>
                <a:cxn ang="0">
                  <a:pos x="csX1439" y="csY1439"/>
                </a:cxn>
                <a:cxn ang="0">
                  <a:pos x="csX1440" y="csY1440"/>
                </a:cxn>
                <a:cxn ang="0">
                  <a:pos x="csX1441" y="csY1441"/>
                </a:cxn>
                <a:cxn ang="0">
                  <a:pos x="csX1442" y="csY1442"/>
                </a:cxn>
                <a:cxn ang="0">
                  <a:pos x="csX1443" y="csY1443"/>
                </a:cxn>
                <a:cxn ang="0">
                  <a:pos x="csX1444" y="csY1444"/>
                </a:cxn>
                <a:cxn ang="0">
                  <a:pos x="csX1445" y="csY1445"/>
                </a:cxn>
                <a:cxn ang="0">
                  <a:pos x="csX1446" y="csY1446"/>
                </a:cxn>
                <a:cxn ang="0">
                  <a:pos x="csX1447" y="csY1447"/>
                </a:cxn>
                <a:cxn ang="0">
                  <a:pos x="csX1448" y="csY1448"/>
                </a:cxn>
                <a:cxn ang="0">
                  <a:pos x="csX1449" y="csY1449"/>
                </a:cxn>
                <a:cxn ang="0">
                  <a:pos x="csX1450" y="csY1450"/>
                </a:cxn>
                <a:cxn ang="0">
                  <a:pos x="csX1451" y="csY1451"/>
                </a:cxn>
                <a:cxn ang="0">
                  <a:pos x="csX1452" y="csY1452"/>
                </a:cxn>
                <a:cxn ang="0">
                  <a:pos x="csX1453" y="csY1453"/>
                </a:cxn>
                <a:cxn ang="0">
                  <a:pos x="csX1454" y="csY1454"/>
                </a:cxn>
                <a:cxn ang="0">
                  <a:pos x="csX1455" y="csY1455"/>
                </a:cxn>
                <a:cxn ang="0">
                  <a:pos x="csX1456" y="csY1456"/>
                </a:cxn>
                <a:cxn ang="0">
                  <a:pos x="csX1457" y="csY1457"/>
                </a:cxn>
                <a:cxn ang="0">
                  <a:pos x="csX1458" y="csY1458"/>
                </a:cxn>
                <a:cxn ang="0">
                  <a:pos x="csX1459" y="csY1459"/>
                </a:cxn>
                <a:cxn ang="0">
                  <a:pos x="csX1460" y="csY1460"/>
                </a:cxn>
                <a:cxn ang="0">
                  <a:pos x="csX1461" y="csY1461"/>
                </a:cxn>
                <a:cxn ang="0">
                  <a:pos x="csX1462" y="csY1462"/>
                </a:cxn>
                <a:cxn ang="0">
                  <a:pos x="csX1463" y="csY1463"/>
                </a:cxn>
                <a:cxn ang="0">
                  <a:pos x="csX1464" y="csY1464"/>
                </a:cxn>
                <a:cxn ang="0">
                  <a:pos x="csX1465" y="csY1465"/>
                </a:cxn>
                <a:cxn ang="0">
                  <a:pos x="csX1466" y="csY1466"/>
                </a:cxn>
                <a:cxn ang="0">
                  <a:pos x="csX1467" y="csY1467"/>
                </a:cxn>
                <a:cxn ang="0">
                  <a:pos x="csX1468" y="csY1468"/>
                </a:cxn>
                <a:cxn ang="0">
                  <a:pos x="csX1469" y="csY1469"/>
                </a:cxn>
                <a:cxn ang="0">
                  <a:pos x="csX1470" y="csY1470"/>
                </a:cxn>
                <a:cxn ang="0">
                  <a:pos x="csX1471" y="csY1471"/>
                </a:cxn>
                <a:cxn ang="0">
                  <a:pos x="csX1472" y="csY1472"/>
                </a:cxn>
                <a:cxn ang="0">
                  <a:pos x="csX1473" y="csY1473"/>
                </a:cxn>
                <a:cxn ang="0">
                  <a:pos x="csX1474" y="csY1474"/>
                </a:cxn>
                <a:cxn ang="0">
                  <a:pos x="csX1475" y="csY1475"/>
                </a:cxn>
                <a:cxn ang="0">
                  <a:pos x="csX1476" y="csY1476"/>
                </a:cxn>
                <a:cxn ang="0">
                  <a:pos x="csX1477" y="csY1477"/>
                </a:cxn>
                <a:cxn ang="0">
                  <a:pos x="csX1478" y="csY1478"/>
                </a:cxn>
                <a:cxn ang="0">
                  <a:pos x="csX1479" y="csY1479"/>
                </a:cxn>
                <a:cxn ang="0">
                  <a:pos x="csX1480" y="csY1480"/>
                </a:cxn>
                <a:cxn ang="0">
                  <a:pos x="csX1481" y="csY1481"/>
                </a:cxn>
                <a:cxn ang="0">
                  <a:pos x="csX1482" y="csY1482"/>
                </a:cxn>
                <a:cxn ang="0">
                  <a:pos x="csX1483" y="csY1483"/>
                </a:cxn>
                <a:cxn ang="0">
                  <a:pos x="csX1484" y="csY1484"/>
                </a:cxn>
                <a:cxn ang="0">
                  <a:pos x="csX1485" y="csY1485"/>
                </a:cxn>
                <a:cxn ang="0">
                  <a:pos x="csX1486" y="csY1486"/>
                </a:cxn>
                <a:cxn ang="0">
                  <a:pos x="csX1487" y="csY1487"/>
                </a:cxn>
                <a:cxn ang="0">
                  <a:pos x="csX1488" y="csY1488"/>
                </a:cxn>
                <a:cxn ang="0">
                  <a:pos x="csX1489" y="csY1489"/>
                </a:cxn>
                <a:cxn ang="0">
                  <a:pos x="csX1490" y="csY1490"/>
                </a:cxn>
                <a:cxn ang="0">
                  <a:pos x="csX1491" y="csY1491"/>
                </a:cxn>
                <a:cxn ang="0">
                  <a:pos x="csX1492" y="csY1492"/>
                </a:cxn>
                <a:cxn ang="0">
                  <a:pos x="csX1493" y="csY1493"/>
                </a:cxn>
                <a:cxn ang="0">
                  <a:pos x="csX1494" y="csY1494"/>
                </a:cxn>
                <a:cxn ang="0">
                  <a:pos x="csX1495" y="csY1495"/>
                </a:cxn>
                <a:cxn ang="0">
                  <a:pos x="csX1496" y="csY1496"/>
                </a:cxn>
                <a:cxn ang="0">
                  <a:pos x="csX1497" y="csY1497"/>
                </a:cxn>
                <a:cxn ang="0">
                  <a:pos x="csX1498" y="csY1498"/>
                </a:cxn>
                <a:cxn ang="0">
                  <a:pos x="csX1499" y="csY1499"/>
                </a:cxn>
                <a:cxn ang="0">
                  <a:pos x="csX1500" y="csY1500"/>
                </a:cxn>
                <a:cxn ang="0">
                  <a:pos x="csX1501" y="csY1501"/>
                </a:cxn>
                <a:cxn ang="0">
                  <a:pos x="csX1502" y="csY1502"/>
                </a:cxn>
                <a:cxn ang="0">
                  <a:pos x="csX1503" y="csY1503"/>
                </a:cxn>
                <a:cxn ang="0">
                  <a:pos x="csX1504" y="csY1504"/>
                </a:cxn>
                <a:cxn ang="0">
                  <a:pos x="csX1505" y="csY1505"/>
                </a:cxn>
                <a:cxn ang="0">
                  <a:pos x="csX1506" y="csY1506"/>
                </a:cxn>
                <a:cxn ang="0">
                  <a:pos x="csX1507" y="csY1507"/>
                </a:cxn>
                <a:cxn ang="0">
                  <a:pos x="csX1508" y="csY1508"/>
                </a:cxn>
                <a:cxn ang="0">
                  <a:pos x="csX1509" y="csY1509"/>
                </a:cxn>
                <a:cxn ang="0">
                  <a:pos x="csX1510" y="csY1510"/>
                </a:cxn>
                <a:cxn ang="0">
                  <a:pos x="csX1511" y="csY1511"/>
                </a:cxn>
                <a:cxn ang="0">
                  <a:pos x="csX1512" y="csY1512"/>
                </a:cxn>
                <a:cxn ang="0">
                  <a:pos x="csX1513" y="csY1513"/>
                </a:cxn>
                <a:cxn ang="0">
                  <a:pos x="csX1514" y="csY1514"/>
                </a:cxn>
                <a:cxn ang="0">
                  <a:pos x="csX1515" y="csY1515"/>
                </a:cxn>
                <a:cxn ang="0">
                  <a:pos x="csX1516" y="csY1516"/>
                </a:cxn>
                <a:cxn ang="0">
                  <a:pos x="csX1517" y="csY1517"/>
                </a:cxn>
                <a:cxn ang="0">
                  <a:pos x="csX1518" y="csY1518"/>
                </a:cxn>
                <a:cxn ang="0">
                  <a:pos x="csX1519" y="csY1519"/>
                </a:cxn>
                <a:cxn ang="0">
                  <a:pos x="csX1520" y="csY1520"/>
                </a:cxn>
              </a:cxnLst>
              <a:rect l="l" t="t" r="r" b="b"/>
              <a:pathLst>
                <a:path w="3861828" h="4807419">
                  <a:moveTo>
                    <a:pt x="387358" y="79397"/>
                  </a:moveTo>
                  <a:lnTo>
                    <a:pt x="393239" y="90998"/>
                  </a:lnTo>
                  <a:cubicBezTo>
                    <a:pt x="395846" y="96004"/>
                    <a:pt x="397209" y="101564"/>
                    <a:pt x="397212" y="107208"/>
                  </a:cubicBezTo>
                  <a:lnTo>
                    <a:pt x="397212" y="421081"/>
                  </a:lnTo>
                  <a:lnTo>
                    <a:pt x="675328" y="421081"/>
                  </a:lnTo>
                  <a:lnTo>
                    <a:pt x="675328" y="107208"/>
                  </a:lnTo>
                  <a:cubicBezTo>
                    <a:pt x="675331" y="101564"/>
                    <a:pt x="676694" y="96004"/>
                    <a:pt x="679301" y="90998"/>
                  </a:cubicBezTo>
                  <a:lnTo>
                    <a:pt x="685183" y="79397"/>
                  </a:lnTo>
                  <a:close/>
                  <a:moveTo>
                    <a:pt x="659435" y="107208"/>
                  </a:moveTo>
                  <a:lnTo>
                    <a:pt x="659435" y="405189"/>
                  </a:lnTo>
                  <a:lnTo>
                    <a:pt x="413105" y="405189"/>
                  </a:lnTo>
                  <a:lnTo>
                    <a:pt x="413105" y="107208"/>
                  </a:lnTo>
                  <a:cubicBezTo>
                    <a:pt x="413109" y="103192"/>
                    <a:pt x="412628" y="99190"/>
                    <a:pt x="411673" y="95289"/>
                  </a:cubicBezTo>
                  <a:lnTo>
                    <a:pt x="660867" y="95289"/>
                  </a:lnTo>
                  <a:cubicBezTo>
                    <a:pt x="659912" y="99190"/>
                    <a:pt x="659431" y="103192"/>
                    <a:pt x="659436" y="107208"/>
                  </a:cubicBezTo>
                  <a:close/>
                  <a:moveTo>
                    <a:pt x="736988" y="79397"/>
                  </a:moveTo>
                  <a:lnTo>
                    <a:pt x="742870" y="90998"/>
                  </a:lnTo>
                  <a:cubicBezTo>
                    <a:pt x="745477" y="96004"/>
                    <a:pt x="746839" y="101564"/>
                    <a:pt x="746843" y="107208"/>
                  </a:cubicBezTo>
                  <a:lnTo>
                    <a:pt x="746843" y="421081"/>
                  </a:lnTo>
                  <a:lnTo>
                    <a:pt x="1024958" y="421081"/>
                  </a:lnTo>
                  <a:lnTo>
                    <a:pt x="1024958" y="107208"/>
                  </a:lnTo>
                  <a:cubicBezTo>
                    <a:pt x="1024962" y="101564"/>
                    <a:pt x="1026325" y="96004"/>
                    <a:pt x="1028931" y="90998"/>
                  </a:cubicBezTo>
                  <a:lnTo>
                    <a:pt x="1034814" y="79397"/>
                  </a:lnTo>
                  <a:close/>
                  <a:moveTo>
                    <a:pt x="1009066" y="107208"/>
                  </a:moveTo>
                  <a:lnTo>
                    <a:pt x="1009066" y="405189"/>
                  </a:lnTo>
                  <a:lnTo>
                    <a:pt x="762735" y="405189"/>
                  </a:lnTo>
                  <a:lnTo>
                    <a:pt x="762735" y="107208"/>
                  </a:lnTo>
                  <a:cubicBezTo>
                    <a:pt x="762740" y="103192"/>
                    <a:pt x="762259" y="99190"/>
                    <a:pt x="761304" y="95289"/>
                  </a:cubicBezTo>
                  <a:lnTo>
                    <a:pt x="1010498" y="95289"/>
                  </a:lnTo>
                  <a:cubicBezTo>
                    <a:pt x="1009542" y="99190"/>
                    <a:pt x="1009062" y="103192"/>
                    <a:pt x="1009066" y="107208"/>
                  </a:cubicBezTo>
                  <a:close/>
                  <a:moveTo>
                    <a:pt x="1086619" y="79397"/>
                  </a:moveTo>
                  <a:lnTo>
                    <a:pt x="1092500" y="90998"/>
                  </a:lnTo>
                  <a:cubicBezTo>
                    <a:pt x="1095107" y="96004"/>
                    <a:pt x="1096470" y="101564"/>
                    <a:pt x="1096474" y="107208"/>
                  </a:cubicBezTo>
                  <a:lnTo>
                    <a:pt x="1096474" y="421081"/>
                  </a:lnTo>
                  <a:lnTo>
                    <a:pt x="1374589" y="421081"/>
                  </a:lnTo>
                  <a:lnTo>
                    <a:pt x="1374589" y="107208"/>
                  </a:lnTo>
                  <a:cubicBezTo>
                    <a:pt x="1374593" y="101564"/>
                    <a:pt x="1375955" y="96004"/>
                    <a:pt x="1378562" y="90998"/>
                  </a:cubicBezTo>
                  <a:lnTo>
                    <a:pt x="1384444" y="79397"/>
                  </a:lnTo>
                  <a:close/>
                  <a:moveTo>
                    <a:pt x="1358696" y="107208"/>
                  </a:moveTo>
                  <a:lnTo>
                    <a:pt x="1358696" y="405189"/>
                  </a:lnTo>
                  <a:lnTo>
                    <a:pt x="1112366" y="405189"/>
                  </a:lnTo>
                  <a:lnTo>
                    <a:pt x="1112366" y="107208"/>
                  </a:lnTo>
                  <a:cubicBezTo>
                    <a:pt x="1112370" y="103192"/>
                    <a:pt x="1111890" y="99190"/>
                    <a:pt x="1110934" y="95289"/>
                  </a:cubicBezTo>
                  <a:lnTo>
                    <a:pt x="1360128" y="95289"/>
                  </a:lnTo>
                  <a:cubicBezTo>
                    <a:pt x="1359173" y="99190"/>
                    <a:pt x="1358692" y="103192"/>
                    <a:pt x="1358697" y="107208"/>
                  </a:cubicBezTo>
                  <a:close/>
                  <a:moveTo>
                    <a:pt x="1436249" y="79397"/>
                  </a:moveTo>
                  <a:lnTo>
                    <a:pt x="1442131" y="90998"/>
                  </a:lnTo>
                  <a:cubicBezTo>
                    <a:pt x="1444738" y="96004"/>
                    <a:pt x="1446101" y="101564"/>
                    <a:pt x="1446104" y="107208"/>
                  </a:cubicBezTo>
                  <a:lnTo>
                    <a:pt x="1446104" y="421081"/>
                  </a:lnTo>
                  <a:lnTo>
                    <a:pt x="1724220" y="421081"/>
                  </a:lnTo>
                  <a:lnTo>
                    <a:pt x="1724220" y="107208"/>
                  </a:lnTo>
                  <a:cubicBezTo>
                    <a:pt x="1724223" y="101564"/>
                    <a:pt x="1725586" y="96004"/>
                    <a:pt x="1728193" y="90998"/>
                  </a:cubicBezTo>
                  <a:lnTo>
                    <a:pt x="1734075" y="79397"/>
                  </a:lnTo>
                  <a:close/>
                  <a:moveTo>
                    <a:pt x="1708327" y="107208"/>
                  </a:moveTo>
                  <a:lnTo>
                    <a:pt x="1708327" y="405189"/>
                  </a:lnTo>
                  <a:lnTo>
                    <a:pt x="1461997" y="405189"/>
                  </a:lnTo>
                  <a:lnTo>
                    <a:pt x="1461997" y="107208"/>
                  </a:lnTo>
                  <a:cubicBezTo>
                    <a:pt x="1462001" y="103192"/>
                    <a:pt x="1461520" y="99190"/>
                    <a:pt x="1460565" y="95289"/>
                  </a:cubicBezTo>
                  <a:lnTo>
                    <a:pt x="1709759" y="95289"/>
                  </a:lnTo>
                  <a:cubicBezTo>
                    <a:pt x="1708804" y="99190"/>
                    <a:pt x="1708323" y="103192"/>
                    <a:pt x="1708327" y="107208"/>
                  </a:cubicBezTo>
                  <a:close/>
                  <a:moveTo>
                    <a:pt x="1785880" y="79397"/>
                  </a:moveTo>
                  <a:lnTo>
                    <a:pt x="1791762" y="90998"/>
                  </a:lnTo>
                  <a:cubicBezTo>
                    <a:pt x="1794369" y="96004"/>
                    <a:pt x="1795731" y="101564"/>
                    <a:pt x="1795735" y="107208"/>
                  </a:cubicBezTo>
                  <a:lnTo>
                    <a:pt x="1795735" y="421081"/>
                  </a:lnTo>
                  <a:lnTo>
                    <a:pt x="2073850" y="421081"/>
                  </a:lnTo>
                  <a:lnTo>
                    <a:pt x="2073850" y="107208"/>
                  </a:lnTo>
                  <a:cubicBezTo>
                    <a:pt x="2073854" y="101564"/>
                    <a:pt x="2075216" y="96004"/>
                    <a:pt x="2077823" y="90998"/>
                  </a:cubicBezTo>
                  <a:lnTo>
                    <a:pt x="2083705" y="79397"/>
                  </a:lnTo>
                  <a:close/>
                  <a:moveTo>
                    <a:pt x="2057958" y="107208"/>
                  </a:moveTo>
                  <a:lnTo>
                    <a:pt x="2057958" y="405189"/>
                  </a:lnTo>
                  <a:lnTo>
                    <a:pt x="1811627" y="405189"/>
                  </a:lnTo>
                  <a:lnTo>
                    <a:pt x="1811627" y="107208"/>
                  </a:lnTo>
                  <a:cubicBezTo>
                    <a:pt x="1811632" y="103192"/>
                    <a:pt x="1811151" y="99190"/>
                    <a:pt x="1810195" y="95289"/>
                  </a:cubicBezTo>
                  <a:lnTo>
                    <a:pt x="2059389" y="95289"/>
                  </a:lnTo>
                  <a:cubicBezTo>
                    <a:pt x="2058434" y="99190"/>
                    <a:pt x="2057953" y="103192"/>
                    <a:pt x="2057958" y="107208"/>
                  </a:cubicBezTo>
                  <a:close/>
                  <a:moveTo>
                    <a:pt x="2135510" y="79397"/>
                  </a:moveTo>
                  <a:lnTo>
                    <a:pt x="2141392" y="90998"/>
                  </a:lnTo>
                  <a:cubicBezTo>
                    <a:pt x="2143999" y="96004"/>
                    <a:pt x="2145362" y="101564"/>
                    <a:pt x="2145365" y="107208"/>
                  </a:cubicBezTo>
                  <a:lnTo>
                    <a:pt x="2145365" y="421081"/>
                  </a:lnTo>
                  <a:lnTo>
                    <a:pt x="2423481" y="421081"/>
                  </a:lnTo>
                  <a:lnTo>
                    <a:pt x="2423481" y="107208"/>
                  </a:lnTo>
                  <a:cubicBezTo>
                    <a:pt x="2423485" y="101564"/>
                    <a:pt x="2424847" y="96004"/>
                    <a:pt x="2427454" y="90998"/>
                  </a:cubicBezTo>
                  <a:lnTo>
                    <a:pt x="2433336" y="79397"/>
                  </a:lnTo>
                  <a:close/>
                  <a:moveTo>
                    <a:pt x="2407588" y="107208"/>
                  </a:moveTo>
                  <a:lnTo>
                    <a:pt x="2407588" y="405189"/>
                  </a:lnTo>
                  <a:lnTo>
                    <a:pt x="2161258" y="405189"/>
                  </a:lnTo>
                  <a:lnTo>
                    <a:pt x="2161258" y="107208"/>
                  </a:lnTo>
                  <a:cubicBezTo>
                    <a:pt x="2161262" y="103192"/>
                    <a:pt x="2160781" y="99190"/>
                    <a:pt x="2159826" y="95289"/>
                  </a:cubicBezTo>
                  <a:lnTo>
                    <a:pt x="2409020" y="95289"/>
                  </a:lnTo>
                  <a:cubicBezTo>
                    <a:pt x="2408065" y="99190"/>
                    <a:pt x="2407584" y="103192"/>
                    <a:pt x="2407588" y="107208"/>
                  </a:cubicBezTo>
                  <a:close/>
                  <a:moveTo>
                    <a:pt x="2485141" y="79397"/>
                  </a:moveTo>
                  <a:lnTo>
                    <a:pt x="2491023" y="90998"/>
                  </a:lnTo>
                  <a:cubicBezTo>
                    <a:pt x="2493630" y="96004"/>
                    <a:pt x="2494993" y="101564"/>
                    <a:pt x="2494996" y="107208"/>
                  </a:cubicBezTo>
                  <a:lnTo>
                    <a:pt x="2494996" y="421081"/>
                  </a:lnTo>
                  <a:lnTo>
                    <a:pt x="2773111" y="421081"/>
                  </a:lnTo>
                  <a:lnTo>
                    <a:pt x="2773111" y="107208"/>
                  </a:lnTo>
                  <a:cubicBezTo>
                    <a:pt x="2773115" y="101564"/>
                    <a:pt x="2774477" y="96004"/>
                    <a:pt x="2777084" y="90998"/>
                  </a:cubicBezTo>
                  <a:lnTo>
                    <a:pt x="2782966" y="79397"/>
                  </a:lnTo>
                  <a:close/>
                  <a:moveTo>
                    <a:pt x="2757219" y="107208"/>
                  </a:moveTo>
                  <a:lnTo>
                    <a:pt x="2757219" y="405189"/>
                  </a:lnTo>
                  <a:lnTo>
                    <a:pt x="2510888" y="405189"/>
                  </a:lnTo>
                  <a:lnTo>
                    <a:pt x="2510888" y="107208"/>
                  </a:lnTo>
                  <a:cubicBezTo>
                    <a:pt x="2510893" y="103192"/>
                    <a:pt x="2510412" y="99190"/>
                    <a:pt x="2509457" y="95289"/>
                  </a:cubicBezTo>
                  <a:lnTo>
                    <a:pt x="2758651" y="95289"/>
                  </a:lnTo>
                  <a:cubicBezTo>
                    <a:pt x="2757695" y="99190"/>
                    <a:pt x="2757215" y="103192"/>
                    <a:pt x="2757219" y="107208"/>
                  </a:cubicBezTo>
                  <a:close/>
                  <a:moveTo>
                    <a:pt x="2834771" y="79397"/>
                  </a:moveTo>
                  <a:lnTo>
                    <a:pt x="2840653" y="90998"/>
                  </a:lnTo>
                  <a:cubicBezTo>
                    <a:pt x="2843260" y="96004"/>
                    <a:pt x="2844623" y="101564"/>
                    <a:pt x="2844627" y="107208"/>
                  </a:cubicBezTo>
                  <a:lnTo>
                    <a:pt x="2844627" y="421081"/>
                  </a:lnTo>
                  <a:lnTo>
                    <a:pt x="3122742" y="421081"/>
                  </a:lnTo>
                  <a:lnTo>
                    <a:pt x="3122742" y="107208"/>
                  </a:lnTo>
                  <a:cubicBezTo>
                    <a:pt x="3122746" y="101564"/>
                    <a:pt x="3124108" y="96004"/>
                    <a:pt x="3126715" y="90998"/>
                  </a:cubicBezTo>
                  <a:lnTo>
                    <a:pt x="3132597" y="79397"/>
                  </a:lnTo>
                  <a:close/>
                  <a:moveTo>
                    <a:pt x="3106849" y="107208"/>
                  </a:moveTo>
                  <a:lnTo>
                    <a:pt x="3106849" y="405189"/>
                  </a:lnTo>
                  <a:lnTo>
                    <a:pt x="2860519" y="405189"/>
                  </a:lnTo>
                  <a:lnTo>
                    <a:pt x="2860519" y="107208"/>
                  </a:lnTo>
                  <a:cubicBezTo>
                    <a:pt x="2860523" y="103192"/>
                    <a:pt x="2860043" y="99190"/>
                    <a:pt x="2859087" y="95289"/>
                  </a:cubicBezTo>
                  <a:lnTo>
                    <a:pt x="3108281" y="95289"/>
                  </a:lnTo>
                  <a:cubicBezTo>
                    <a:pt x="3107326" y="99190"/>
                    <a:pt x="3106845" y="103192"/>
                    <a:pt x="3106849" y="107208"/>
                  </a:cubicBezTo>
                  <a:close/>
                  <a:moveTo>
                    <a:pt x="3184402" y="79397"/>
                  </a:moveTo>
                  <a:lnTo>
                    <a:pt x="3190284" y="90998"/>
                  </a:lnTo>
                  <a:cubicBezTo>
                    <a:pt x="3192891" y="96004"/>
                    <a:pt x="3194254" y="101564"/>
                    <a:pt x="3194257" y="107208"/>
                  </a:cubicBezTo>
                  <a:lnTo>
                    <a:pt x="3194257" y="421081"/>
                  </a:lnTo>
                  <a:lnTo>
                    <a:pt x="3472372" y="421081"/>
                  </a:lnTo>
                  <a:lnTo>
                    <a:pt x="3472372" y="107208"/>
                  </a:lnTo>
                  <a:cubicBezTo>
                    <a:pt x="3472376" y="101564"/>
                    <a:pt x="3473738" y="96004"/>
                    <a:pt x="3476345" y="90998"/>
                  </a:cubicBezTo>
                  <a:lnTo>
                    <a:pt x="3482227" y="79397"/>
                  </a:lnTo>
                  <a:close/>
                  <a:moveTo>
                    <a:pt x="3456480" y="107208"/>
                  </a:moveTo>
                  <a:lnTo>
                    <a:pt x="3456480" y="405189"/>
                  </a:lnTo>
                  <a:lnTo>
                    <a:pt x="3210149" y="405189"/>
                  </a:lnTo>
                  <a:lnTo>
                    <a:pt x="3210149" y="107208"/>
                  </a:lnTo>
                  <a:cubicBezTo>
                    <a:pt x="3210154" y="103192"/>
                    <a:pt x="3209673" y="99190"/>
                    <a:pt x="3208718" y="95289"/>
                  </a:cubicBezTo>
                  <a:lnTo>
                    <a:pt x="3457912" y="95289"/>
                  </a:lnTo>
                  <a:cubicBezTo>
                    <a:pt x="3456956" y="99190"/>
                    <a:pt x="3456476" y="103192"/>
                    <a:pt x="3456480" y="107208"/>
                  </a:cubicBezTo>
                  <a:close/>
                  <a:moveTo>
                    <a:pt x="3184402" y="79397"/>
                  </a:moveTo>
                  <a:lnTo>
                    <a:pt x="3190284" y="90998"/>
                  </a:lnTo>
                  <a:cubicBezTo>
                    <a:pt x="3192891" y="96004"/>
                    <a:pt x="3194254" y="101564"/>
                    <a:pt x="3194257" y="107208"/>
                  </a:cubicBezTo>
                  <a:lnTo>
                    <a:pt x="3194257" y="421081"/>
                  </a:lnTo>
                  <a:lnTo>
                    <a:pt x="3472372" y="421081"/>
                  </a:lnTo>
                  <a:lnTo>
                    <a:pt x="3472372" y="107208"/>
                  </a:lnTo>
                  <a:cubicBezTo>
                    <a:pt x="3472376" y="101564"/>
                    <a:pt x="3473738" y="96004"/>
                    <a:pt x="3476345" y="90998"/>
                  </a:cubicBezTo>
                  <a:lnTo>
                    <a:pt x="3482227" y="79397"/>
                  </a:lnTo>
                  <a:close/>
                  <a:moveTo>
                    <a:pt x="3456480" y="107208"/>
                  </a:moveTo>
                  <a:lnTo>
                    <a:pt x="3456480" y="405189"/>
                  </a:lnTo>
                  <a:lnTo>
                    <a:pt x="3210149" y="405189"/>
                  </a:lnTo>
                  <a:lnTo>
                    <a:pt x="3210149" y="107208"/>
                  </a:lnTo>
                  <a:cubicBezTo>
                    <a:pt x="3210154" y="103192"/>
                    <a:pt x="3209673" y="99190"/>
                    <a:pt x="3208718" y="95289"/>
                  </a:cubicBezTo>
                  <a:lnTo>
                    <a:pt x="3457912" y="95289"/>
                  </a:lnTo>
                  <a:cubicBezTo>
                    <a:pt x="3456956" y="99190"/>
                    <a:pt x="3456476" y="103192"/>
                    <a:pt x="3456480" y="107208"/>
                  </a:cubicBezTo>
                  <a:close/>
                  <a:moveTo>
                    <a:pt x="2834771" y="79397"/>
                  </a:moveTo>
                  <a:lnTo>
                    <a:pt x="2840653" y="90998"/>
                  </a:lnTo>
                  <a:cubicBezTo>
                    <a:pt x="2843260" y="96004"/>
                    <a:pt x="2844623" y="101564"/>
                    <a:pt x="2844627" y="107208"/>
                  </a:cubicBezTo>
                  <a:lnTo>
                    <a:pt x="2844627" y="421081"/>
                  </a:lnTo>
                  <a:lnTo>
                    <a:pt x="3122742" y="421081"/>
                  </a:lnTo>
                  <a:lnTo>
                    <a:pt x="3122742" y="107208"/>
                  </a:lnTo>
                  <a:cubicBezTo>
                    <a:pt x="3122746" y="101564"/>
                    <a:pt x="3124108" y="96004"/>
                    <a:pt x="3126715" y="90998"/>
                  </a:cubicBezTo>
                  <a:lnTo>
                    <a:pt x="3132597" y="79397"/>
                  </a:lnTo>
                  <a:close/>
                  <a:moveTo>
                    <a:pt x="3106849" y="107208"/>
                  </a:moveTo>
                  <a:lnTo>
                    <a:pt x="3106849" y="405189"/>
                  </a:lnTo>
                  <a:lnTo>
                    <a:pt x="2860519" y="405189"/>
                  </a:lnTo>
                  <a:lnTo>
                    <a:pt x="2860519" y="107208"/>
                  </a:lnTo>
                  <a:cubicBezTo>
                    <a:pt x="2860523" y="103192"/>
                    <a:pt x="2860043" y="99190"/>
                    <a:pt x="2859087" y="95289"/>
                  </a:cubicBezTo>
                  <a:lnTo>
                    <a:pt x="3108281" y="95289"/>
                  </a:lnTo>
                  <a:cubicBezTo>
                    <a:pt x="3107326" y="99190"/>
                    <a:pt x="3106845" y="103192"/>
                    <a:pt x="3106849" y="107208"/>
                  </a:cubicBezTo>
                  <a:close/>
                  <a:moveTo>
                    <a:pt x="2485141" y="79397"/>
                  </a:moveTo>
                  <a:lnTo>
                    <a:pt x="2491023" y="90998"/>
                  </a:lnTo>
                  <a:cubicBezTo>
                    <a:pt x="2493630" y="96004"/>
                    <a:pt x="2494993" y="101564"/>
                    <a:pt x="2494996" y="107208"/>
                  </a:cubicBezTo>
                  <a:lnTo>
                    <a:pt x="2494996" y="421081"/>
                  </a:lnTo>
                  <a:lnTo>
                    <a:pt x="2773111" y="421081"/>
                  </a:lnTo>
                  <a:lnTo>
                    <a:pt x="2773111" y="107208"/>
                  </a:lnTo>
                  <a:cubicBezTo>
                    <a:pt x="2773115" y="101564"/>
                    <a:pt x="2774477" y="96004"/>
                    <a:pt x="2777084" y="90998"/>
                  </a:cubicBezTo>
                  <a:lnTo>
                    <a:pt x="2782966" y="79397"/>
                  </a:lnTo>
                  <a:close/>
                  <a:moveTo>
                    <a:pt x="2757219" y="107208"/>
                  </a:moveTo>
                  <a:lnTo>
                    <a:pt x="2757219" y="405189"/>
                  </a:lnTo>
                  <a:lnTo>
                    <a:pt x="2510888" y="405189"/>
                  </a:lnTo>
                  <a:lnTo>
                    <a:pt x="2510888" y="107208"/>
                  </a:lnTo>
                  <a:cubicBezTo>
                    <a:pt x="2510893" y="103192"/>
                    <a:pt x="2510412" y="99190"/>
                    <a:pt x="2509457" y="95289"/>
                  </a:cubicBezTo>
                  <a:lnTo>
                    <a:pt x="2758651" y="95289"/>
                  </a:lnTo>
                  <a:cubicBezTo>
                    <a:pt x="2757695" y="99190"/>
                    <a:pt x="2757215" y="103192"/>
                    <a:pt x="2757219" y="107208"/>
                  </a:cubicBezTo>
                  <a:close/>
                  <a:moveTo>
                    <a:pt x="2135510" y="79397"/>
                  </a:moveTo>
                  <a:lnTo>
                    <a:pt x="2141392" y="90998"/>
                  </a:lnTo>
                  <a:cubicBezTo>
                    <a:pt x="2143999" y="96004"/>
                    <a:pt x="2145362" y="101564"/>
                    <a:pt x="2145365" y="107208"/>
                  </a:cubicBezTo>
                  <a:lnTo>
                    <a:pt x="2145365" y="421081"/>
                  </a:lnTo>
                  <a:lnTo>
                    <a:pt x="2423481" y="421081"/>
                  </a:lnTo>
                  <a:lnTo>
                    <a:pt x="2423481" y="107208"/>
                  </a:lnTo>
                  <a:cubicBezTo>
                    <a:pt x="2423485" y="101564"/>
                    <a:pt x="2424847" y="96004"/>
                    <a:pt x="2427454" y="90998"/>
                  </a:cubicBezTo>
                  <a:lnTo>
                    <a:pt x="2433336" y="79397"/>
                  </a:lnTo>
                  <a:close/>
                  <a:moveTo>
                    <a:pt x="2407588" y="107208"/>
                  </a:moveTo>
                  <a:lnTo>
                    <a:pt x="2407588" y="405189"/>
                  </a:lnTo>
                  <a:lnTo>
                    <a:pt x="2161258" y="405189"/>
                  </a:lnTo>
                  <a:lnTo>
                    <a:pt x="2161258" y="107208"/>
                  </a:lnTo>
                  <a:cubicBezTo>
                    <a:pt x="2161262" y="103192"/>
                    <a:pt x="2160781" y="99190"/>
                    <a:pt x="2159826" y="95289"/>
                  </a:cubicBezTo>
                  <a:lnTo>
                    <a:pt x="2409020" y="95289"/>
                  </a:lnTo>
                  <a:cubicBezTo>
                    <a:pt x="2408065" y="99190"/>
                    <a:pt x="2407584" y="103192"/>
                    <a:pt x="2407588" y="107208"/>
                  </a:cubicBezTo>
                  <a:close/>
                  <a:moveTo>
                    <a:pt x="1785880" y="79397"/>
                  </a:moveTo>
                  <a:lnTo>
                    <a:pt x="1791762" y="90998"/>
                  </a:lnTo>
                  <a:cubicBezTo>
                    <a:pt x="1794369" y="96004"/>
                    <a:pt x="1795731" y="101564"/>
                    <a:pt x="1795735" y="107208"/>
                  </a:cubicBezTo>
                  <a:lnTo>
                    <a:pt x="1795735" y="421081"/>
                  </a:lnTo>
                  <a:lnTo>
                    <a:pt x="2073850" y="421081"/>
                  </a:lnTo>
                  <a:lnTo>
                    <a:pt x="2073850" y="107208"/>
                  </a:lnTo>
                  <a:cubicBezTo>
                    <a:pt x="2073854" y="101564"/>
                    <a:pt x="2075216" y="96004"/>
                    <a:pt x="2077823" y="90998"/>
                  </a:cubicBezTo>
                  <a:lnTo>
                    <a:pt x="2083705" y="79397"/>
                  </a:lnTo>
                  <a:close/>
                  <a:moveTo>
                    <a:pt x="2057958" y="107208"/>
                  </a:moveTo>
                  <a:lnTo>
                    <a:pt x="2057958" y="405189"/>
                  </a:lnTo>
                  <a:lnTo>
                    <a:pt x="1811627" y="405189"/>
                  </a:lnTo>
                  <a:lnTo>
                    <a:pt x="1811627" y="107208"/>
                  </a:lnTo>
                  <a:cubicBezTo>
                    <a:pt x="1811632" y="103192"/>
                    <a:pt x="1811151" y="99190"/>
                    <a:pt x="1810195" y="95289"/>
                  </a:cubicBezTo>
                  <a:lnTo>
                    <a:pt x="2059389" y="95289"/>
                  </a:lnTo>
                  <a:cubicBezTo>
                    <a:pt x="2058434" y="99190"/>
                    <a:pt x="2057953" y="103192"/>
                    <a:pt x="2057958" y="107208"/>
                  </a:cubicBezTo>
                  <a:close/>
                  <a:moveTo>
                    <a:pt x="1436249" y="79397"/>
                  </a:moveTo>
                  <a:lnTo>
                    <a:pt x="1442131" y="90998"/>
                  </a:lnTo>
                  <a:cubicBezTo>
                    <a:pt x="1444738" y="96004"/>
                    <a:pt x="1446101" y="101564"/>
                    <a:pt x="1446104" y="107208"/>
                  </a:cubicBezTo>
                  <a:lnTo>
                    <a:pt x="1446104" y="421081"/>
                  </a:lnTo>
                  <a:lnTo>
                    <a:pt x="1724220" y="421081"/>
                  </a:lnTo>
                  <a:lnTo>
                    <a:pt x="1724220" y="107208"/>
                  </a:lnTo>
                  <a:cubicBezTo>
                    <a:pt x="1724223" y="101564"/>
                    <a:pt x="1725586" y="96004"/>
                    <a:pt x="1728193" y="90998"/>
                  </a:cubicBezTo>
                  <a:lnTo>
                    <a:pt x="1734075" y="79397"/>
                  </a:lnTo>
                  <a:close/>
                  <a:moveTo>
                    <a:pt x="1708327" y="107208"/>
                  </a:moveTo>
                  <a:lnTo>
                    <a:pt x="1708327" y="405189"/>
                  </a:lnTo>
                  <a:lnTo>
                    <a:pt x="1461997" y="405189"/>
                  </a:lnTo>
                  <a:lnTo>
                    <a:pt x="1461997" y="107208"/>
                  </a:lnTo>
                  <a:cubicBezTo>
                    <a:pt x="1462001" y="103192"/>
                    <a:pt x="1461520" y="99190"/>
                    <a:pt x="1460565" y="95289"/>
                  </a:cubicBezTo>
                  <a:lnTo>
                    <a:pt x="1709759" y="95289"/>
                  </a:lnTo>
                  <a:cubicBezTo>
                    <a:pt x="1708804" y="99190"/>
                    <a:pt x="1708323" y="103192"/>
                    <a:pt x="1708327" y="107208"/>
                  </a:cubicBezTo>
                  <a:close/>
                  <a:moveTo>
                    <a:pt x="1086619" y="79397"/>
                  </a:moveTo>
                  <a:lnTo>
                    <a:pt x="1092500" y="90998"/>
                  </a:lnTo>
                  <a:cubicBezTo>
                    <a:pt x="1095107" y="96004"/>
                    <a:pt x="1096470" y="101564"/>
                    <a:pt x="1096474" y="107208"/>
                  </a:cubicBezTo>
                  <a:lnTo>
                    <a:pt x="1096474" y="421081"/>
                  </a:lnTo>
                  <a:lnTo>
                    <a:pt x="1374589" y="421081"/>
                  </a:lnTo>
                  <a:lnTo>
                    <a:pt x="1374589" y="107208"/>
                  </a:lnTo>
                  <a:cubicBezTo>
                    <a:pt x="1374593" y="101564"/>
                    <a:pt x="1375955" y="96004"/>
                    <a:pt x="1378562" y="90998"/>
                  </a:cubicBezTo>
                  <a:lnTo>
                    <a:pt x="1384444" y="79397"/>
                  </a:lnTo>
                  <a:close/>
                  <a:moveTo>
                    <a:pt x="1358696" y="107208"/>
                  </a:moveTo>
                  <a:lnTo>
                    <a:pt x="1358696" y="405189"/>
                  </a:lnTo>
                  <a:lnTo>
                    <a:pt x="1112366" y="405189"/>
                  </a:lnTo>
                  <a:lnTo>
                    <a:pt x="1112366" y="107208"/>
                  </a:lnTo>
                  <a:cubicBezTo>
                    <a:pt x="1112370" y="103192"/>
                    <a:pt x="1111890" y="99190"/>
                    <a:pt x="1110934" y="95289"/>
                  </a:cubicBezTo>
                  <a:lnTo>
                    <a:pt x="1360128" y="95289"/>
                  </a:lnTo>
                  <a:cubicBezTo>
                    <a:pt x="1359173" y="99190"/>
                    <a:pt x="1358692" y="103192"/>
                    <a:pt x="1358697" y="107208"/>
                  </a:cubicBezTo>
                  <a:close/>
                  <a:moveTo>
                    <a:pt x="736988" y="79397"/>
                  </a:moveTo>
                  <a:lnTo>
                    <a:pt x="742870" y="90998"/>
                  </a:lnTo>
                  <a:cubicBezTo>
                    <a:pt x="745477" y="96004"/>
                    <a:pt x="746839" y="101564"/>
                    <a:pt x="746843" y="107208"/>
                  </a:cubicBezTo>
                  <a:lnTo>
                    <a:pt x="746843" y="421081"/>
                  </a:lnTo>
                  <a:lnTo>
                    <a:pt x="1024958" y="421081"/>
                  </a:lnTo>
                  <a:lnTo>
                    <a:pt x="1024958" y="107208"/>
                  </a:lnTo>
                  <a:cubicBezTo>
                    <a:pt x="1024962" y="101564"/>
                    <a:pt x="1026325" y="96004"/>
                    <a:pt x="1028931" y="90998"/>
                  </a:cubicBezTo>
                  <a:lnTo>
                    <a:pt x="1034814" y="79397"/>
                  </a:lnTo>
                  <a:close/>
                  <a:moveTo>
                    <a:pt x="1009066" y="107208"/>
                  </a:moveTo>
                  <a:lnTo>
                    <a:pt x="1009066" y="405189"/>
                  </a:lnTo>
                  <a:lnTo>
                    <a:pt x="762735" y="405189"/>
                  </a:lnTo>
                  <a:lnTo>
                    <a:pt x="762735" y="107208"/>
                  </a:lnTo>
                  <a:cubicBezTo>
                    <a:pt x="762740" y="103192"/>
                    <a:pt x="762259" y="99190"/>
                    <a:pt x="761304" y="95289"/>
                  </a:cubicBezTo>
                  <a:lnTo>
                    <a:pt x="1010498" y="95289"/>
                  </a:lnTo>
                  <a:cubicBezTo>
                    <a:pt x="1009542" y="99190"/>
                    <a:pt x="1009062" y="103192"/>
                    <a:pt x="1009066" y="107208"/>
                  </a:cubicBezTo>
                  <a:close/>
                  <a:moveTo>
                    <a:pt x="387358" y="79397"/>
                  </a:moveTo>
                  <a:lnTo>
                    <a:pt x="393239" y="90998"/>
                  </a:lnTo>
                  <a:cubicBezTo>
                    <a:pt x="395846" y="96004"/>
                    <a:pt x="397209" y="101564"/>
                    <a:pt x="397212" y="107208"/>
                  </a:cubicBezTo>
                  <a:lnTo>
                    <a:pt x="397212" y="421081"/>
                  </a:lnTo>
                  <a:lnTo>
                    <a:pt x="675328" y="421081"/>
                  </a:lnTo>
                  <a:lnTo>
                    <a:pt x="675328" y="107208"/>
                  </a:lnTo>
                  <a:cubicBezTo>
                    <a:pt x="675331" y="101564"/>
                    <a:pt x="676694" y="96004"/>
                    <a:pt x="679301" y="90998"/>
                  </a:cubicBezTo>
                  <a:lnTo>
                    <a:pt x="685183" y="79397"/>
                  </a:lnTo>
                  <a:close/>
                  <a:moveTo>
                    <a:pt x="659435" y="107208"/>
                  </a:moveTo>
                  <a:lnTo>
                    <a:pt x="659435" y="405189"/>
                  </a:lnTo>
                  <a:lnTo>
                    <a:pt x="413105" y="405189"/>
                  </a:lnTo>
                  <a:lnTo>
                    <a:pt x="413105" y="107208"/>
                  </a:lnTo>
                  <a:cubicBezTo>
                    <a:pt x="413109" y="103192"/>
                    <a:pt x="412628" y="99190"/>
                    <a:pt x="411673" y="95289"/>
                  </a:cubicBezTo>
                  <a:lnTo>
                    <a:pt x="660867" y="95289"/>
                  </a:lnTo>
                  <a:cubicBezTo>
                    <a:pt x="659912" y="99190"/>
                    <a:pt x="659431" y="103192"/>
                    <a:pt x="659436" y="107208"/>
                  </a:cubicBezTo>
                  <a:close/>
                  <a:moveTo>
                    <a:pt x="3184402" y="79397"/>
                  </a:moveTo>
                  <a:lnTo>
                    <a:pt x="3190284" y="90998"/>
                  </a:lnTo>
                  <a:cubicBezTo>
                    <a:pt x="3192891" y="96004"/>
                    <a:pt x="3194254" y="101564"/>
                    <a:pt x="3194257" y="107208"/>
                  </a:cubicBezTo>
                  <a:lnTo>
                    <a:pt x="3194257" y="421081"/>
                  </a:lnTo>
                  <a:lnTo>
                    <a:pt x="3472372" y="421081"/>
                  </a:lnTo>
                  <a:lnTo>
                    <a:pt x="3472372" y="107208"/>
                  </a:lnTo>
                  <a:cubicBezTo>
                    <a:pt x="3472376" y="101564"/>
                    <a:pt x="3473738" y="96004"/>
                    <a:pt x="3476345" y="90998"/>
                  </a:cubicBezTo>
                  <a:lnTo>
                    <a:pt x="3482227" y="79397"/>
                  </a:lnTo>
                  <a:close/>
                  <a:moveTo>
                    <a:pt x="3456480" y="107208"/>
                  </a:moveTo>
                  <a:lnTo>
                    <a:pt x="3456480" y="405189"/>
                  </a:lnTo>
                  <a:lnTo>
                    <a:pt x="3210149" y="405189"/>
                  </a:lnTo>
                  <a:lnTo>
                    <a:pt x="3210149" y="107208"/>
                  </a:lnTo>
                  <a:cubicBezTo>
                    <a:pt x="3210154" y="103192"/>
                    <a:pt x="3209673" y="99190"/>
                    <a:pt x="3208718" y="95289"/>
                  </a:cubicBezTo>
                  <a:lnTo>
                    <a:pt x="3457912" y="95289"/>
                  </a:lnTo>
                  <a:cubicBezTo>
                    <a:pt x="3456956" y="99190"/>
                    <a:pt x="3456476" y="103192"/>
                    <a:pt x="3456480" y="107208"/>
                  </a:cubicBezTo>
                  <a:close/>
                  <a:moveTo>
                    <a:pt x="2834771" y="79397"/>
                  </a:moveTo>
                  <a:lnTo>
                    <a:pt x="2840653" y="90998"/>
                  </a:lnTo>
                  <a:cubicBezTo>
                    <a:pt x="2843260" y="96004"/>
                    <a:pt x="2844623" y="101564"/>
                    <a:pt x="2844627" y="107208"/>
                  </a:cubicBezTo>
                  <a:lnTo>
                    <a:pt x="2844627" y="421081"/>
                  </a:lnTo>
                  <a:lnTo>
                    <a:pt x="3122742" y="421081"/>
                  </a:lnTo>
                  <a:lnTo>
                    <a:pt x="3122742" y="107208"/>
                  </a:lnTo>
                  <a:cubicBezTo>
                    <a:pt x="3122746" y="101564"/>
                    <a:pt x="3124108" y="96004"/>
                    <a:pt x="3126715" y="90998"/>
                  </a:cubicBezTo>
                  <a:lnTo>
                    <a:pt x="3132597" y="79397"/>
                  </a:lnTo>
                  <a:close/>
                  <a:moveTo>
                    <a:pt x="3106849" y="107208"/>
                  </a:moveTo>
                  <a:lnTo>
                    <a:pt x="3106849" y="405189"/>
                  </a:lnTo>
                  <a:lnTo>
                    <a:pt x="2860519" y="405189"/>
                  </a:lnTo>
                  <a:lnTo>
                    <a:pt x="2860519" y="107208"/>
                  </a:lnTo>
                  <a:cubicBezTo>
                    <a:pt x="2860523" y="103192"/>
                    <a:pt x="2860043" y="99190"/>
                    <a:pt x="2859087" y="95289"/>
                  </a:cubicBezTo>
                  <a:lnTo>
                    <a:pt x="3108281" y="95289"/>
                  </a:lnTo>
                  <a:cubicBezTo>
                    <a:pt x="3107326" y="99190"/>
                    <a:pt x="3106845" y="103192"/>
                    <a:pt x="3106849" y="107208"/>
                  </a:cubicBezTo>
                  <a:close/>
                  <a:moveTo>
                    <a:pt x="2485141" y="79397"/>
                  </a:moveTo>
                  <a:lnTo>
                    <a:pt x="2491023" y="90998"/>
                  </a:lnTo>
                  <a:cubicBezTo>
                    <a:pt x="2493630" y="96004"/>
                    <a:pt x="2494993" y="101564"/>
                    <a:pt x="2494996" y="107208"/>
                  </a:cubicBezTo>
                  <a:lnTo>
                    <a:pt x="2494996" y="421081"/>
                  </a:lnTo>
                  <a:lnTo>
                    <a:pt x="2773111" y="421081"/>
                  </a:lnTo>
                  <a:lnTo>
                    <a:pt x="2773111" y="107208"/>
                  </a:lnTo>
                  <a:cubicBezTo>
                    <a:pt x="2773115" y="101564"/>
                    <a:pt x="2774477" y="96004"/>
                    <a:pt x="2777084" y="90998"/>
                  </a:cubicBezTo>
                  <a:lnTo>
                    <a:pt x="2782966" y="79397"/>
                  </a:lnTo>
                  <a:close/>
                  <a:moveTo>
                    <a:pt x="2757219" y="107208"/>
                  </a:moveTo>
                  <a:lnTo>
                    <a:pt x="2757219" y="405189"/>
                  </a:lnTo>
                  <a:lnTo>
                    <a:pt x="2510888" y="405189"/>
                  </a:lnTo>
                  <a:lnTo>
                    <a:pt x="2510888" y="107208"/>
                  </a:lnTo>
                  <a:cubicBezTo>
                    <a:pt x="2510893" y="103192"/>
                    <a:pt x="2510412" y="99190"/>
                    <a:pt x="2509457" y="95289"/>
                  </a:cubicBezTo>
                  <a:lnTo>
                    <a:pt x="2758651" y="95289"/>
                  </a:lnTo>
                  <a:cubicBezTo>
                    <a:pt x="2757695" y="99190"/>
                    <a:pt x="2757215" y="103192"/>
                    <a:pt x="2757219" y="107208"/>
                  </a:cubicBezTo>
                  <a:close/>
                  <a:moveTo>
                    <a:pt x="2135510" y="79397"/>
                  </a:moveTo>
                  <a:lnTo>
                    <a:pt x="2141392" y="90998"/>
                  </a:lnTo>
                  <a:cubicBezTo>
                    <a:pt x="2143999" y="96004"/>
                    <a:pt x="2145362" y="101564"/>
                    <a:pt x="2145365" y="107208"/>
                  </a:cubicBezTo>
                  <a:lnTo>
                    <a:pt x="2145365" y="421081"/>
                  </a:lnTo>
                  <a:lnTo>
                    <a:pt x="2423481" y="421081"/>
                  </a:lnTo>
                  <a:lnTo>
                    <a:pt x="2423481" y="107208"/>
                  </a:lnTo>
                  <a:cubicBezTo>
                    <a:pt x="2423485" y="101564"/>
                    <a:pt x="2424847" y="96004"/>
                    <a:pt x="2427454" y="90998"/>
                  </a:cubicBezTo>
                  <a:lnTo>
                    <a:pt x="2433336" y="79397"/>
                  </a:lnTo>
                  <a:close/>
                  <a:moveTo>
                    <a:pt x="2407588" y="107208"/>
                  </a:moveTo>
                  <a:lnTo>
                    <a:pt x="2407588" y="405189"/>
                  </a:lnTo>
                  <a:lnTo>
                    <a:pt x="2161258" y="405189"/>
                  </a:lnTo>
                  <a:lnTo>
                    <a:pt x="2161258" y="107208"/>
                  </a:lnTo>
                  <a:cubicBezTo>
                    <a:pt x="2161262" y="103192"/>
                    <a:pt x="2160781" y="99190"/>
                    <a:pt x="2159826" y="95289"/>
                  </a:cubicBezTo>
                  <a:lnTo>
                    <a:pt x="2409020" y="95289"/>
                  </a:lnTo>
                  <a:cubicBezTo>
                    <a:pt x="2408065" y="99190"/>
                    <a:pt x="2407584" y="103192"/>
                    <a:pt x="2407588" y="107208"/>
                  </a:cubicBezTo>
                  <a:close/>
                  <a:moveTo>
                    <a:pt x="1785880" y="79397"/>
                  </a:moveTo>
                  <a:lnTo>
                    <a:pt x="1791762" y="90998"/>
                  </a:lnTo>
                  <a:cubicBezTo>
                    <a:pt x="1794369" y="96004"/>
                    <a:pt x="1795731" y="101564"/>
                    <a:pt x="1795735" y="107208"/>
                  </a:cubicBezTo>
                  <a:lnTo>
                    <a:pt x="1795735" y="421081"/>
                  </a:lnTo>
                  <a:lnTo>
                    <a:pt x="2073850" y="421081"/>
                  </a:lnTo>
                  <a:lnTo>
                    <a:pt x="2073850" y="107208"/>
                  </a:lnTo>
                  <a:cubicBezTo>
                    <a:pt x="2073854" y="101564"/>
                    <a:pt x="2075216" y="96004"/>
                    <a:pt x="2077823" y="90998"/>
                  </a:cubicBezTo>
                  <a:lnTo>
                    <a:pt x="2083705" y="79397"/>
                  </a:lnTo>
                  <a:close/>
                  <a:moveTo>
                    <a:pt x="2057958" y="107208"/>
                  </a:moveTo>
                  <a:lnTo>
                    <a:pt x="2057958" y="405189"/>
                  </a:lnTo>
                  <a:lnTo>
                    <a:pt x="1811627" y="405189"/>
                  </a:lnTo>
                  <a:lnTo>
                    <a:pt x="1811627" y="107208"/>
                  </a:lnTo>
                  <a:cubicBezTo>
                    <a:pt x="1811632" y="103192"/>
                    <a:pt x="1811151" y="99190"/>
                    <a:pt x="1810195" y="95289"/>
                  </a:cubicBezTo>
                  <a:lnTo>
                    <a:pt x="2059389" y="95289"/>
                  </a:lnTo>
                  <a:cubicBezTo>
                    <a:pt x="2058434" y="99190"/>
                    <a:pt x="2057953" y="103192"/>
                    <a:pt x="2057958" y="107208"/>
                  </a:cubicBezTo>
                  <a:close/>
                  <a:moveTo>
                    <a:pt x="1436249" y="79397"/>
                  </a:moveTo>
                  <a:lnTo>
                    <a:pt x="1442131" y="90998"/>
                  </a:lnTo>
                  <a:cubicBezTo>
                    <a:pt x="1444738" y="96004"/>
                    <a:pt x="1446101" y="101564"/>
                    <a:pt x="1446104" y="107208"/>
                  </a:cubicBezTo>
                  <a:lnTo>
                    <a:pt x="1446104" y="421081"/>
                  </a:lnTo>
                  <a:lnTo>
                    <a:pt x="1724220" y="421081"/>
                  </a:lnTo>
                  <a:lnTo>
                    <a:pt x="1724220" y="107208"/>
                  </a:lnTo>
                  <a:cubicBezTo>
                    <a:pt x="1724223" y="101564"/>
                    <a:pt x="1725586" y="96004"/>
                    <a:pt x="1728193" y="90998"/>
                  </a:cubicBezTo>
                  <a:lnTo>
                    <a:pt x="1734075" y="79397"/>
                  </a:lnTo>
                  <a:close/>
                  <a:moveTo>
                    <a:pt x="1708327" y="107208"/>
                  </a:moveTo>
                  <a:lnTo>
                    <a:pt x="1708327" y="405189"/>
                  </a:lnTo>
                  <a:lnTo>
                    <a:pt x="1461997" y="405189"/>
                  </a:lnTo>
                  <a:lnTo>
                    <a:pt x="1461997" y="107208"/>
                  </a:lnTo>
                  <a:cubicBezTo>
                    <a:pt x="1462001" y="103192"/>
                    <a:pt x="1461520" y="99190"/>
                    <a:pt x="1460565" y="95289"/>
                  </a:cubicBezTo>
                  <a:lnTo>
                    <a:pt x="1709759" y="95289"/>
                  </a:lnTo>
                  <a:cubicBezTo>
                    <a:pt x="1708804" y="99190"/>
                    <a:pt x="1708323" y="103192"/>
                    <a:pt x="1708327" y="107208"/>
                  </a:cubicBezTo>
                  <a:close/>
                  <a:moveTo>
                    <a:pt x="1086619" y="79397"/>
                  </a:moveTo>
                  <a:lnTo>
                    <a:pt x="1092500" y="90998"/>
                  </a:lnTo>
                  <a:cubicBezTo>
                    <a:pt x="1095107" y="96004"/>
                    <a:pt x="1096470" y="101564"/>
                    <a:pt x="1096474" y="107208"/>
                  </a:cubicBezTo>
                  <a:lnTo>
                    <a:pt x="1096474" y="421081"/>
                  </a:lnTo>
                  <a:lnTo>
                    <a:pt x="1374589" y="421081"/>
                  </a:lnTo>
                  <a:lnTo>
                    <a:pt x="1374589" y="107208"/>
                  </a:lnTo>
                  <a:cubicBezTo>
                    <a:pt x="1374593" y="101564"/>
                    <a:pt x="1375955" y="96004"/>
                    <a:pt x="1378562" y="90998"/>
                  </a:cubicBezTo>
                  <a:lnTo>
                    <a:pt x="1384444" y="79397"/>
                  </a:lnTo>
                  <a:close/>
                  <a:moveTo>
                    <a:pt x="1358696" y="107208"/>
                  </a:moveTo>
                  <a:lnTo>
                    <a:pt x="1358696" y="405189"/>
                  </a:lnTo>
                  <a:lnTo>
                    <a:pt x="1112366" y="405189"/>
                  </a:lnTo>
                  <a:lnTo>
                    <a:pt x="1112366" y="107208"/>
                  </a:lnTo>
                  <a:cubicBezTo>
                    <a:pt x="1112370" y="103192"/>
                    <a:pt x="1111890" y="99190"/>
                    <a:pt x="1110934" y="95289"/>
                  </a:cubicBezTo>
                  <a:lnTo>
                    <a:pt x="1360128" y="95289"/>
                  </a:lnTo>
                  <a:cubicBezTo>
                    <a:pt x="1359173" y="99190"/>
                    <a:pt x="1358692" y="103192"/>
                    <a:pt x="1358697" y="107208"/>
                  </a:cubicBezTo>
                  <a:close/>
                  <a:moveTo>
                    <a:pt x="736988" y="79397"/>
                  </a:moveTo>
                  <a:lnTo>
                    <a:pt x="742870" y="90998"/>
                  </a:lnTo>
                  <a:cubicBezTo>
                    <a:pt x="745477" y="96004"/>
                    <a:pt x="746839" y="101564"/>
                    <a:pt x="746843" y="107208"/>
                  </a:cubicBezTo>
                  <a:lnTo>
                    <a:pt x="746843" y="421081"/>
                  </a:lnTo>
                  <a:lnTo>
                    <a:pt x="1024958" y="421081"/>
                  </a:lnTo>
                  <a:lnTo>
                    <a:pt x="1024958" y="107208"/>
                  </a:lnTo>
                  <a:cubicBezTo>
                    <a:pt x="1024962" y="101564"/>
                    <a:pt x="1026325" y="96004"/>
                    <a:pt x="1028931" y="90998"/>
                  </a:cubicBezTo>
                  <a:lnTo>
                    <a:pt x="1034814" y="79397"/>
                  </a:lnTo>
                  <a:close/>
                  <a:moveTo>
                    <a:pt x="1009066" y="107208"/>
                  </a:moveTo>
                  <a:lnTo>
                    <a:pt x="1009066" y="405189"/>
                  </a:lnTo>
                  <a:lnTo>
                    <a:pt x="762735" y="405189"/>
                  </a:lnTo>
                  <a:lnTo>
                    <a:pt x="762735" y="107208"/>
                  </a:lnTo>
                  <a:cubicBezTo>
                    <a:pt x="762740" y="103192"/>
                    <a:pt x="762259" y="99190"/>
                    <a:pt x="761304" y="95289"/>
                  </a:cubicBezTo>
                  <a:lnTo>
                    <a:pt x="1010498" y="95289"/>
                  </a:lnTo>
                  <a:cubicBezTo>
                    <a:pt x="1009542" y="99190"/>
                    <a:pt x="1009062" y="103192"/>
                    <a:pt x="1009066" y="107208"/>
                  </a:cubicBezTo>
                  <a:close/>
                  <a:moveTo>
                    <a:pt x="387358" y="79397"/>
                  </a:moveTo>
                  <a:lnTo>
                    <a:pt x="393239" y="90998"/>
                  </a:lnTo>
                  <a:cubicBezTo>
                    <a:pt x="395846" y="96004"/>
                    <a:pt x="397209" y="101564"/>
                    <a:pt x="397212" y="107208"/>
                  </a:cubicBezTo>
                  <a:lnTo>
                    <a:pt x="397212" y="421081"/>
                  </a:lnTo>
                  <a:lnTo>
                    <a:pt x="675328" y="421081"/>
                  </a:lnTo>
                  <a:lnTo>
                    <a:pt x="675328" y="107208"/>
                  </a:lnTo>
                  <a:cubicBezTo>
                    <a:pt x="675331" y="101564"/>
                    <a:pt x="676694" y="96004"/>
                    <a:pt x="679301" y="90998"/>
                  </a:cubicBezTo>
                  <a:lnTo>
                    <a:pt x="685183" y="79397"/>
                  </a:lnTo>
                  <a:close/>
                  <a:moveTo>
                    <a:pt x="659435" y="107208"/>
                  </a:moveTo>
                  <a:lnTo>
                    <a:pt x="659435" y="405189"/>
                  </a:lnTo>
                  <a:lnTo>
                    <a:pt x="413105" y="405189"/>
                  </a:lnTo>
                  <a:lnTo>
                    <a:pt x="413105" y="107208"/>
                  </a:lnTo>
                  <a:cubicBezTo>
                    <a:pt x="413109" y="103192"/>
                    <a:pt x="412628" y="99190"/>
                    <a:pt x="411673" y="95289"/>
                  </a:cubicBezTo>
                  <a:lnTo>
                    <a:pt x="660867" y="95289"/>
                  </a:lnTo>
                  <a:cubicBezTo>
                    <a:pt x="659912" y="99190"/>
                    <a:pt x="659431" y="103192"/>
                    <a:pt x="659436" y="107208"/>
                  </a:cubicBezTo>
                  <a:close/>
                  <a:moveTo>
                    <a:pt x="3184402" y="79397"/>
                  </a:moveTo>
                  <a:lnTo>
                    <a:pt x="3190284" y="90998"/>
                  </a:lnTo>
                  <a:cubicBezTo>
                    <a:pt x="3192891" y="96004"/>
                    <a:pt x="3194254" y="101564"/>
                    <a:pt x="3194257" y="107208"/>
                  </a:cubicBezTo>
                  <a:lnTo>
                    <a:pt x="3194257" y="421081"/>
                  </a:lnTo>
                  <a:lnTo>
                    <a:pt x="3472372" y="421081"/>
                  </a:lnTo>
                  <a:lnTo>
                    <a:pt x="3472372" y="107208"/>
                  </a:lnTo>
                  <a:cubicBezTo>
                    <a:pt x="3472376" y="101564"/>
                    <a:pt x="3473738" y="96004"/>
                    <a:pt x="3476345" y="90998"/>
                  </a:cubicBezTo>
                  <a:lnTo>
                    <a:pt x="3482227" y="79397"/>
                  </a:lnTo>
                  <a:close/>
                  <a:moveTo>
                    <a:pt x="3456480" y="107208"/>
                  </a:moveTo>
                  <a:lnTo>
                    <a:pt x="3456480" y="405189"/>
                  </a:lnTo>
                  <a:lnTo>
                    <a:pt x="3210149" y="405189"/>
                  </a:lnTo>
                  <a:lnTo>
                    <a:pt x="3210149" y="107208"/>
                  </a:lnTo>
                  <a:cubicBezTo>
                    <a:pt x="3210154" y="103192"/>
                    <a:pt x="3209673" y="99190"/>
                    <a:pt x="3208718" y="95289"/>
                  </a:cubicBezTo>
                  <a:lnTo>
                    <a:pt x="3457912" y="95289"/>
                  </a:lnTo>
                  <a:cubicBezTo>
                    <a:pt x="3456956" y="99190"/>
                    <a:pt x="3456476" y="103192"/>
                    <a:pt x="3456480" y="107208"/>
                  </a:cubicBezTo>
                  <a:close/>
                  <a:moveTo>
                    <a:pt x="2834771" y="79397"/>
                  </a:moveTo>
                  <a:lnTo>
                    <a:pt x="2840653" y="90998"/>
                  </a:lnTo>
                  <a:cubicBezTo>
                    <a:pt x="2843260" y="96004"/>
                    <a:pt x="2844623" y="101564"/>
                    <a:pt x="2844627" y="107208"/>
                  </a:cubicBezTo>
                  <a:lnTo>
                    <a:pt x="2844627" y="421081"/>
                  </a:lnTo>
                  <a:lnTo>
                    <a:pt x="3122742" y="421081"/>
                  </a:lnTo>
                  <a:lnTo>
                    <a:pt x="3122742" y="107208"/>
                  </a:lnTo>
                  <a:cubicBezTo>
                    <a:pt x="3122746" y="101564"/>
                    <a:pt x="3124108" y="96004"/>
                    <a:pt x="3126715" y="90998"/>
                  </a:cubicBezTo>
                  <a:lnTo>
                    <a:pt x="3132597" y="79397"/>
                  </a:lnTo>
                  <a:close/>
                  <a:moveTo>
                    <a:pt x="3106849" y="107208"/>
                  </a:moveTo>
                  <a:lnTo>
                    <a:pt x="3106849" y="405189"/>
                  </a:lnTo>
                  <a:lnTo>
                    <a:pt x="2860519" y="405189"/>
                  </a:lnTo>
                  <a:lnTo>
                    <a:pt x="2860519" y="107208"/>
                  </a:lnTo>
                  <a:cubicBezTo>
                    <a:pt x="2860523" y="103192"/>
                    <a:pt x="2860043" y="99190"/>
                    <a:pt x="2859087" y="95289"/>
                  </a:cubicBezTo>
                  <a:lnTo>
                    <a:pt x="3108281" y="95289"/>
                  </a:lnTo>
                  <a:cubicBezTo>
                    <a:pt x="3107326" y="99190"/>
                    <a:pt x="3106845" y="103192"/>
                    <a:pt x="3106849" y="107208"/>
                  </a:cubicBezTo>
                  <a:close/>
                  <a:moveTo>
                    <a:pt x="2485141" y="79397"/>
                  </a:moveTo>
                  <a:lnTo>
                    <a:pt x="2491023" y="90998"/>
                  </a:lnTo>
                  <a:cubicBezTo>
                    <a:pt x="2493630" y="96004"/>
                    <a:pt x="2494993" y="101564"/>
                    <a:pt x="2494996" y="107208"/>
                  </a:cubicBezTo>
                  <a:lnTo>
                    <a:pt x="2494996" y="421081"/>
                  </a:lnTo>
                  <a:lnTo>
                    <a:pt x="2773111" y="421081"/>
                  </a:lnTo>
                  <a:lnTo>
                    <a:pt x="2773111" y="107208"/>
                  </a:lnTo>
                  <a:cubicBezTo>
                    <a:pt x="2773115" y="101564"/>
                    <a:pt x="2774477" y="96004"/>
                    <a:pt x="2777084" y="90998"/>
                  </a:cubicBezTo>
                  <a:lnTo>
                    <a:pt x="2782966" y="79397"/>
                  </a:lnTo>
                  <a:close/>
                  <a:moveTo>
                    <a:pt x="2757219" y="107208"/>
                  </a:moveTo>
                  <a:lnTo>
                    <a:pt x="2757219" y="405189"/>
                  </a:lnTo>
                  <a:lnTo>
                    <a:pt x="2510888" y="405189"/>
                  </a:lnTo>
                  <a:lnTo>
                    <a:pt x="2510888" y="107208"/>
                  </a:lnTo>
                  <a:cubicBezTo>
                    <a:pt x="2510893" y="103192"/>
                    <a:pt x="2510412" y="99190"/>
                    <a:pt x="2509457" y="95289"/>
                  </a:cubicBezTo>
                  <a:lnTo>
                    <a:pt x="2758651" y="95289"/>
                  </a:lnTo>
                  <a:cubicBezTo>
                    <a:pt x="2757695" y="99190"/>
                    <a:pt x="2757215" y="103192"/>
                    <a:pt x="2757219" y="107208"/>
                  </a:cubicBezTo>
                  <a:close/>
                  <a:moveTo>
                    <a:pt x="2135510" y="79397"/>
                  </a:moveTo>
                  <a:lnTo>
                    <a:pt x="2141392" y="90998"/>
                  </a:lnTo>
                  <a:cubicBezTo>
                    <a:pt x="2143999" y="96004"/>
                    <a:pt x="2145362" y="101564"/>
                    <a:pt x="2145365" y="107208"/>
                  </a:cubicBezTo>
                  <a:lnTo>
                    <a:pt x="2145365" y="421081"/>
                  </a:lnTo>
                  <a:lnTo>
                    <a:pt x="2423481" y="421081"/>
                  </a:lnTo>
                  <a:lnTo>
                    <a:pt x="2423481" y="107208"/>
                  </a:lnTo>
                  <a:cubicBezTo>
                    <a:pt x="2423485" y="101564"/>
                    <a:pt x="2424847" y="96004"/>
                    <a:pt x="2427454" y="90998"/>
                  </a:cubicBezTo>
                  <a:lnTo>
                    <a:pt x="2433336" y="79397"/>
                  </a:lnTo>
                  <a:close/>
                  <a:moveTo>
                    <a:pt x="2407588" y="107208"/>
                  </a:moveTo>
                  <a:lnTo>
                    <a:pt x="2407588" y="405189"/>
                  </a:lnTo>
                  <a:lnTo>
                    <a:pt x="2161258" y="405189"/>
                  </a:lnTo>
                  <a:lnTo>
                    <a:pt x="2161258" y="107208"/>
                  </a:lnTo>
                  <a:cubicBezTo>
                    <a:pt x="2161262" y="103192"/>
                    <a:pt x="2160781" y="99190"/>
                    <a:pt x="2159826" y="95289"/>
                  </a:cubicBezTo>
                  <a:lnTo>
                    <a:pt x="2409020" y="95289"/>
                  </a:lnTo>
                  <a:cubicBezTo>
                    <a:pt x="2408065" y="99190"/>
                    <a:pt x="2407584" y="103192"/>
                    <a:pt x="2407588" y="107208"/>
                  </a:cubicBezTo>
                  <a:close/>
                  <a:moveTo>
                    <a:pt x="1785880" y="79397"/>
                  </a:moveTo>
                  <a:lnTo>
                    <a:pt x="1791762" y="90998"/>
                  </a:lnTo>
                  <a:cubicBezTo>
                    <a:pt x="1794369" y="96004"/>
                    <a:pt x="1795731" y="101564"/>
                    <a:pt x="1795735" y="107208"/>
                  </a:cubicBezTo>
                  <a:lnTo>
                    <a:pt x="1795735" y="421081"/>
                  </a:lnTo>
                  <a:lnTo>
                    <a:pt x="2073850" y="421081"/>
                  </a:lnTo>
                  <a:lnTo>
                    <a:pt x="2073850" y="107208"/>
                  </a:lnTo>
                  <a:cubicBezTo>
                    <a:pt x="2073854" y="101564"/>
                    <a:pt x="2075216" y="96004"/>
                    <a:pt x="2077823" y="90998"/>
                  </a:cubicBezTo>
                  <a:lnTo>
                    <a:pt x="2083705" y="79397"/>
                  </a:lnTo>
                  <a:close/>
                  <a:moveTo>
                    <a:pt x="2057958" y="107208"/>
                  </a:moveTo>
                  <a:lnTo>
                    <a:pt x="2057958" y="405189"/>
                  </a:lnTo>
                  <a:lnTo>
                    <a:pt x="1811627" y="405189"/>
                  </a:lnTo>
                  <a:lnTo>
                    <a:pt x="1811627" y="107208"/>
                  </a:lnTo>
                  <a:cubicBezTo>
                    <a:pt x="1811632" y="103192"/>
                    <a:pt x="1811151" y="99190"/>
                    <a:pt x="1810195" y="95289"/>
                  </a:cubicBezTo>
                  <a:lnTo>
                    <a:pt x="2059389" y="95289"/>
                  </a:lnTo>
                  <a:cubicBezTo>
                    <a:pt x="2058434" y="99190"/>
                    <a:pt x="2057953" y="103192"/>
                    <a:pt x="2057958" y="107208"/>
                  </a:cubicBezTo>
                  <a:close/>
                  <a:moveTo>
                    <a:pt x="1436249" y="79397"/>
                  </a:moveTo>
                  <a:lnTo>
                    <a:pt x="1442131" y="90998"/>
                  </a:lnTo>
                  <a:cubicBezTo>
                    <a:pt x="1444738" y="96004"/>
                    <a:pt x="1446101" y="101564"/>
                    <a:pt x="1446104" y="107208"/>
                  </a:cubicBezTo>
                  <a:lnTo>
                    <a:pt x="1446104" y="421081"/>
                  </a:lnTo>
                  <a:lnTo>
                    <a:pt x="1724220" y="421081"/>
                  </a:lnTo>
                  <a:lnTo>
                    <a:pt x="1724220" y="107208"/>
                  </a:lnTo>
                  <a:cubicBezTo>
                    <a:pt x="1724223" y="101564"/>
                    <a:pt x="1725586" y="96004"/>
                    <a:pt x="1728193" y="90998"/>
                  </a:cubicBezTo>
                  <a:lnTo>
                    <a:pt x="1734075" y="79397"/>
                  </a:lnTo>
                  <a:close/>
                  <a:moveTo>
                    <a:pt x="1708327" y="107208"/>
                  </a:moveTo>
                  <a:lnTo>
                    <a:pt x="1708327" y="405189"/>
                  </a:lnTo>
                  <a:lnTo>
                    <a:pt x="1461997" y="405189"/>
                  </a:lnTo>
                  <a:lnTo>
                    <a:pt x="1461997" y="107208"/>
                  </a:lnTo>
                  <a:cubicBezTo>
                    <a:pt x="1462001" y="103192"/>
                    <a:pt x="1461520" y="99190"/>
                    <a:pt x="1460565" y="95289"/>
                  </a:cubicBezTo>
                  <a:lnTo>
                    <a:pt x="1709759" y="95289"/>
                  </a:lnTo>
                  <a:cubicBezTo>
                    <a:pt x="1708804" y="99190"/>
                    <a:pt x="1708323" y="103192"/>
                    <a:pt x="1708327" y="107208"/>
                  </a:cubicBezTo>
                  <a:close/>
                  <a:moveTo>
                    <a:pt x="1086619" y="79397"/>
                  </a:moveTo>
                  <a:lnTo>
                    <a:pt x="1092500" y="90998"/>
                  </a:lnTo>
                  <a:cubicBezTo>
                    <a:pt x="1095107" y="96004"/>
                    <a:pt x="1096470" y="101564"/>
                    <a:pt x="1096474" y="107208"/>
                  </a:cubicBezTo>
                  <a:lnTo>
                    <a:pt x="1096474" y="421081"/>
                  </a:lnTo>
                  <a:lnTo>
                    <a:pt x="1374589" y="421081"/>
                  </a:lnTo>
                  <a:lnTo>
                    <a:pt x="1374589" y="107208"/>
                  </a:lnTo>
                  <a:cubicBezTo>
                    <a:pt x="1374593" y="101564"/>
                    <a:pt x="1375955" y="96004"/>
                    <a:pt x="1378562" y="90998"/>
                  </a:cubicBezTo>
                  <a:lnTo>
                    <a:pt x="1384444" y="79397"/>
                  </a:lnTo>
                  <a:close/>
                  <a:moveTo>
                    <a:pt x="1358696" y="107208"/>
                  </a:moveTo>
                  <a:lnTo>
                    <a:pt x="1358696" y="405189"/>
                  </a:lnTo>
                  <a:lnTo>
                    <a:pt x="1112366" y="405189"/>
                  </a:lnTo>
                  <a:lnTo>
                    <a:pt x="1112366" y="107208"/>
                  </a:lnTo>
                  <a:cubicBezTo>
                    <a:pt x="1112370" y="103192"/>
                    <a:pt x="1111890" y="99190"/>
                    <a:pt x="1110934" y="95289"/>
                  </a:cubicBezTo>
                  <a:lnTo>
                    <a:pt x="1360128" y="95289"/>
                  </a:lnTo>
                  <a:cubicBezTo>
                    <a:pt x="1359173" y="99190"/>
                    <a:pt x="1358692" y="103192"/>
                    <a:pt x="1358697" y="107208"/>
                  </a:cubicBezTo>
                  <a:close/>
                  <a:moveTo>
                    <a:pt x="736988" y="79397"/>
                  </a:moveTo>
                  <a:lnTo>
                    <a:pt x="742870" y="90998"/>
                  </a:lnTo>
                  <a:cubicBezTo>
                    <a:pt x="745477" y="96004"/>
                    <a:pt x="746839" y="101564"/>
                    <a:pt x="746843" y="107208"/>
                  </a:cubicBezTo>
                  <a:lnTo>
                    <a:pt x="746843" y="421081"/>
                  </a:lnTo>
                  <a:lnTo>
                    <a:pt x="1024958" y="421081"/>
                  </a:lnTo>
                  <a:lnTo>
                    <a:pt x="1024958" y="107208"/>
                  </a:lnTo>
                  <a:cubicBezTo>
                    <a:pt x="1024962" y="101564"/>
                    <a:pt x="1026325" y="96004"/>
                    <a:pt x="1028931" y="90998"/>
                  </a:cubicBezTo>
                  <a:lnTo>
                    <a:pt x="1034814" y="79397"/>
                  </a:lnTo>
                  <a:close/>
                  <a:moveTo>
                    <a:pt x="1009066" y="107208"/>
                  </a:moveTo>
                  <a:lnTo>
                    <a:pt x="1009066" y="405189"/>
                  </a:lnTo>
                  <a:lnTo>
                    <a:pt x="762735" y="405189"/>
                  </a:lnTo>
                  <a:lnTo>
                    <a:pt x="762735" y="107208"/>
                  </a:lnTo>
                  <a:cubicBezTo>
                    <a:pt x="762740" y="103192"/>
                    <a:pt x="762259" y="99190"/>
                    <a:pt x="761304" y="95289"/>
                  </a:cubicBezTo>
                  <a:lnTo>
                    <a:pt x="1010498" y="95289"/>
                  </a:lnTo>
                  <a:cubicBezTo>
                    <a:pt x="1009542" y="99190"/>
                    <a:pt x="1009062" y="103192"/>
                    <a:pt x="1009066" y="107208"/>
                  </a:cubicBezTo>
                  <a:close/>
                  <a:moveTo>
                    <a:pt x="387358" y="79397"/>
                  </a:moveTo>
                  <a:lnTo>
                    <a:pt x="393239" y="90998"/>
                  </a:lnTo>
                  <a:cubicBezTo>
                    <a:pt x="395846" y="96004"/>
                    <a:pt x="397209" y="101564"/>
                    <a:pt x="397212" y="107208"/>
                  </a:cubicBezTo>
                  <a:lnTo>
                    <a:pt x="397212" y="421081"/>
                  </a:lnTo>
                  <a:lnTo>
                    <a:pt x="675328" y="421081"/>
                  </a:lnTo>
                  <a:lnTo>
                    <a:pt x="675328" y="107208"/>
                  </a:lnTo>
                  <a:cubicBezTo>
                    <a:pt x="675331" y="101564"/>
                    <a:pt x="676694" y="96004"/>
                    <a:pt x="679301" y="90998"/>
                  </a:cubicBezTo>
                  <a:lnTo>
                    <a:pt x="685183" y="79397"/>
                  </a:lnTo>
                  <a:close/>
                  <a:moveTo>
                    <a:pt x="659435" y="107208"/>
                  </a:moveTo>
                  <a:lnTo>
                    <a:pt x="659435" y="405189"/>
                  </a:lnTo>
                  <a:lnTo>
                    <a:pt x="413105" y="405189"/>
                  </a:lnTo>
                  <a:lnTo>
                    <a:pt x="413105" y="107208"/>
                  </a:lnTo>
                  <a:cubicBezTo>
                    <a:pt x="413109" y="103192"/>
                    <a:pt x="412628" y="99190"/>
                    <a:pt x="411673" y="95289"/>
                  </a:cubicBezTo>
                  <a:lnTo>
                    <a:pt x="660867" y="95289"/>
                  </a:lnTo>
                  <a:cubicBezTo>
                    <a:pt x="659912" y="99190"/>
                    <a:pt x="659431" y="103192"/>
                    <a:pt x="659436" y="107208"/>
                  </a:cubicBezTo>
                  <a:close/>
                  <a:moveTo>
                    <a:pt x="3184402" y="79397"/>
                  </a:moveTo>
                  <a:lnTo>
                    <a:pt x="3190284" y="90998"/>
                  </a:lnTo>
                  <a:cubicBezTo>
                    <a:pt x="3192891" y="96004"/>
                    <a:pt x="3194254" y="101564"/>
                    <a:pt x="3194257" y="107208"/>
                  </a:cubicBezTo>
                  <a:lnTo>
                    <a:pt x="3194257" y="421081"/>
                  </a:lnTo>
                  <a:lnTo>
                    <a:pt x="3472372" y="421081"/>
                  </a:lnTo>
                  <a:lnTo>
                    <a:pt x="3472372" y="107208"/>
                  </a:lnTo>
                  <a:cubicBezTo>
                    <a:pt x="3472376" y="101564"/>
                    <a:pt x="3473738" y="96004"/>
                    <a:pt x="3476345" y="90998"/>
                  </a:cubicBezTo>
                  <a:lnTo>
                    <a:pt x="3482227" y="79397"/>
                  </a:lnTo>
                  <a:close/>
                  <a:moveTo>
                    <a:pt x="3456480" y="107208"/>
                  </a:moveTo>
                  <a:lnTo>
                    <a:pt x="3456480" y="405189"/>
                  </a:lnTo>
                  <a:lnTo>
                    <a:pt x="3210149" y="405189"/>
                  </a:lnTo>
                  <a:lnTo>
                    <a:pt x="3210149" y="107208"/>
                  </a:lnTo>
                  <a:cubicBezTo>
                    <a:pt x="3210154" y="103192"/>
                    <a:pt x="3209673" y="99190"/>
                    <a:pt x="3208718" y="95289"/>
                  </a:cubicBezTo>
                  <a:lnTo>
                    <a:pt x="3457912" y="95289"/>
                  </a:lnTo>
                  <a:cubicBezTo>
                    <a:pt x="3456956" y="99190"/>
                    <a:pt x="3456476" y="103192"/>
                    <a:pt x="3456480" y="107208"/>
                  </a:cubicBezTo>
                  <a:close/>
                  <a:moveTo>
                    <a:pt x="2834771" y="79397"/>
                  </a:moveTo>
                  <a:lnTo>
                    <a:pt x="2840653" y="90998"/>
                  </a:lnTo>
                  <a:cubicBezTo>
                    <a:pt x="2843260" y="96004"/>
                    <a:pt x="2844623" y="101564"/>
                    <a:pt x="2844627" y="107208"/>
                  </a:cubicBezTo>
                  <a:lnTo>
                    <a:pt x="2844627" y="421081"/>
                  </a:lnTo>
                  <a:lnTo>
                    <a:pt x="3122742" y="421081"/>
                  </a:lnTo>
                  <a:lnTo>
                    <a:pt x="3122742" y="107208"/>
                  </a:lnTo>
                  <a:cubicBezTo>
                    <a:pt x="3122746" y="101564"/>
                    <a:pt x="3124108" y="96004"/>
                    <a:pt x="3126715" y="90998"/>
                  </a:cubicBezTo>
                  <a:lnTo>
                    <a:pt x="3132597" y="79397"/>
                  </a:lnTo>
                  <a:close/>
                  <a:moveTo>
                    <a:pt x="3106849" y="107208"/>
                  </a:moveTo>
                  <a:lnTo>
                    <a:pt x="3106849" y="405189"/>
                  </a:lnTo>
                  <a:lnTo>
                    <a:pt x="2860519" y="405189"/>
                  </a:lnTo>
                  <a:lnTo>
                    <a:pt x="2860519" y="107208"/>
                  </a:lnTo>
                  <a:cubicBezTo>
                    <a:pt x="2860523" y="103192"/>
                    <a:pt x="2860043" y="99190"/>
                    <a:pt x="2859087" y="95289"/>
                  </a:cubicBezTo>
                  <a:lnTo>
                    <a:pt x="3108281" y="95289"/>
                  </a:lnTo>
                  <a:cubicBezTo>
                    <a:pt x="3107326" y="99190"/>
                    <a:pt x="3106845" y="103192"/>
                    <a:pt x="3106849" y="107208"/>
                  </a:cubicBezTo>
                  <a:close/>
                  <a:moveTo>
                    <a:pt x="2485141" y="79397"/>
                  </a:moveTo>
                  <a:lnTo>
                    <a:pt x="2491023" y="90998"/>
                  </a:lnTo>
                  <a:cubicBezTo>
                    <a:pt x="2493630" y="96004"/>
                    <a:pt x="2494993" y="101564"/>
                    <a:pt x="2494996" y="107208"/>
                  </a:cubicBezTo>
                  <a:lnTo>
                    <a:pt x="2494996" y="421081"/>
                  </a:lnTo>
                  <a:lnTo>
                    <a:pt x="2773111" y="421081"/>
                  </a:lnTo>
                  <a:lnTo>
                    <a:pt x="2773111" y="107208"/>
                  </a:lnTo>
                  <a:cubicBezTo>
                    <a:pt x="2773115" y="101564"/>
                    <a:pt x="2774477" y="96004"/>
                    <a:pt x="2777084" y="90998"/>
                  </a:cubicBezTo>
                  <a:lnTo>
                    <a:pt x="2782966" y="79397"/>
                  </a:lnTo>
                  <a:close/>
                  <a:moveTo>
                    <a:pt x="2757219" y="107208"/>
                  </a:moveTo>
                  <a:lnTo>
                    <a:pt x="2757219" y="405189"/>
                  </a:lnTo>
                  <a:lnTo>
                    <a:pt x="2510888" y="405189"/>
                  </a:lnTo>
                  <a:lnTo>
                    <a:pt x="2510888" y="107208"/>
                  </a:lnTo>
                  <a:cubicBezTo>
                    <a:pt x="2510893" y="103192"/>
                    <a:pt x="2510412" y="99190"/>
                    <a:pt x="2509457" y="95289"/>
                  </a:cubicBezTo>
                  <a:lnTo>
                    <a:pt x="2758651" y="95289"/>
                  </a:lnTo>
                  <a:cubicBezTo>
                    <a:pt x="2757695" y="99190"/>
                    <a:pt x="2757215" y="103192"/>
                    <a:pt x="2757219" y="107208"/>
                  </a:cubicBezTo>
                  <a:close/>
                  <a:moveTo>
                    <a:pt x="2135510" y="79397"/>
                  </a:moveTo>
                  <a:lnTo>
                    <a:pt x="2141392" y="90998"/>
                  </a:lnTo>
                  <a:cubicBezTo>
                    <a:pt x="2143999" y="96004"/>
                    <a:pt x="2145362" y="101564"/>
                    <a:pt x="2145365" y="107208"/>
                  </a:cubicBezTo>
                  <a:lnTo>
                    <a:pt x="2145365" y="421081"/>
                  </a:lnTo>
                  <a:lnTo>
                    <a:pt x="2423481" y="421081"/>
                  </a:lnTo>
                  <a:lnTo>
                    <a:pt x="2423481" y="107208"/>
                  </a:lnTo>
                  <a:cubicBezTo>
                    <a:pt x="2423485" y="101564"/>
                    <a:pt x="2424847" y="96004"/>
                    <a:pt x="2427454" y="90998"/>
                  </a:cubicBezTo>
                  <a:lnTo>
                    <a:pt x="2433336" y="79397"/>
                  </a:lnTo>
                  <a:close/>
                  <a:moveTo>
                    <a:pt x="2407588" y="107208"/>
                  </a:moveTo>
                  <a:lnTo>
                    <a:pt x="2407588" y="405189"/>
                  </a:lnTo>
                  <a:lnTo>
                    <a:pt x="2161258" y="405189"/>
                  </a:lnTo>
                  <a:lnTo>
                    <a:pt x="2161258" y="107208"/>
                  </a:lnTo>
                  <a:cubicBezTo>
                    <a:pt x="2161262" y="103192"/>
                    <a:pt x="2160781" y="99190"/>
                    <a:pt x="2159826" y="95289"/>
                  </a:cubicBezTo>
                  <a:lnTo>
                    <a:pt x="2409020" y="95289"/>
                  </a:lnTo>
                  <a:cubicBezTo>
                    <a:pt x="2408065" y="99190"/>
                    <a:pt x="2407584" y="103192"/>
                    <a:pt x="2407588" y="107208"/>
                  </a:cubicBezTo>
                  <a:close/>
                  <a:moveTo>
                    <a:pt x="1785880" y="79397"/>
                  </a:moveTo>
                  <a:lnTo>
                    <a:pt x="1791762" y="90998"/>
                  </a:lnTo>
                  <a:cubicBezTo>
                    <a:pt x="1794369" y="96004"/>
                    <a:pt x="1795731" y="101564"/>
                    <a:pt x="1795735" y="107208"/>
                  </a:cubicBezTo>
                  <a:lnTo>
                    <a:pt x="1795735" y="421081"/>
                  </a:lnTo>
                  <a:lnTo>
                    <a:pt x="2073850" y="421081"/>
                  </a:lnTo>
                  <a:lnTo>
                    <a:pt x="2073850" y="107208"/>
                  </a:lnTo>
                  <a:cubicBezTo>
                    <a:pt x="2073854" y="101564"/>
                    <a:pt x="2075216" y="96004"/>
                    <a:pt x="2077823" y="90998"/>
                  </a:cubicBezTo>
                  <a:lnTo>
                    <a:pt x="2083705" y="79397"/>
                  </a:lnTo>
                  <a:close/>
                  <a:moveTo>
                    <a:pt x="2057958" y="107208"/>
                  </a:moveTo>
                  <a:lnTo>
                    <a:pt x="2057958" y="405189"/>
                  </a:lnTo>
                  <a:lnTo>
                    <a:pt x="1811627" y="405189"/>
                  </a:lnTo>
                  <a:lnTo>
                    <a:pt x="1811627" y="107208"/>
                  </a:lnTo>
                  <a:cubicBezTo>
                    <a:pt x="1811632" y="103192"/>
                    <a:pt x="1811151" y="99190"/>
                    <a:pt x="1810195" y="95289"/>
                  </a:cubicBezTo>
                  <a:lnTo>
                    <a:pt x="2059389" y="95289"/>
                  </a:lnTo>
                  <a:cubicBezTo>
                    <a:pt x="2058434" y="99190"/>
                    <a:pt x="2057953" y="103192"/>
                    <a:pt x="2057958" y="107208"/>
                  </a:cubicBezTo>
                  <a:close/>
                  <a:moveTo>
                    <a:pt x="1436249" y="79397"/>
                  </a:moveTo>
                  <a:lnTo>
                    <a:pt x="1442131" y="90998"/>
                  </a:lnTo>
                  <a:cubicBezTo>
                    <a:pt x="1444738" y="96004"/>
                    <a:pt x="1446101" y="101564"/>
                    <a:pt x="1446104" y="107208"/>
                  </a:cubicBezTo>
                  <a:lnTo>
                    <a:pt x="1446104" y="421081"/>
                  </a:lnTo>
                  <a:lnTo>
                    <a:pt x="1724220" y="421081"/>
                  </a:lnTo>
                  <a:lnTo>
                    <a:pt x="1724220" y="107208"/>
                  </a:lnTo>
                  <a:cubicBezTo>
                    <a:pt x="1724223" y="101564"/>
                    <a:pt x="1725586" y="96004"/>
                    <a:pt x="1728193" y="90998"/>
                  </a:cubicBezTo>
                  <a:lnTo>
                    <a:pt x="1734075" y="79397"/>
                  </a:lnTo>
                  <a:close/>
                  <a:moveTo>
                    <a:pt x="1708327" y="107208"/>
                  </a:moveTo>
                  <a:lnTo>
                    <a:pt x="1708327" y="405189"/>
                  </a:lnTo>
                  <a:lnTo>
                    <a:pt x="1461997" y="405189"/>
                  </a:lnTo>
                  <a:lnTo>
                    <a:pt x="1461997" y="107208"/>
                  </a:lnTo>
                  <a:cubicBezTo>
                    <a:pt x="1462001" y="103192"/>
                    <a:pt x="1461520" y="99190"/>
                    <a:pt x="1460565" y="95289"/>
                  </a:cubicBezTo>
                  <a:lnTo>
                    <a:pt x="1709759" y="95289"/>
                  </a:lnTo>
                  <a:cubicBezTo>
                    <a:pt x="1708804" y="99190"/>
                    <a:pt x="1708323" y="103192"/>
                    <a:pt x="1708327" y="107208"/>
                  </a:cubicBezTo>
                  <a:close/>
                  <a:moveTo>
                    <a:pt x="1086619" y="79397"/>
                  </a:moveTo>
                  <a:lnTo>
                    <a:pt x="1092500" y="90998"/>
                  </a:lnTo>
                  <a:cubicBezTo>
                    <a:pt x="1095107" y="96004"/>
                    <a:pt x="1096470" y="101564"/>
                    <a:pt x="1096474" y="107208"/>
                  </a:cubicBezTo>
                  <a:lnTo>
                    <a:pt x="1096474" y="421081"/>
                  </a:lnTo>
                  <a:lnTo>
                    <a:pt x="1374589" y="421081"/>
                  </a:lnTo>
                  <a:lnTo>
                    <a:pt x="1374589" y="107208"/>
                  </a:lnTo>
                  <a:cubicBezTo>
                    <a:pt x="1374593" y="101564"/>
                    <a:pt x="1375955" y="96004"/>
                    <a:pt x="1378562" y="90998"/>
                  </a:cubicBezTo>
                  <a:lnTo>
                    <a:pt x="1384444" y="79397"/>
                  </a:lnTo>
                  <a:close/>
                  <a:moveTo>
                    <a:pt x="1358696" y="107208"/>
                  </a:moveTo>
                  <a:lnTo>
                    <a:pt x="1358696" y="405189"/>
                  </a:lnTo>
                  <a:lnTo>
                    <a:pt x="1112366" y="405189"/>
                  </a:lnTo>
                  <a:lnTo>
                    <a:pt x="1112366" y="107208"/>
                  </a:lnTo>
                  <a:cubicBezTo>
                    <a:pt x="1112370" y="103192"/>
                    <a:pt x="1111890" y="99190"/>
                    <a:pt x="1110934" y="95289"/>
                  </a:cubicBezTo>
                  <a:lnTo>
                    <a:pt x="1360128" y="95289"/>
                  </a:lnTo>
                  <a:cubicBezTo>
                    <a:pt x="1359173" y="99190"/>
                    <a:pt x="1358692" y="103192"/>
                    <a:pt x="1358697" y="107208"/>
                  </a:cubicBezTo>
                  <a:close/>
                  <a:moveTo>
                    <a:pt x="736988" y="79397"/>
                  </a:moveTo>
                  <a:lnTo>
                    <a:pt x="742870" y="90998"/>
                  </a:lnTo>
                  <a:cubicBezTo>
                    <a:pt x="745477" y="96004"/>
                    <a:pt x="746839" y="101564"/>
                    <a:pt x="746843" y="107208"/>
                  </a:cubicBezTo>
                  <a:lnTo>
                    <a:pt x="746843" y="421081"/>
                  </a:lnTo>
                  <a:lnTo>
                    <a:pt x="1024958" y="421081"/>
                  </a:lnTo>
                  <a:lnTo>
                    <a:pt x="1024958" y="107208"/>
                  </a:lnTo>
                  <a:cubicBezTo>
                    <a:pt x="1024962" y="101564"/>
                    <a:pt x="1026325" y="96004"/>
                    <a:pt x="1028931" y="90998"/>
                  </a:cubicBezTo>
                  <a:lnTo>
                    <a:pt x="1034814" y="79397"/>
                  </a:lnTo>
                  <a:close/>
                  <a:moveTo>
                    <a:pt x="1009066" y="107208"/>
                  </a:moveTo>
                  <a:lnTo>
                    <a:pt x="1009066" y="405189"/>
                  </a:lnTo>
                  <a:lnTo>
                    <a:pt x="762735" y="405189"/>
                  </a:lnTo>
                  <a:lnTo>
                    <a:pt x="762735" y="107208"/>
                  </a:lnTo>
                  <a:cubicBezTo>
                    <a:pt x="762740" y="103192"/>
                    <a:pt x="762259" y="99190"/>
                    <a:pt x="761304" y="95289"/>
                  </a:cubicBezTo>
                  <a:lnTo>
                    <a:pt x="1010498" y="95289"/>
                  </a:lnTo>
                  <a:cubicBezTo>
                    <a:pt x="1009542" y="99190"/>
                    <a:pt x="1009062" y="103192"/>
                    <a:pt x="1009066" y="107208"/>
                  </a:cubicBezTo>
                  <a:close/>
                  <a:moveTo>
                    <a:pt x="387358" y="79397"/>
                  </a:moveTo>
                  <a:lnTo>
                    <a:pt x="393239" y="90998"/>
                  </a:lnTo>
                  <a:cubicBezTo>
                    <a:pt x="395846" y="96004"/>
                    <a:pt x="397209" y="101564"/>
                    <a:pt x="397212" y="107208"/>
                  </a:cubicBezTo>
                  <a:lnTo>
                    <a:pt x="397212" y="421081"/>
                  </a:lnTo>
                  <a:lnTo>
                    <a:pt x="675328" y="421081"/>
                  </a:lnTo>
                  <a:lnTo>
                    <a:pt x="675328" y="107208"/>
                  </a:lnTo>
                  <a:cubicBezTo>
                    <a:pt x="675331" y="101564"/>
                    <a:pt x="676694" y="96004"/>
                    <a:pt x="679301" y="90998"/>
                  </a:cubicBezTo>
                  <a:lnTo>
                    <a:pt x="685183" y="79397"/>
                  </a:lnTo>
                  <a:close/>
                  <a:moveTo>
                    <a:pt x="659435" y="107208"/>
                  </a:moveTo>
                  <a:lnTo>
                    <a:pt x="659435" y="405189"/>
                  </a:lnTo>
                  <a:lnTo>
                    <a:pt x="413105" y="405189"/>
                  </a:lnTo>
                  <a:lnTo>
                    <a:pt x="413105" y="107208"/>
                  </a:lnTo>
                  <a:cubicBezTo>
                    <a:pt x="413109" y="103192"/>
                    <a:pt x="412628" y="99190"/>
                    <a:pt x="411673" y="95289"/>
                  </a:cubicBezTo>
                  <a:lnTo>
                    <a:pt x="660867" y="95289"/>
                  </a:lnTo>
                  <a:cubicBezTo>
                    <a:pt x="659912" y="99190"/>
                    <a:pt x="659431" y="103192"/>
                    <a:pt x="659436" y="107208"/>
                  </a:cubicBezTo>
                  <a:close/>
                  <a:moveTo>
                    <a:pt x="3184402" y="79397"/>
                  </a:moveTo>
                  <a:lnTo>
                    <a:pt x="3190284" y="90998"/>
                  </a:lnTo>
                  <a:cubicBezTo>
                    <a:pt x="3192891" y="96004"/>
                    <a:pt x="3194254" y="101564"/>
                    <a:pt x="3194257" y="107208"/>
                  </a:cubicBezTo>
                  <a:lnTo>
                    <a:pt x="3194257" y="421081"/>
                  </a:lnTo>
                  <a:lnTo>
                    <a:pt x="3472372" y="421081"/>
                  </a:lnTo>
                  <a:lnTo>
                    <a:pt x="3472372" y="107208"/>
                  </a:lnTo>
                  <a:cubicBezTo>
                    <a:pt x="3472376" y="101564"/>
                    <a:pt x="3473738" y="96004"/>
                    <a:pt x="3476345" y="90998"/>
                  </a:cubicBezTo>
                  <a:lnTo>
                    <a:pt x="3482227" y="79397"/>
                  </a:lnTo>
                  <a:close/>
                  <a:moveTo>
                    <a:pt x="3456480" y="107208"/>
                  </a:moveTo>
                  <a:lnTo>
                    <a:pt x="3456480" y="405189"/>
                  </a:lnTo>
                  <a:lnTo>
                    <a:pt x="3210149" y="405189"/>
                  </a:lnTo>
                  <a:lnTo>
                    <a:pt x="3210149" y="107208"/>
                  </a:lnTo>
                  <a:cubicBezTo>
                    <a:pt x="3210154" y="103192"/>
                    <a:pt x="3209673" y="99190"/>
                    <a:pt x="3208718" y="95289"/>
                  </a:cubicBezTo>
                  <a:lnTo>
                    <a:pt x="3457912" y="95289"/>
                  </a:lnTo>
                  <a:cubicBezTo>
                    <a:pt x="3456956" y="99190"/>
                    <a:pt x="3456476" y="103192"/>
                    <a:pt x="3456480" y="107208"/>
                  </a:cubicBezTo>
                  <a:close/>
                  <a:moveTo>
                    <a:pt x="2840653" y="90998"/>
                  </a:moveTo>
                  <a:cubicBezTo>
                    <a:pt x="2843260" y="96004"/>
                    <a:pt x="2844623" y="101564"/>
                    <a:pt x="2844627" y="107208"/>
                  </a:cubicBezTo>
                  <a:lnTo>
                    <a:pt x="2844627" y="421081"/>
                  </a:lnTo>
                  <a:lnTo>
                    <a:pt x="3122742" y="421081"/>
                  </a:lnTo>
                  <a:lnTo>
                    <a:pt x="3122742" y="107208"/>
                  </a:lnTo>
                  <a:cubicBezTo>
                    <a:pt x="3122746" y="101564"/>
                    <a:pt x="3124108" y="96004"/>
                    <a:pt x="3126715" y="90998"/>
                  </a:cubicBezTo>
                  <a:lnTo>
                    <a:pt x="3132597" y="79397"/>
                  </a:lnTo>
                  <a:lnTo>
                    <a:pt x="2834771" y="79397"/>
                  </a:lnTo>
                  <a:close/>
                  <a:moveTo>
                    <a:pt x="3108281" y="95289"/>
                  </a:moveTo>
                  <a:cubicBezTo>
                    <a:pt x="3107326" y="99190"/>
                    <a:pt x="3106845" y="103192"/>
                    <a:pt x="3106849" y="107208"/>
                  </a:cubicBezTo>
                  <a:lnTo>
                    <a:pt x="3106849" y="405189"/>
                  </a:lnTo>
                  <a:lnTo>
                    <a:pt x="2860519" y="405189"/>
                  </a:lnTo>
                  <a:lnTo>
                    <a:pt x="2860519" y="107208"/>
                  </a:lnTo>
                  <a:cubicBezTo>
                    <a:pt x="2860523" y="103192"/>
                    <a:pt x="2860043" y="99190"/>
                    <a:pt x="2859087" y="95289"/>
                  </a:cubicBezTo>
                  <a:close/>
                  <a:moveTo>
                    <a:pt x="2491023" y="90998"/>
                  </a:moveTo>
                  <a:cubicBezTo>
                    <a:pt x="2493630" y="96004"/>
                    <a:pt x="2494993" y="101564"/>
                    <a:pt x="2494996" y="107208"/>
                  </a:cubicBezTo>
                  <a:lnTo>
                    <a:pt x="2494996" y="421081"/>
                  </a:lnTo>
                  <a:lnTo>
                    <a:pt x="2773111" y="421081"/>
                  </a:lnTo>
                  <a:lnTo>
                    <a:pt x="2773111" y="107208"/>
                  </a:lnTo>
                  <a:cubicBezTo>
                    <a:pt x="2773115" y="101564"/>
                    <a:pt x="2774477" y="96004"/>
                    <a:pt x="2777084" y="90998"/>
                  </a:cubicBezTo>
                  <a:lnTo>
                    <a:pt x="2782966" y="79397"/>
                  </a:lnTo>
                  <a:lnTo>
                    <a:pt x="2485141" y="79397"/>
                  </a:lnTo>
                  <a:close/>
                  <a:moveTo>
                    <a:pt x="2758651" y="95289"/>
                  </a:moveTo>
                  <a:cubicBezTo>
                    <a:pt x="2757695" y="99190"/>
                    <a:pt x="2757215" y="103192"/>
                    <a:pt x="2757219" y="107208"/>
                  </a:cubicBezTo>
                  <a:lnTo>
                    <a:pt x="2757219" y="405189"/>
                  </a:lnTo>
                  <a:lnTo>
                    <a:pt x="2510888" y="405189"/>
                  </a:lnTo>
                  <a:lnTo>
                    <a:pt x="2510888" y="107208"/>
                  </a:lnTo>
                  <a:cubicBezTo>
                    <a:pt x="2510893" y="103192"/>
                    <a:pt x="2510412" y="99190"/>
                    <a:pt x="2509457" y="95289"/>
                  </a:cubicBezTo>
                  <a:close/>
                  <a:moveTo>
                    <a:pt x="2141392" y="90998"/>
                  </a:moveTo>
                  <a:cubicBezTo>
                    <a:pt x="2143999" y="96004"/>
                    <a:pt x="2145362" y="101564"/>
                    <a:pt x="2145365" y="107208"/>
                  </a:cubicBezTo>
                  <a:lnTo>
                    <a:pt x="2145365" y="421081"/>
                  </a:lnTo>
                  <a:lnTo>
                    <a:pt x="2423481" y="421081"/>
                  </a:lnTo>
                  <a:lnTo>
                    <a:pt x="2423481" y="107208"/>
                  </a:lnTo>
                  <a:cubicBezTo>
                    <a:pt x="2423485" y="101564"/>
                    <a:pt x="2424847" y="96004"/>
                    <a:pt x="2427454" y="90998"/>
                  </a:cubicBezTo>
                  <a:lnTo>
                    <a:pt x="2433336" y="79397"/>
                  </a:lnTo>
                  <a:lnTo>
                    <a:pt x="2135510" y="79397"/>
                  </a:lnTo>
                  <a:close/>
                  <a:moveTo>
                    <a:pt x="2409020" y="95289"/>
                  </a:moveTo>
                  <a:cubicBezTo>
                    <a:pt x="2408065" y="99190"/>
                    <a:pt x="2407584" y="103192"/>
                    <a:pt x="2407588" y="107208"/>
                  </a:cubicBezTo>
                  <a:lnTo>
                    <a:pt x="2407588" y="405189"/>
                  </a:lnTo>
                  <a:lnTo>
                    <a:pt x="2161258" y="405189"/>
                  </a:lnTo>
                  <a:lnTo>
                    <a:pt x="2161258" y="107208"/>
                  </a:lnTo>
                  <a:cubicBezTo>
                    <a:pt x="2161262" y="103192"/>
                    <a:pt x="2160781" y="99190"/>
                    <a:pt x="2159826" y="95289"/>
                  </a:cubicBezTo>
                  <a:close/>
                  <a:moveTo>
                    <a:pt x="1791762" y="90998"/>
                  </a:moveTo>
                  <a:cubicBezTo>
                    <a:pt x="1794369" y="96004"/>
                    <a:pt x="1795731" y="101564"/>
                    <a:pt x="1795735" y="107208"/>
                  </a:cubicBezTo>
                  <a:lnTo>
                    <a:pt x="1795735" y="421081"/>
                  </a:lnTo>
                  <a:lnTo>
                    <a:pt x="2073850" y="421081"/>
                  </a:lnTo>
                  <a:lnTo>
                    <a:pt x="2073850" y="107208"/>
                  </a:lnTo>
                  <a:cubicBezTo>
                    <a:pt x="2073854" y="101564"/>
                    <a:pt x="2075216" y="96004"/>
                    <a:pt x="2077823" y="90998"/>
                  </a:cubicBezTo>
                  <a:lnTo>
                    <a:pt x="2083705" y="79397"/>
                  </a:lnTo>
                  <a:lnTo>
                    <a:pt x="1785880" y="79397"/>
                  </a:lnTo>
                  <a:close/>
                  <a:moveTo>
                    <a:pt x="2059389" y="95289"/>
                  </a:moveTo>
                  <a:cubicBezTo>
                    <a:pt x="2058434" y="99190"/>
                    <a:pt x="2057953" y="103192"/>
                    <a:pt x="2057958" y="107208"/>
                  </a:cubicBezTo>
                  <a:lnTo>
                    <a:pt x="2057958" y="405189"/>
                  </a:lnTo>
                  <a:lnTo>
                    <a:pt x="1811627" y="405189"/>
                  </a:lnTo>
                  <a:lnTo>
                    <a:pt x="1811627" y="107208"/>
                  </a:lnTo>
                  <a:cubicBezTo>
                    <a:pt x="1811632" y="103192"/>
                    <a:pt x="1811151" y="99190"/>
                    <a:pt x="1810195" y="95289"/>
                  </a:cubicBezTo>
                  <a:close/>
                  <a:moveTo>
                    <a:pt x="1442131" y="90998"/>
                  </a:moveTo>
                  <a:cubicBezTo>
                    <a:pt x="1444738" y="96004"/>
                    <a:pt x="1446101" y="101564"/>
                    <a:pt x="1446104" y="107208"/>
                  </a:cubicBezTo>
                  <a:lnTo>
                    <a:pt x="1446104" y="421081"/>
                  </a:lnTo>
                  <a:lnTo>
                    <a:pt x="1724220" y="421081"/>
                  </a:lnTo>
                  <a:lnTo>
                    <a:pt x="1724220" y="107208"/>
                  </a:lnTo>
                  <a:cubicBezTo>
                    <a:pt x="1724223" y="101564"/>
                    <a:pt x="1725586" y="96004"/>
                    <a:pt x="1728193" y="90998"/>
                  </a:cubicBezTo>
                  <a:lnTo>
                    <a:pt x="1734075" y="79397"/>
                  </a:lnTo>
                  <a:lnTo>
                    <a:pt x="1436249" y="79397"/>
                  </a:lnTo>
                  <a:close/>
                  <a:moveTo>
                    <a:pt x="1709759" y="95289"/>
                  </a:moveTo>
                  <a:cubicBezTo>
                    <a:pt x="1708804" y="99190"/>
                    <a:pt x="1708323" y="103192"/>
                    <a:pt x="1708327" y="107208"/>
                  </a:cubicBezTo>
                  <a:lnTo>
                    <a:pt x="1708327" y="405189"/>
                  </a:lnTo>
                  <a:lnTo>
                    <a:pt x="1461997" y="405189"/>
                  </a:lnTo>
                  <a:lnTo>
                    <a:pt x="1461997" y="107208"/>
                  </a:lnTo>
                  <a:cubicBezTo>
                    <a:pt x="1462001" y="103192"/>
                    <a:pt x="1461520" y="99190"/>
                    <a:pt x="1460565" y="95289"/>
                  </a:cubicBezTo>
                  <a:close/>
                  <a:moveTo>
                    <a:pt x="1092500" y="90998"/>
                  </a:moveTo>
                  <a:cubicBezTo>
                    <a:pt x="1095107" y="96004"/>
                    <a:pt x="1096470" y="101564"/>
                    <a:pt x="1096474" y="107208"/>
                  </a:cubicBezTo>
                  <a:lnTo>
                    <a:pt x="1096474" y="421081"/>
                  </a:lnTo>
                  <a:lnTo>
                    <a:pt x="1374589" y="421081"/>
                  </a:lnTo>
                  <a:lnTo>
                    <a:pt x="1374589" y="107208"/>
                  </a:lnTo>
                  <a:cubicBezTo>
                    <a:pt x="1374593" y="101564"/>
                    <a:pt x="1375955" y="96004"/>
                    <a:pt x="1378562" y="90998"/>
                  </a:cubicBezTo>
                  <a:lnTo>
                    <a:pt x="1384444" y="79397"/>
                  </a:lnTo>
                  <a:lnTo>
                    <a:pt x="1086619" y="79397"/>
                  </a:lnTo>
                  <a:close/>
                  <a:moveTo>
                    <a:pt x="1360128" y="95289"/>
                  </a:moveTo>
                  <a:cubicBezTo>
                    <a:pt x="1359173" y="99190"/>
                    <a:pt x="1358692" y="103192"/>
                    <a:pt x="1358697" y="107208"/>
                  </a:cubicBezTo>
                  <a:lnTo>
                    <a:pt x="1358696" y="405189"/>
                  </a:lnTo>
                  <a:lnTo>
                    <a:pt x="1112366" y="405189"/>
                  </a:lnTo>
                  <a:lnTo>
                    <a:pt x="1112366" y="107208"/>
                  </a:lnTo>
                  <a:cubicBezTo>
                    <a:pt x="1112370" y="103192"/>
                    <a:pt x="1111890" y="99190"/>
                    <a:pt x="1110934" y="95289"/>
                  </a:cubicBezTo>
                  <a:close/>
                  <a:moveTo>
                    <a:pt x="742870" y="90998"/>
                  </a:moveTo>
                  <a:cubicBezTo>
                    <a:pt x="745477" y="96004"/>
                    <a:pt x="746839" y="101564"/>
                    <a:pt x="746843" y="107208"/>
                  </a:cubicBezTo>
                  <a:lnTo>
                    <a:pt x="746843" y="421081"/>
                  </a:lnTo>
                  <a:lnTo>
                    <a:pt x="1024958" y="421081"/>
                  </a:lnTo>
                  <a:lnTo>
                    <a:pt x="1024958" y="107208"/>
                  </a:lnTo>
                  <a:cubicBezTo>
                    <a:pt x="1024962" y="101564"/>
                    <a:pt x="1026325" y="96004"/>
                    <a:pt x="1028931" y="90998"/>
                  </a:cubicBezTo>
                  <a:lnTo>
                    <a:pt x="1034814" y="79397"/>
                  </a:lnTo>
                  <a:lnTo>
                    <a:pt x="736988" y="79397"/>
                  </a:lnTo>
                  <a:close/>
                  <a:moveTo>
                    <a:pt x="1010498" y="95289"/>
                  </a:moveTo>
                  <a:cubicBezTo>
                    <a:pt x="1009542" y="99190"/>
                    <a:pt x="1009062" y="103192"/>
                    <a:pt x="1009066" y="107208"/>
                  </a:cubicBezTo>
                  <a:lnTo>
                    <a:pt x="1009066" y="405189"/>
                  </a:lnTo>
                  <a:lnTo>
                    <a:pt x="762735" y="405189"/>
                  </a:lnTo>
                  <a:lnTo>
                    <a:pt x="762735" y="107208"/>
                  </a:lnTo>
                  <a:cubicBezTo>
                    <a:pt x="762740" y="103192"/>
                    <a:pt x="762259" y="99190"/>
                    <a:pt x="761304" y="95289"/>
                  </a:cubicBezTo>
                  <a:close/>
                  <a:moveTo>
                    <a:pt x="393239" y="90998"/>
                  </a:moveTo>
                  <a:cubicBezTo>
                    <a:pt x="395846" y="96004"/>
                    <a:pt x="397209" y="101564"/>
                    <a:pt x="397212" y="107208"/>
                  </a:cubicBezTo>
                  <a:lnTo>
                    <a:pt x="397212" y="421081"/>
                  </a:lnTo>
                  <a:lnTo>
                    <a:pt x="675328" y="421081"/>
                  </a:lnTo>
                  <a:lnTo>
                    <a:pt x="675328" y="107208"/>
                  </a:lnTo>
                  <a:cubicBezTo>
                    <a:pt x="675331" y="101564"/>
                    <a:pt x="676694" y="96004"/>
                    <a:pt x="679301" y="90998"/>
                  </a:cubicBezTo>
                  <a:lnTo>
                    <a:pt x="685183" y="79397"/>
                  </a:lnTo>
                  <a:lnTo>
                    <a:pt x="387358" y="79397"/>
                  </a:lnTo>
                  <a:close/>
                  <a:moveTo>
                    <a:pt x="660867" y="95289"/>
                  </a:moveTo>
                  <a:cubicBezTo>
                    <a:pt x="659912" y="99190"/>
                    <a:pt x="659431" y="103192"/>
                    <a:pt x="659436" y="107208"/>
                  </a:cubicBezTo>
                  <a:lnTo>
                    <a:pt x="659435" y="405189"/>
                  </a:lnTo>
                  <a:lnTo>
                    <a:pt x="413105" y="405189"/>
                  </a:lnTo>
                  <a:lnTo>
                    <a:pt x="413105" y="107208"/>
                  </a:lnTo>
                  <a:cubicBezTo>
                    <a:pt x="413109" y="103192"/>
                    <a:pt x="412628" y="99190"/>
                    <a:pt x="411673" y="95289"/>
                  </a:cubicBezTo>
                  <a:close/>
                  <a:moveTo>
                    <a:pt x="3190284" y="90998"/>
                  </a:moveTo>
                  <a:cubicBezTo>
                    <a:pt x="3192891" y="96004"/>
                    <a:pt x="3194254" y="101564"/>
                    <a:pt x="3194257" y="107208"/>
                  </a:cubicBezTo>
                  <a:lnTo>
                    <a:pt x="3194257" y="421081"/>
                  </a:lnTo>
                  <a:lnTo>
                    <a:pt x="3472372" y="421081"/>
                  </a:lnTo>
                  <a:lnTo>
                    <a:pt x="3472372" y="107208"/>
                  </a:lnTo>
                  <a:cubicBezTo>
                    <a:pt x="3472376" y="101564"/>
                    <a:pt x="3473738" y="96004"/>
                    <a:pt x="3476345" y="90998"/>
                  </a:cubicBezTo>
                  <a:lnTo>
                    <a:pt x="3482227" y="79397"/>
                  </a:lnTo>
                  <a:lnTo>
                    <a:pt x="3184402" y="79397"/>
                  </a:lnTo>
                  <a:close/>
                  <a:moveTo>
                    <a:pt x="3457912" y="95289"/>
                  </a:moveTo>
                  <a:cubicBezTo>
                    <a:pt x="3456956" y="99190"/>
                    <a:pt x="3456476" y="103192"/>
                    <a:pt x="3456480" y="107208"/>
                  </a:cubicBezTo>
                  <a:lnTo>
                    <a:pt x="3456480" y="405189"/>
                  </a:lnTo>
                  <a:lnTo>
                    <a:pt x="3210149" y="405189"/>
                  </a:lnTo>
                  <a:lnTo>
                    <a:pt x="3210149" y="107208"/>
                  </a:lnTo>
                  <a:cubicBezTo>
                    <a:pt x="3210154" y="103192"/>
                    <a:pt x="3209673" y="99190"/>
                    <a:pt x="3208718" y="95289"/>
                  </a:cubicBezTo>
                  <a:close/>
                  <a:moveTo>
                    <a:pt x="2840653" y="90998"/>
                  </a:moveTo>
                  <a:cubicBezTo>
                    <a:pt x="2843260" y="96004"/>
                    <a:pt x="2844623" y="101564"/>
                    <a:pt x="2844627" y="107208"/>
                  </a:cubicBezTo>
                  <a:lnTo>
                    <a:pt x="2844627" y="421081"/>
                  </a:lnTo>
                  <a:lnTo>
                    <a:pt x="3122742" y="421081"/>
                  </a:lnTo>
                  <a:lnTo>
                    <a:pt x="3122742" y="107208"/>
                  </a:lnTo>
                  <a:cubicBezTo>
                    <a:pt x="3122746" y="101564"/>
                    <a:pt x="3124108" y="96004"/>
                    <a:pt x="3126715" y="90998"/>
                  </a:cubicBezTo>
                  <a:lnTo>
                    <a:pt x="3132597" y="79397"/>
                  </a:lnTo>
                  <a:lnTo>
                    <a:pt x="2834771" y="79397"/>
                  </a:lnTo>
                  <a:close/>
                  <a:moveTo>
                    <a:pt x="3108281" y="95289"/>
                  </a:moveTo>
                  <a:cubicBezTo>
                    <a:pt x="3107326" y="99190"/>
                    <a:pt x="3106845" y="103192"/>
                    <a:pt x="3106849" y="107208"/>
                  </a:cubicBezTo>
                  <a:lnTo>
                    <a:pt x="3106849" y="405189"/>
                  </a:lnTo>
                  <a:lnTo>
                    <a:pt x="2860519" y="405189"/>
                  </a:lnTo>
                  <a:lnTo>
                    <a:pt x="2860519" y="107208"/>
                  </a:lnTo>
                  <a:cubicBezTo>
                    <a:pt x="2860523" y="103192"/>
                    <a:pt x="2860043" y="99190"/>
                    <a:pt x="2859087" y="95289"/>
                  </a:cubicBezTo>
                  <a:close/>
                  <a:moveTo>
                    <a:pt x="2491023" y="90998"/>
                  </a:moveTo>
                  <a:cubicBezTo>
                    <a:pt x="2493630" y="96004"/>
                    <a:pt x="2494993" y="101564"/>
                    <a:pt x="2494996" y="107208"/>
                  </a:cubicBezTo>
                  <a:lnTo>
                    <a:pt x="2494996" y="421081"/>
                  </a:lnTo>
                  <a:lnTo>
                    <a:pt x="2773111" y="421081"/>
                  </a:lnTo>
                  <a:lnTo>
                    <a:pt x="2773111" y="107208"/>
                  </a:lnTo>
                  <a:cubicBezTo>
                    <a:pt x="2773115" y="101564"/>
                    <a:pt x="2774477" y="96004"/>
                    <a:pt x="2777084" y="90998"/>
                  </a:cubicBezTo>
                  <a:lnTo>
                    <a:pt x="2782966" y="79397"/>
                  </a:lnTo>
                  <a:lnTo>
                    <a:pt x="2485141" y="79397"/>
                  </a:lnTo>
                  <a:close/>
                  <a:moveTo>
                    <a:pt x="2758651" y="95289"/>
                  </a:moveTo>
                  <a:cubicBezTo>
                    <a:pt x="2757695" y="99190"/>
                    <a:pt x="2757215" y="103192"/>
                    <a:pt x="2757219" y="107208"/>
                  </a:cubicBezTo>
                  <a:lnTo>
                    <a:pt x="2757219" y="405189"/>
                  </a:lnTo>
                  <a:lnTo>
                    <a:pt x="2510888" y="405189"/>
                  </a:lnTo>
                  <a:lnTo>
                    <a:pt x="2510888" y="107208"/>
                  </a:lnTo>
                  <a:cubicBezTo>
                    <a:pt x="2510893" y="103192"/>
                    <a:pt x="2510412" y="99190"/>
                    <a:pt x="2509457" y="95289"/>
                  </a:cubicBezTo>
                  <a:close/>
                  <a:moveTo>
                    <a:pt x="2141392" y="90998"/>
                  </a:moveTo>
                  <a:cubicBezTo>
                    <a:pt x="2143999" y="96004"/>
                    <a:pt x="2145362" y="101564"/>
                    <a:pt x="2145365" y="107208"/>
                  </a:cubicBezTo>
                  <a:lnTo>
                    <a:pt x="2145365" y="421081"/>
                  </a:lnTo>
                  <a:lnTo>
                    <a:pt x="2423481" y="421081"/>
                  </a:lnTo>
                  <a:lnTo>
                    <a:pt x="2423481" y="107208"/>
                  </a:lnTo>
                  <a:cubicBezTo>
                    <a:pt x="2423485" y="101564"/>
                    <a:pt x="2424847" y="96004"/>
                    <a:pt x="2427454" y="90998"/>
                  </a:cubicBezTo>
                  <a:lnTo>
                    <a:pt x="2433336" y="79397"/>
                  </a:lnTo>
                  <a:lnTo>
                    <a:pt x="2135510" y="79397"/>
                  </a:lnTo>
                  <a:close/>
                  <a:moveTo>
                    <a:pt x="2409020" y="95289"/>
                  </a:moveTo>
                  <a:cubicBezTo>
                    <a:pt x="2408065" y="99190"/>
                    <a:pt x="2407584" y="103192"/>
                    <a:pt x="2407588" y="107208"/>
                  </a:cubicBezTo>
                  <a:lnTo>
                    <a:pt x="2407588" y="405189"/>
                  </a:lnTo>
                  <a:lnTo>
                    <a:pt x="2161258" y="405189"/>
                  </a:lnTo>
                  <a:lnTo>
                    <a:pt x="2161258" y="107208"/>
                  </a:lnTo>
                  <a:cubicBezTo>
                    <a:pt x="2161262" y="103192"/>
                    <a:pt x="2160781" y="99190"/>
                    <a:pt x="2159826" y="95289"/>
                  </a:cubicBezTo>
                  <a:close/>
                  <a:moveTo>
                    <a:pt x="1791762" y="90998"/>
                  </a:moveTo>
                  <a:cubicBezTo>
                    <a:pt x="1794369" y="96004"/>
                    <a:pt x="1795731" y="101564"/>
                    <a:pt x="1795735" y="107208"/>
                  </a:cubicBezTo>
                  <a:lnTo>
                    <a:pt x="1795735" y="421081"/>
                  </a:lnTo>
                  <a:lnTo>
                    <a:pt x="2073850" y="421081"/>
                  </a:lnTo>
                  <a:lnTo>
                    <a:pt x="2073850" y="107208"/>
                  </a:lnTo>
                  <a:cubicBezTo>
                    <a:pt x="2073854" y="101564"/>
                    <a:pt x="2075216" y="96004"/>
                    <a:pt x="2077823" y="90998"/>
                  </a:cubicBezTo>
                  <a:lnTo>
                    <a:pt x="2083705" y="79397"/>
                  </a:lnTo>
                  <a:lnTo>
                    <a:pt x="1785880" y="79397"/>
                  </a:lnTo>
                  <a:close/>
                  <a:moveTo>
                    <a:pt x="2059389" y="95289"/>
                  </a:moveTo>
                  <a:cubicBezTo>
                    <a:pt x="2058434" y="99190"/>
                    <a:pt x="2057953" y="103192"/>
                    <a:pt x="2057958" y="107208"/>
                  </a:cubicBezTo>
                  <a:lnTo>
                    <a:pt x="2057958" y="405189"/>
                  </a:lnTo>
                  <a:lnTo>
                    <a:pt x="1811627" y="405189"/>
                  </a:lnTo>
                  <a:lnTo>
                    <a:pt x="1811627" y="107208"/>
                  </a:lnTo>
                  <a:cubicBezTo>
                    <a:pt x="1811632" y="103192"/>
                    <a:pt x="1811151" y="99190"/>
                    <a:pt x="1810195" y="95289"/>
                  </a:cubicBezTo>
                  <a:close/>
                  <a:moveTo>
                    <a:pt x="1442131" y="90998"/>
                  </a:moveTo>
                  <a:cubicBezTo>
                    <a:pt x="1444738" y="96004"/>
                    <a:pt x="1446101" y="101564"/>
                    <a:pt x="1446104" y="107208"/>
                  </a:cubicBezTo>
                  <a:lnTo>
                    <a:pt x="1446104" y="421081"/>
                  </a:lnTo>
                  <a:lnTo>
                    <a:pt x="1724220" y="421081"/>
                  </a:lnTo>
                  <a:lnTo>
                    <a:pt x="1724220" y="107208"/>
                  </a:lnTo>
                  <a:cubicBezTo>
                    <a:pt x="1724223" y="101564"/>
                    <a:pt x="1725586" y="96004"/>
                    <a:pt x="1728193" y="90998"/>
                  </a:cubicBezTo>
                  <a:lnTo>
                    <a:pt x="1734075" y="79397"/>
                  </a:lnTo>
                  <a:lnTo>
                    <a:pt x="1436249" y="79397"/>
                  </a:lnTo>
                  <a:close/>
                  <a:moveTo>
                    <a:pt x="1709759" y="95289"/>
                  </a:moveTo>
                  <a:cubicBezTo>
                    <a:pt x="1708804" y="99190"/>
                    <a:pt x="1708323" y="103192"/>
                    <a:pt x="1708327" y="107208"/>
                  </a:cubicBezTo>
                  <a:lnTo>
                    <a:pt x="1708327" y="405189"/>
                  </a:lnTo>
                  <a:lnTo>
                    <a:pt x="1461997" y="405189"/>
                  </a:lnTo>
                  <a:lnTo>
                    <a:pt x="1461997" y="107208"/>
                  </a:lnTo>
                  <a:cubicBezTo>
                    <a:pt x="1462001" y="103192"/>
                    <a:pt x="1461520" y="99190"/>
                    <a:pt x="1460565" y="95289"/>
                  </a:cubicBezTo>
                  <a:close/>
                  <a:moveTo>
                    <a:pt x="1092500" y="90998"/>
                  </a:moveTo>
                  <a:cubicBezTo>
                    <a:pt x="1095107" y="96004"/>
                    <a:pt x="1096470" y="101564"/>
                    <a:pt x="1096474" y="107208"/>
                  </a:cubicBezTo>
                  <a:lnTo>
                    <a:pt x="1096474" y="421081"/>
                  </a:lnTo>
                  <a:lnTo>
                    <a:pt x="1374589" y="421081"/>
                  </a:lnTo>
                  <a:lnTo>
                    <a:pt x="1374589" y="107208"/>
                  </a:lnTo>
                  <a:cubicBezTo>
                    <a:pt x="1374593" y="101564"/>
                    <a:pt x="1375955" y="96004"/>
                    <a:pt x="1378562" y="90998"/>
                  </a:cubicBezTo>
                  <a:lnTo>
                    <a:pt x="1384444" y="79397"/>
                  </a:lnTo>
                  <a:lnTo>
                    <a:pt x="1086619" y="79397"/>
                  </a:lnTo>
                  <a:close/>
                  <a:moveTo>
                    <a:pt x="1360128" y="95289"/>
                  </a:moveTo>
                  <a:cubicBezTo>
                    <a:pt x="1359173" y="99190"/>
                    <a:pt x="1358692" y="103192"/>
                    <a:pt x="1358697" y="107208"/>
                  </a:cubicBezTo>
                  <a:lnTo>
                    <a:pt x="1358696" y="405189"/>
                  </a:lnTo>
                  <a:lnTo>
                    <a:pt x="1112366" y="405189"/>
                  </a:lnTo>
                  <a:lnTo>
                    <a:pt x="1112366" y="107208"/>
                  </a:lnTo>
                  <a:cubicBezTo>
                    <a:pt x="1112370" y="103192"/>
                    <a:pt x="1111890" y="99190"/>
                    <a:pt x="1110934" y="95289"/>
                  </a:cubicBezTo>
                  <a:close/>
                  <a:moveTo>
                    <a:pt x="742870" y="90998"/>
                  </a:moveTo>
                  <a:cubicBezTo>
                    <a:pt x="745477" y="96004"/>
                    <a:pt x="746839" y="101564"/>
                    <a:pt x="746843" y="107208"/>
                  </a:cubicBezTo>
                  <a:lnTo>
                    <a:pt x="746843" y="421081"/>
                  </a:lnTo>
                  <a:lnTo>
                    <a:pt x="1024958" y="421081"/>
                  </a:lnTo>
                  <a:lnTo>
                    <a:pt x="1024958" y="107208"/>
                  </a:lnTo>
                  <a:cubicBezTo>
                    <a:pt x="1024962" y="101564"/>
                    <a:pt x="1026325" y="96004"/>
                    <a:pt x="1028931" y="90998"/>
                  </a:cubicBezTo>
                  <a:lnTo>
                    <a:pt x="1034814" y="79397"/>
                  </a:lnTo>
                  <a:lnTo>
                    <a:pt x="736988" y="79397"/>
                  </a:lnTo>
                  <a:close/>
                  <a:moveTo>
                    <a:pt x="1010498" y="95289"/>
                  </a:moveTo>
                  <a:cubicBezTo>
                    <a:pt x="1009542" y="99190"/>
                    <a:pt x="1009062" y="103192"/>
                    <a:pt x="1009066" y="107208"/>
                  </a:cubicBezTo>
                  <a:lnTo>
                    <a:pt x="1009066" y="405189"/>
                  </a:lnTo>
                  <a:lnTo>
                    <a:pt x="762735" y="405189"/>
                  </a:lnTo>
                  <a:lnTo>
                    <a:pt x="762735" y="107208"/>
                  </a:lnTo>
                  <a:cubicBezTo>
                    <a:pt x="762740" y="103192"/>
                    <a:pt x="762259" y="99190"/>
                    <a:pt x="761304" y="95289"/>
                  </a:cubicBezTo>
                  <a:close/>
                  <a:moveTo>
                    <a:pt x="393239" y="90998"/>
                  </a:moveTo>
                  <a:cubicBezTo>
                    <a:pt x="395846" y="96004"/>
                    <a:pt x="397209" y="101564"/>
                    <a:pt x="397212" y="107208"/>
                  </a:cubicBezTo>
                  <a:lnTo>
                    <a:pt x="397212" y="421081"/>
                  </a:lnTo>
                  <a:lnTo>
                    <a:pt x="675328" y="421081"/>
                  </a:lnTo>
                  <a:lnTo>
                    <a:pt x="675328" y="107208"/>
                  </a:lnTo>
                  <a:cubicBezTo>
                    <a:pt x="675331" y="101564"/>
                    <a:pt x="676694" y="96004"/>
                    <a:pt x="679301" y="90998"/>
                  </a:cubicBezTo>
                  <a:lnTo>
                    <a:pt x="685183" y="79397"/>
                  </a:lnTo>
                  <a:lnTo>
                    <a:pt x="387358" y="79397"/>
                  </a:lnTo>
                  <a:close/>
                  <a:moveTo>
                    <a:pt x="660867" y="95289"/>
                  </a:moveTo>
                  <a:cubicBezTo>
                    <a:pt x="659912" y="99190"/>
                    <a:pt x="659431" y="103192"/>
                    <a:pt x="659436" y="107208"/>
                  </a:cubicBezTo>
                  <a:lnTo>
                    <a:pt x="659435" y="405189"/>
                  </a:lnTo>
                  <a:lnTo>
                    <a:pt x="413105" y="405189"/>
                  </a:lnTo>
                  <a:lnTo>
                    <a:pt x="413105" y="107208"/>
                  </a:lnTo>
                  <a:cubicBezTo>
                    <a:pt x="413109" y="103192"/>
                    <a:pt x="412628" y="99190"/>
                    <a:pt x="411673" y="95289"/>
                  </a:cubicBezTo>
                  <a:close/>
                  <a:moveTo>
                    <a:pt x="3790218" y="468758"/>
                  </a:moveTo>
                  <a:lnTo>
                    <a:pt x="3695501" y="468758"/>
                  </a:lnTo>
                  <a:cubicBezTo>
                    <a:pt x="3684769" y="431205"/>
                    <a:pt x="3650486" y="405282"/>
                    <a:pt x="3611430" y="405189"/>
                  </a:cubicBezTo>
                  <a:lnTo>
                    <a:pt x="3559780" y="405189"/>
                  </a:lnTo>
                  <a:lnTo>
                    <a:pt x="3559780" y="107208"/>
                  </a:lnTo>
                  <a:cubicBezTo>
                    <a:pt x="3559801" y="100812"/>
                    <a:pt x="3558586" y="94471"/>
                    <a:pt x="3556203" y="88535"/>
                  </a:cubicBezTo>
                  <a:cubicBezTo>
                    <a:pt x="3578851" y="75198"/>
                    <a:pt x="3586400" y="46026"/>
                    <a:pt x="3573063" y="23377"/>
                  </a:cubicBezTo>
                  <a:cubicBezTo>
                    <a:pt x="3564494" y="8826"/>
                    <a:pt x="3548855" y="-95"/>
                    <a:pt x="3531968" y="-65"/>
                  </a:cubicBezTo>
                  <a:lnTo>
                    <a:pt x="337616" y="-65"/>
                  </a:lnTo>
                  <a:cubicBezTo>
                    <a:pt x="311333" y="-112"/>
                    <a:pt x="289987" y="21157"/>
                    <a:pt x="289940" y="47440"/>
                  </a:cubicBezTo>
                  <a:cubicBezTo>
                    <a:pt x="289909" y="64327"/>
                    <a:pt x="298830" y="79966"/>
                    <a:pt x="313382" y="88535"/>
                  </a:cubicBezTo>
                  <a:cubicBezTo>
                    <a:pt x="310999" y="94471"/>
                    <a:pt x="309784" y="100812"/>
                    <a:pt x="309805" y="107208"/>
                  </a:cubicBezTo>
                  <a:lnTo>
                    <a:pt x="309805" y="405189"/>
                  </a:lnTo>
                  <a:lnTo>
                    <a:pt x="258155" y="405189"/>
                  </a:lnTo>
                  <a:cubicBezTo>
                    <a:pt x="219098" y="405282"/>
                    <a:pt x="184815" y="431205"/>
                    <a:pt x="174084" y="468758"/>
                  </a:cubicBezTo>
                  <a:lnTo>
                    <a:pt x="71420" y="468758"/>
                  </a:lnTo>
                  <a:cubicBezTo>
                    <a:pt x="31948" y="468818"/>
                    <a:pt x="-36" y="500801"/>
                    <a:pt x="-95" y="540273"/>
                  </a:cubicBezTo>
                  <a:lnTo>
                    <a:pt x="-95" y="4735840"/>
                  </a:lnTo>
                  <a:cubicBezTo>
                    <a:pt x="-9" y="4775301"/>
                    <a:pt x="31959" y="4807270"/>
                    <a:pt x="71420" y="4807355"/>
                  </a:cubicBezTo>
                  <a:lnTo>
                    <a:pt x="3790218" y="4807355"/>
                  </a:lnTo>
                  <a:cubicBezTo>
                    <a:pt x="3829691" y="4807298"/>
                    <a:pt x="3861676" y="4775313"/>
                    <a:pt x="3861734" y="4735840"/>
                  </a:cubicBezTo>
                  <a:lnTo>
                    <a:pt x="3861734" y="540273"/>
                  </a:lnTo>
                  <a:cubicBezTo>
                    <a:pt x="3861674" y="500801"/>
                    <a:pt x="3829690" y="468818"/>
                    <a:pt x="3790218" y="468758"/>
                  </a:cubicBezTo>
                  <a:close/>
                  <a:moveTo>
                    <a:pt x="3845841" y="4735840"/>
                  </a:moveTo>
                  <a:cubicBezTo>
                    <a:pt x="3845815" y="4759095"/>
                    <a:pt x="3831334" y="4779882"/>
                    <a:pt x="3809529" y="4787966"/>
                  </a:cubicBezTo>
                  <a:cubicBezTo>
                    <a:pt x="3803363" y="4790314"/>
                    <a:pt x="3796816" y="4791500"/>
                    <a:pt x="3790218" y="4791463"/>
                  </a:cubicBezTo>
                  <a:lnTo>
                    <a:pt x="71420" y="4791463"/>
                  </a:lnTo>
                  <a:cubicBezTo>
                    <a:pt x="64823" y="4791500"/>
                    <a:pt x="58276" y="4790314"/>
                    <a:pt x="52110" y="4787966"/>
                  </a:cubicBezTo>
                  <a:cubicBezTo>
                    <a:pt x="30305" y="4779882"/>
                    <a:pt x="15824" y="4759095"/>
                    <a:pt x="15797" y="4735840"/>
                  </a:cubicBezTo>
                  <a:lnTo>
                    <a:pt x="15797" y="540273"/>
                  </a:lnTo>
                  <a:cubicBezTo>
                    <a:pt x="15831" y="509568"/>
                    <a:pt x="40715" y="484685"/>
                    <a:pt x="71420" y="484650"/>
                  </a:cubicBezTo>
                  <a:lnTo>
                    <a:pt x="186799" y="484650"/>
                  </a:lnTo>
                  <a:lnTo>
                    <a:pt x="188071" y="478294"/>
                  </a:lnTo>
                  <a:cubicBezTo>
                    <a:pt x="194958" y="445046"/>
                    <a:pt x="224201" y="421173"/>
                    <a:pt x="258155" y="421081"/>
                  </a:cubicBezTo>
                  <a:lnTo>
                    <a:pt x="325697" y="421081"/>
                  </a:lnTo>
                  <a:lnTo>
                    <a:pt x="325697" y="107208"/>
                  </a:lnTo>
                  <a:cubicBezTo>
                    <a:pt x="325700" y="100742"/>
                    <a:pt x="327458" y="94398"/>
                    <a:pt x="330784" y="88853"/>
                  </a:cubicBezTo>
                  <a:lnTo>
                    <a:pt x="335707" y="80668"/>
                  </a:lnTo>
                  <a:lnTo>
                    <a:pt x="326729" y="77331"/>
                  </a:lnTo>
                  <a:cubicBezTo>
                    <a:pt x="310269" y="71365"/>
                    <a:pt x="301763" y="53185"/>
                    <a:pt x="307729" y="36725"/>
                  </a:cubicBezTo>
                  <a:cubicBezTo>
                    <a:pt x="312286" y="24153"/>
                    <a:pt x="324243" y="15792"/>
                    <a:pt x="337616" y="15828"/>
                  </a:cubicBezTo>
                  <a:lnTo>
                    <a:pt x="3531968" y="15828"/>
                  </a:lnTo>
                  <a:cubicBezTo>
                    <a:pt x="3549475" y="15781"/>
                    <a:pt x="3563706" y="29936"/>
                    <a:pt x="3563752" y="47443"/>
                  </a:cubicBezTo>
                  <a:cubicBezTo>
                    <a:pt x="3563788" y="60817"/>
                    <a:pt x="3555428" y="72774"/>
                    <a:pt x="3542855" y="77331"/>
                  </a:cubicBezTo>
                  <a:lnTo>
                    <a:pt x="3533877" y="80668"/>
                  </a:lnTo>
                  <a:lnTo>
                    <a:pt x="3538800" y="88853"/>
                  </a:lnTo>
                  <a:cubicBezTo>
                    <a:pt x="3542129" y="94397"/>
                    <a:pt x="3543887" y="100742"/>
                    <a:pt x="3543887" y="107208"/>
                  </a:cubicBezTo>
                  <a:lnTo>
                    <a:pt x="3543887" y="421081"/>
                  </a:lnTo>
                  <a:lnTo>
                    <a:pt x="3611429" y="421081"/>
                  </a:lnTo>
                  <a:cubicBezTo>
                    <a:pt x="3645383" y="421171"/>
                    <a:pt x="3674628" y="445045"/>
                    <a:pt x="3681513" y="478294"/>
                  </a:cubicBezTo>
                  <a:lnTo>
                    <a:pt x="3682786" y="484650"/>
                  </a:lnTo>
                  <a:lnTo>
                    <a:pt x="3790218" y="484650"/>
                  </a:lnTo>
                  <a:cubicBezTo>
                    <a:pt x="3820923" y="484684"/>
                    <a:pt x="3845807" y="509568"/>
                    <a:pt x="3845841" y="540273"/>
                  </a:cubicBezTo>
                  <a:close/>
                  <a:moveTo>
                    <a:pt x="387358" y="79397"/>
                  </a:moveTo>
                  <a:lnTo>
                    <a:pt x="393239" y="90998"/>
                  </a:lnTo>
                  <a:cubicBezTo>
                    <a:pt x="395846" y="96004"/>
                    <a:pt x="397209" y="101564"/>
                    <a:pt x="397212" y="107208"/>
                  </a:cubicBezTo>
                  <a:lnTo>
                    <a:pt x="397212" y="421081"/>
                  </a:lnTo>
                  <a:lnTo>
                    <a:pt x="675328" y="421081"/>
                  </a:lnTo>
                  <a:lnTo>
                    <a:pt x="675328" y="107208"/>
                  </a:lnTo>
                  <a:cubicBezTo>
                    <a:pt x="675331" y="101564"/>
                    <a:pt x="676694" y="96004"/>
                    <a:pt x="679301" y="90998"/>
                  </a:cubicBezTo>
                  <a:lnTo>
                    <a:pt x="685183" y="79397"/>
                  </a:lnTo>
                  <a:close/>
                  <a:moveTo>
                    <a:pt x="659435" y="107208"/>
                  </a:moveTo>
                  <a:lnTo>
                    <a:pt x="659435" y="405189"/>
                  </a:lnTo>
                  <a:lnTo>
                    <a:pt x="413105" y="405189"/>
                  </a:lnTo>
                  <a:lnTo>
                    <a:pt x="413105" y="107208"/>
                  </a:lnTo>
                  <a:cubicBezTo>
                    <a:pt x="413109" y="103192"/>
                    <a:pt x="412628" y="99190"/>
                    <a:pt x="411673" y="95289"/>
                  </a:cubicBezTo>
                  <a:lnTo>
                    <a:pt x="660867" y="95289"/>
                  </a:lnTo>
                  <a:cubicBezTo>
                    <a:pt x="659912" y="99190"/>
                    <a:pt x="659431" y="103192"/>
                    <a:pt x="659436" y="107208"/>
                  </a:cubicBezTo>
                  <a:close/>
                  <a:moveTo>
                    <a:pt x="736988" y="79397"/>
                  </a:moveTo>
                  <a:lnTo>
                    <a:pt x="742870" y="90998"/>
                  </a:lnTo>
                  <a:cubicBezTo>
                    <a:pt x="745477" y="96004"/>
                    <a:pt x="746839" y="101564"/>
                    <a:pt x="746843" y="107208"/>
                  </a:cubicBezTo>
                  <a:lnTo>
                    <a:pt x="746843" y="421081"/>
                  </a:lnTo>
                  <a:lnTo>
                    <a:pt x="1024958" y="421081"/>
                  </a:lnTo>
                  <a:lnTo>
                    <a:pt x="1024958" y="107208"/>
                  </a:lnTo>
                  <a:cubicBezTo>
                    <a:pt x="1024962" y="101564"/>
                    <a:pt x="1026325" y="96004"/>
                    <a:pt x="1028931" y="90998"/>
                  </a:cubicBezTo>
                  <a:lnTo>
                    <a:pt x="1034814" y="79397"/>
                  </a:lnTo>
                  <a:close/>
                  <a:moveTo>
                    <a:pt x="1009066" y="107208"/>
                  </a:moveTo>
                  <a:lnTo>
                    <a:pt x="1009066" y="405189"/>
                  </a:lnTo>
                  <a:lnTo>
                    <a:pt x="762735" y="405189"/>
                  </a:lnTo>
                  <a:lnTo>
                    <a:pt x="762735" y="107208"/>
                  </a:lnTo>
                  <a:cubicBezTo>
                    <a:pt x="762740" y="103192"/>
                    <a:pt x="762259" y="99190"/>
                    <a:pt x="761304" y="95289"/>
                  </a:cubicBezTo>
                  <a:lnTo>
                    <a:pt x="1010498" y="95289"/>
                  </a:lnTo>
                  <a:cubicBezTo>
                    <a:pt x="1009542" y="99190"/>
                    <a:pt x="1009062" y="103192"/>
                    <a:pt x="1009066" y="107208"/>
                  </a:cubicBezTo>
                  <a:close/>
                  <a:moveTo>
                    <a:pt x="1086619" y="79397"/>
                  </a:moveTo>
                  <a:lnTo>
                    <a:pt x="1092500" y="90998"/>
                  </a:lnTo>
                  <a:cubicBezTo>
                    <a:pt x="1095107" y="96004"/>
                    <a:pt x="1096470" y="101564"/>
                    <a:pt x="1096474" y="107208"/>
                  </a:cubicBezTo>
                  <a:lnTo>
                    <a:pt x="1096474" y="421081"/>
                  </a:lnTo>
                  <a:lnTo>
                    <a:pt x="1374589" y="421081"/>
                  </a:lnTo>
                  <a:lnTo>
                    <a:pt x="1374589" y="107208"/>
                  </a:lnTo>
                  <a:cubicBezTo>
                    <a:pt x="1374593" y="101564"/>
                    <a:pt x="1375955" y="96004"/>
                    <a:pt x="1378562" y="90998"/>
                  </a:cubicBezTo>
                  <a:lnTo>
                    <a:pt x="1384444" y="79397"/>
                  </a:lnTo>
                  <a:close/>
                  <a:moveTo>
                    <a:pt x="1358696" y="107208"/>
                  </a:moveTo>
                  <a:lnTo>
                    <a:pt x="1358696" y="405189"/>
                  </a:lnTo>
                  <a:lnTo>
                    <a:pt x="1112366" y="405189"/>
                  </a:lnTo>
                  <a:lnTo>
                    <a:pt x="1112366" y="107208"/>
                  </a:lnTo>
                  <a:cubicBezTo>
                    <a:pt x="1112370" y="103192"/>
                    <a:pt x="1111890" y="99190"/>
                    <a:pt x="1110934" y="95289"/>
                  </a:cubicBezTo>
                  <a:lnTo>
                    <a:pt x="1360128" y="95289"/>
                  </a:lnTo>
                  <a:cubicBezTo>
                    <a:pt x="1359173" y="99190"/>
                    <a:pt x="1358692" y="103192"/>
                    <a:pt x="1358697" y="107208"/>
                  </a:cubicBezTo>
                  <a:close/>
                  <a:moveTo>
                    <a:pt x="1436249" y="79397"/>
                  </a:moveTo>
                  <a:lnTo>
                    <a:pt x="1442131" y="90998"/>
                  </a:lnTo>
                  <a:cubicBezTo>
                    <a:pt x="1444738" y="96004"/>
                    <a:pt x="1446101" y="101564"/>
                    <a:pt x="1446104" y="107208"/>
                  </a:cubicBezTo>
                  <a:lnTo>
                    <a:pt x="1446104" y="421081"/>
                  </a:lnTo>
                  <a:lnTo>
                    <a:pt x="1724220" y="421081"/>
                  </a:lnTo>
                  <a:lnTo>
                    <a:pt x="1724220" y="107208"/>
                  </a:lnTo>
                  <a:cubicBezTo>
                    <a:pt x="1724223" y="101564"/>
                    <a:pt x="1725586" y="96004"/>
                    <a:pt x="1728193" y="90998"/>
                  </a:cubicBezTo>
                  <a:lnTo>
                    <a:pt x="1734075" y="79397"/>
                  </a:lnTo>
                  <a:close/>
                  <a:moveTo>
                    <a:pt x="1708327" y="107208"/>
                  </a:moveTo>
                  <a:lnTo>
                    <a:pt x="1708327" y="405189"/>
                  </a:lnTo>
                  <a:lnTo>
                    <a:pt x="1461997" y="405189"/>
                  </a:lnTo>
                  <a:lnTo>
                    <a:pt x="1461997" y="107208"/>
                  </a:lnTo>
                  <a:cubicBezTo>
                    <a:pt x="1462001" y="103192"/>
                    <a:pt x="1461520" y="99190"/>
                    <a:pt x="1460565" y="95289"/>
                  </a:cubicBezTo>
                  <a:lnTo>
                    <a:pt x="1709759" y="95289"/>
                  </a:lnTo>
                  <a:cubicBezTo>
                    <a:pt x="1708804" y="99190"/>
                    <a:pt x="1708323" y="103192"/>
                    <a:pt x="1708327" y="107208"/>
                  </a:cubicBezTo>
                  <a:close/>
                  <a:moveTo>
                    <a:pt x="1785880" y="79397"/>
                  </a:moveTo>
                  <a:lnTo>
                    <a:pt x="1791762" y="90998"/>
                  </a:lnTo>
                  <a:cubicBezTo>
                    <a:pt x="1794369" y="96004"/>
                    <a:pt x="1795731" y="101564"/>
                    <a:pt x="1795735" y="107208"/>
                  </a:cubicBezTo>
                  <a:lnTo>
                    <a:pt x="1795735" y="421081"/>
                  </a:lnTo>
                  <a:lnTo>
                    <a:pt x="2073850" y="421081"/>
                  </a:lnTo>
                  <a:lnTo>
                    <a:pt x="2073850" y="107208"/>
                  </a:lnTo>
                  <a:cubicBezTo>
                    <a:pt x="2073854" y="101564"/>
                    <a:pt x="2075216" y="96004"/>
                    <a:pt x="2077823" y="90998"/>
                  </a:cubicBezTo>
                  <a:lnTo>
                    <a:pt x="2083705" y="79397"/>
                  </a:lnTo>
                  <a:close/>
                  <a:moveTo>
                    <a:pt x="2057958" y="107208"/>
                  </a:moveTo>
                  <a:lnTo>
                    <a:pt x="2057958" y="405189"/>
                  </a:lnTo>
                  <a:lnTo>
                    <a:pt x="1811627" y="405189"/>
                  </a:lnTo>
                  <a:lnTo>
                    <a:pt x="1811627" y="107208"/>
                  </a:lnTo>
                  <a:cubicBezTo>
                    <a:pt x="1811632" y="103192"/>
                    <a:pt x="1811151" y="99190"/>
                    <a:pt x="1810195" y="95289"/>
                  </a:cubicBezTo>
                  <a:lnTo>
                    <a:pt x="2059389" y="95289"/>
                  </a:lnTo>
                  <a:cubicBezTo>
                    <a:pt x="2058434" y="99190"/>
                    <a:pt x="2057953" y="103192"/>
                    <a:pt x="2057958" y="107208"/>
                  </a:cubicBezTo>
                  <a:close/>
                  <a:moveTo>
                    <a:pt x="2135510" y="79397"/>
                  </a:moveTo>
                  <a:lnTo>
                    <a:pt x="2141392" y="90998"/>
                  </a:lnTo>
                  <a:cubicBezTo>
                    <a:pt x="2143999" y="96004"/>
                    <a:pt x="2145362" y="101564"/>
                    <a:pt x="2145365" y="107208"/>
                  </a:cubicBezTo>
                  <a:lnTo>
                    <a:pt x="2145365" y="421081"/>
                  </a:lnTo>
                  <a:lnTo>
                    <a:pt x="2423481" y="421081"/>
                  </a:lnTo>
                  <a:lnTo>
                    <a:pt x="2423481" y="107208"/>
                  </a:lnTo>
                  <a:cubicBezTo>
                    <a:pt x="2423485" y="101564"/>
                    <a:pt x="2424847" y="96004"/>
                    <a:pt x="2427454" y="90998"/>
                  </a:cubicBezTo>
                  <a:lnTo>
                    <a:pt x="2433336" y="79397"/>
                  </a:lnTo>
                  <a:close/>
                  <a:moveTo>
                    <a:pt x="2407588" y="107208"/>
                  </a:moveTo>
                  <a:lnTo>
                    <a:pt x="2407588" y="405189"/>
                  </a:lnTo>
                  <a:lnTo>
                    <a:pt x="2161258" y="405189"/>
                  </a:lnTo>
                  <a:lnTo>
                    <a:pt x="2161258" y="107208"/>
                  </a:lnTo>
                  <a:cubicBezTo>
                    <a:pt x="2161262" y="103192"/>
                    <a:pt x="2160781" y="99190"/>
                    <a:pt x="2159826" y="95289"/>
                  </a:cubicBezTo>
                  <a:lnTo>
                    <a:pt x="2409020" y="95289"/>
                  </a:lnTo>
                  <a:cubicBezTo>
                    <a:pt x="2408065" y="99190"/>
                    <a:pt x="2407584" y="103192"/>
                    <a:pt x="2407588" y="107208"/>
                  </a:cubicBezTo>
                  <a:close/>
                  <a:moveTo>
                    <a:pt x="2485141" y="79397"/>
                  </a:moveTo>
                  <a:lnTo>
                    <a:pt x="2491023" y="90998"/>
                  </a:lnTo>
                  <a:cubicBezTo>
                    <a:pt x="2493630" y="96004"/>
                    <a:pt x="2494993" y="101564"/>
                    <a:pt x="2494996" y="107208"/>
                  </a:cubicBezTo>
                  <a:lnTo>
                    <a:pt x="2494996" y="421081"/>
                  </a:lnTo>
                  <a:lnTo>
                    <a:pt x="2773111" y="421081"/>
                  </a:lnTo>
                  <a:lnTo>
                    <a:pt x="2773111" y="107208"/>
                  </a:lnTo>
                  <a:cubicBezTo>
                    <a:pt x="2773115" y="101564"/>
                    <a:pt x="2774477" y="96004"/>
                    <a:pt x="2777084" y="90998"/>
                  </a:cubicBezTo>
                  <a:lnTo>
                    <a:pt x="2782966" y="79397"/>
                  </a:lnTo>
                  <a:close/>
                  <a:moveTo>
                    <a:pt x="2757219" y="107208"/>
                  </a:moveTo>
                  <a:lnTo>
                    <a:pt x="2757219" y="405189"/>
                  </a:lnTo>
                  <a:lnTo>
                    <a:pt x="2510888" y="405189"/>
                  </a:lnTo>
                  <a:lnTo>
                    <a:pt x="2510888" y="107208"/>
                  </a:lnTo>
                  <a:cubicBezTo>
                    <a:pt x="2510893" y="103192"/>
                    <a:pt x="2510412" y="99190"/>
                    <a:pt x="2509457" y="95289"/>
                  </a:cubicBezTo>
                  <a:lnTo>
                    <a:pt x="2758651" y="95289"/>
                  </a:lnTo>
                  <a:cubicBezTo>
                    <a:pt x="2757695" y="99190"/>
                    <a:pt x="2757215" y="103192"/>
                    <a:pt x="2757219" y="107208"/>
                  </a:cubicBezTo>
                  <a:close/>
                  <a:moveTo>
                    <a:pt x="2834771" y="79397"/>
                  </a:moveTo>
                  <a:lnTo>
                    <a:pt x="2840653" y="90998"/>
                  </a:lnTo>
                  <a:cubicBezTo>
                    <a:pt x="2843260" y="96004"/>
                    <a:pt x="2844623" y="101564"/>
                    <a:pt x="2844627" y="107208"/>
                  </a:cubicBezTo>
                  <a:lnTo>
                    <a:pt x="2844627" y="421081"/>
                  </a:lnTo>
                  <a:lnTo>
                    <a:pt x="3122742" y="421081"/>
                  </a:lnTo>
                  <a:lnTo>
                    <a:pt x="3122742" y="107208"/>
                  </a:lnTo>
                  <a:cubicBezTo>
                    <a:pt x="3122746" y="101564"/>
                    <a:pt x="3124108" y="96004"/>
                    <a:pt x="3126715" y="90998"/>
                  </a:cubicBezTo>
                  <a:lnTo>
                    <a:pt x="3132597" y="79397"/>
                  </a:lnTo>
                  <a:close/>
                  <a:moveTo>
                    <a:pt x="3106849" y="107208"/>
                  </a:moveTo>
                  <a:lnTo>
                    <a:pt x="3106849" y="405189"/>
                  </a:lnTo>
                  <a:lnTo>
                    <a:pt x="2860519" y="405189"/>
                  </a:lnTo>
                  <a:lnTo>
                    <a:pt x="2860519" y="107208"/>
                  </a:lnTo>
                  <a:cubicBezTo>
                    <a:pt x="2860523" y="103192"/>
                    <a:pt x="2860043" y="99190"/>
                    <a:pt x="2859087" y="95289"/>
                  </a:cubicBezTo>
                  <a:lnTo>
                    <a:pt x="3108281" y="95289"/>
                  </a:lnTo>
                  <a:cubicBezTo>
                    <a:pt x="3107326" y="99190"/>
                    <a:pt x="3106845" y="103192"/>
                    <a:pt x="3106849" y="107208"/>
                  </a:cubicBezTo>
                  <a:close/>
                  <a:moveTo>
                    <a:pt x="3184402" y="79397"/>
                  </a:moveTo>
                  <a:lnTo>
                    <a:pt x="3190284" y="90998"/>
                  </a:lnTo>
                  <a:cubicBezTo>
                    <a:pt x="3192891" y="96004"/>
                    <a:pt x="3194254" y="101564"/>
                    <a:pt x="3194257" y="107208"/>
                  </a:cubicBezTo>
                  <a:lnTo>
                    <a:pt x="3194257" y="421081"/>
                  </a:lnTo>
                  <a:lnTo>
                    <a:pt x="3472372" y="421081"/>
                  </a:lnTo>
                  <a:lnTo>
                    <a:pt x="3472372" y="107208"/>
                  </a:lnTo>
                  <a:cubicBezTo>
                    <a:pt x="3472376" y="101564"/>
                    <a:pt x="3473738" y="96004"/>
                    <a:pt x="3476345" y="90998"/>
                  </a:cubicBezTo>
                  <a:lnTo>
                    <a:pt x="3482227" y="79397"/>
                  </a:lnTo>
                  <a:close/>
                  <a:moveTo>
                    <a:pt x="3456480" y="107208"/>
                  </a:moveTo>
                  <a:lnTo>
                    <a:pt x="3456480" y="405189"/>
                  </a:lnTo>
                  <a:lnTo>
                    <a:pt x="3210149" y="405189"/>
                  </a:lnTo>
                  <a:lnTo>
                    <a:pt x="3210149" y="107208"/>
                  </a:lnTo>
                  <a:cubicBezTo>
                    <a:pt x="3210154" y="103192"/>
                    <a:pt x="3209673" y="99190"/>
                    <a:pt x="3208718" y="95289"/>
                  </a:cubicBezTo>
                  <a:lnTo>
                    <a:pt x="3457912" y="95289"/>
                  </a:lnTo>
                  <a:cubicBezTo>
                    <a:pt x="3456956" y="99190"/>
                    <a:pt x="3456476" y="103192"/>
                    <a:pt x="3456480" y="107208"/>
                  </a:cubicBezTo>
                  <a:close/>
                  <a:moveTo>
                    <a:pt x="387358" y="79397"/>
                  </a:moveTo>
                  <a:lnTo>
                    <a:pt x="393239" y="90998"/>
                  </a:lnTo>
                  <a:cubicBezTo>
                    <a:pt x="395846" y="96004"/>
                    <a:pt x="397209" y="101564"/>
                    <a:pt x="397212" y="107208"/>
                  </a:cubicBezTo>
                  <a:lnTo>
                    <a:pt x="397212" y="421081"/>
                  </a:lnTo>
                  <a:lnTo>
                    <a:pt x="675328" y="421081"/>
                  </a:lnTo>
                  <a:lnTo>
                    <a:pt x="675328" y="107208"/>
                  </a:lnTo>
                  <a:cubicBezTo>
                    <a:pt x="675331" y="101564"/>
                    <a:pt x="676694" y="96004"/>
                    <a:pt x="679301" y="90998"/>
                  </a:cubicBezTo>
                  <a:lnTo>
                    <a:pt x="685183" y="79397"/>
                  </a:lnTo>
                  <a:close/>
                  <a:moveTo>
                    <a:pt x="659435" y="107208"/>
                  </a:moveTo>
                  <a:lnTo>
                    <a:pt x="659435" y="405189"/>
                  </a:lnTo>
                  <a:lnTo>
                    <a:pt x="413105" y="405189"/>
                  </a:lnTo>
                  <a:lnTo>
                    <a:pt x="413105" y="107208"/>
                  </a:lnTo>
                  <a:cubicBezTo>
                    <a:pt x="413109" y="103192"/>
                    <a:pt x="412628" y="99190"/>
                    <a:pt x="411673" y="95289"/>
                  </a:cubicBezTo>
                  <a:lnTo>
                    <a:pt x="660867" y="95289"/>
                  </a:lnTo>
                  <a:cubicBezTo>
                    <a:pt x="659912" y="99190"/>
                    <a:pt x="659431" y="103192"/>
                    <a:pt x="659436" y="107208"/>
                  </a:cubicBezTo>
                  <a:close/>
                  <a:moveTo>
                    <a:pt x="736988" y="79397"/>
                  </a:moveTo>
                  <a:lnTo>
                    <a:pt x="742870" y="90998"/>
                  </a:lnTo>
                  <a:cubicBezTo>
                    <a:pt x="745477" y="96004"/>
                    <a:pt x="746839" y="101564"/>
                    <a:pt x="746843" y="107208"/>
                  </a:cubicBezTo>
                  <a:lnTo>
                    <a:pt x="746843" y="421081"/>
                  </a:lnTo>
                  <a:lnTo>
                    <a:pt x="1024958" y="421081"/>
                  </a:lnTo>
                  <a:lnTo>
                    <a:pt x="1024958" y="107208"/>
                  </a:lnTo>
                  <a:cubicBezTo>
                    <a:pt x="1024962" y="101564"/>
                    <a:pt x="1026325" y="96004"/>
                    <a:pt x="1028931" y="90998"/>
                  </a:cubicBezTo>
                  <a:lnTo>
                    <a:pt x="1034814" y="79397"/>
                  </a:lnTo>
                  <a:close/>
                  <a:moveTo>
                    <a:pt x="1009066" y="107208"/>
                  </a:moveTo>
                  <a:lnTo>
                    <a:pt x="1009066" y="405189"/>
                  </a:lnTo>
                  <a:lnTo>
                    <a:pt x="762735" y="405189"/>
                  </a:lnTo>
                  <a:lnTo>
                    <a:pt x="762735" y="107208"/>
                  </a:lnTo>
                  <a:cubicBezTo>
                    <a:pt x="762740" y="103192"/>
                    <a:pt x="762259" y="99190"/>
                    <a:pt x="761304" y="95289"/>
                  </a:cubicBezTo>
                  <a:lnTo>
                    <a:pt x="1010498" y="95289"/>
                  </a:lnTo>
                  <a:cubicBezTo>
                    <a:pt x="1009542" y="99190"/>
                    <a:pt x="1009062" y="103192"/>
                    <a:pt x="1009066" y="107208"/>
                  </a:cubicBezTo>
                  <a:close/>
                  <a:moveTo>
                    <a:pt x="1086619" y="79397"/>
                  </a:moveTo>
                  <a:lnTo>
                    <a:pt x="1092500" y="90998"/>
                  </a:lnTo>
                  <a:cubicBezTo>
                    <a:pt x="1095107" y="96004"/>
                    <a:pt x="1096470" y="101564"/>
                    <a:pt x="1096474" y="107208"/>
                  </a:cubicBezTo>
                  <a:lnTo>
                    <a:pt x="1096474" y="421081"/>
                  </a:lnTo>
                  <a:lnTo>
                    <a:pt x="1374589" y="421081"/>
                  </a:lnTo>
                  <a:lnTo>
                    <a:pt x="1374589" y="107208"/>
                  </a:lnTo>
                  <a:cubicBezTo>
                    <a:pt x="1374593" y="101564"/>
                    <a:pt x="1375955" y="96004"/>
                    <a:pt x="1378562" y="90998"/>
                  </a:cubicBezTo>
                  <a:lnTo>
                    <a:pt x="1384444" y="79397"/>
                  </a:lnTo>
                  <a:close/>
                  <a:moveTo>
                    <a:pt x="1358696" y="107208"/>
                  </a:moveTo>
                  <a:lnTo>
                    <a:pt x="1358696" y="405189"/>
                  </a:lnTo>
                  <a:lnTo>
                    <a:pt x="1112366" y="405189"/>
                  </a:lnTo>
                  <a:lnTo>
                    <a:pt x="1112366" y="107208"/>
                  </a:lnTo>
                  <a:cubicBezTo>
                    <a:pt x="1112370" y="103192"/>
                    <a:pt x="1111890" y="99190"/>
                    <a:pt x="1110934" y="95289"/>
                  </a:cubicBezTo>
                  <a:lnTo>
                    <a:pt x="1360128" y="95289"/>
                  </a:lnTo>
                  <a:cubicBezTo>
                    <a:pt x="1359173" y="99190"/>
                    <a:pt x="1358692" y="103192"/>
                    <a:pt x="1358697" y="107208"/>
                  </a:cubicBezTo>
                  <a:close/>
                  <a:moveTo>
                    <a:pt x="1436249" y="79397"/>
                  </a:moveTo>
                  <a:lnTo>
                    <a:pt x="1442131" y="90998"/>
                  </a:lnTo>
                  <a:cubicBezTo>
                    <a:pt x="1444738" y="96004"/>
                    <a:pt x="1446101" y="101564"/>
                    <a:pt x="1446104" y="107208"/>
                  </a:cubicBezTo>
                  <a:lnTo>
                    <a:pt x="1446104" y="421081"/>
                  </a:lnTo>
                  <a:lnTo>
                    <a:pt x="1724220" y="421081"/>
                  </a:lnTo>
                  <a:lnTo>
                    <a:pt x="1724220" y="107208"/>
                  </a:lnTo>
                  <a:cubicBezTo>
                    <a:pt x="1724223" y="101564"/>
                    <a:pt x="1725586" y="96004"/>
                    <a:pt x="1728193" y="90998"/>
                  </a:cubicBezTo>
                  <a:lnTo>
                    <a:pt x="1734075" y="79397"/>
                  </a:lnTo>
                  <a:close/>
                  <a:moveTo>
                    <a:pt x="1708327" y="107208"/>
                  </a:moveTo>
                  <a:lnTo>
                    <a:pt x="1708327" y="405189"/>
                  </a:lnTo>
                  <a:lnTo>
                    <a:pt x="1461997" y="405189"/>
                  </a:lnTo>
                  <a:lnTo>
                    <a:pt x="1461997" y="107208"/>
                  </a:lnTo>
                  <a:cubicBezTo>
                    <a:pt x="1462001" y="103192"/>
                    <a:pt x="1461520" y="99190"/>
                    <a:pt x="1460565" y="95289"/>
                  </a:cubicBezTo>
                  <a:lnTo>
                    <a:pt x="1709759" y="95289"/>
                  </a:lnTo>
                  <a:cubicBezTo>
                    <a:pt x="1708804" y="99190"/>
                    <a:pt x="1708323" y="103192"/>
                    <a:pt x="1708327" y="107208"/>
                  </a:cubicBezTo>
                  <a:close/>
                  <a:moveTo>
                    <a:pt x="1785880" y="79397"/>
                  </a:moveTo>
                  <a:lnTo>
                    <a:pt x="1791762" y="90998"/>
                  </a:lnTo>
                  <a:cubicBezTo>
                    <a:pt x="1794369" y="96004"/>
                    <a:pt x="1795731" y="101564"/>
                    <a:pt x="1795735" y="107208"/>
                  </a:cubicBezTo>
                  <a:lnTo>
                    <a:pt x="1795735" y="421081"/>
                  </a:lnTo>
                  <a:lnTo>
                    <a:pt x="2073850" y="421081"/>
                  </a:lnTo>
                  <a:lnTo>
                    <a:pt x="2073850" y="107208"/>
                  </a:lnTo>
                  <a:cubicBezTo>
                    <a:pt x="2073854" y="101564"/>
                    <a:pt x="2075216" y="96004"/>
                    <a:pt x="2077823" y="90998"/>
                  </a:cubicBezTo>
                  <a:lnTo>
                    <a:pt x="2083705" y="79397"/>
                  </a:lnTo>
                  <a:close/>
                  <a:moveTo>
                    <a:pt x="2057958" y="107208"/>
                  </a:moveTo>
                  <a:lnTo>
                    <a:pt x="2057958" y="405189"/>
                  </a:lnTo>
                  <a:lnTo>
                    <a:pt x="1811627" y="405189"/>
                  </a:lnTo>
                  <a:lnTo>
                    <a:pt x="1811627" y="107208"/>
                  </a:lnTo>
                  <a:cubicBezTo>
                    <a:pt x="1811632" y="103192"/>
                    <a:pt x="1811151" y="99190"/>
                    <a:pt x="1810195" y="95289"/>
                  </a:cubicBezTo>
                  <a:lnTo>
                    <a:pt x="2059389" y="95289"/>
                  </a:lnTo>
                  <a:cubicBezTo>
                    <a:pt x="2058434" y="99190"/>
                    <a:pt x="2057953" y="103192"/>
                    <a:pt x="2057958" y="107208"/>
                  </a:cubicBezTo>
                  <a:close/>
                  <a:moveTo>
                    <a:pt x="2135510" y="79397"/>
                  </a:moveTo>
                  <a:lnTo>
                    <a:pt x="2141392" y="90998"/>
                  </a:lnTo>
                  <a:cubicBezTo>
                    <a:pt x="2143999" y="96004"/>
                    <a:pt x="2145362" y="101564"/>
                    <a:pt x="2145365" y="107208"/>
                  </a:cubicBezTo>
                  <a:lnTo>
                    <a:pt x="2145365" y="421081"/>
                  </a:lnTo>
                  <a:lnTo>
                    <a:pt x="2423481" y="421081"/>
                  </a:lnTo>
                  <a:lnTo>
                    <a:pt x="2423481" y="107208"/>
                  </a:lnTo>
                  <a:cubicBezTo>
                    <a:pt x="2423485" y="101564"/>
                    <a:pt x="2424847" y="96004"/>
                    <a:pt x="2427454" y="90998"/>
                  </a:cubicBezTo>
                  <a:lnTo>
                    <a:pt x="2433336" y="79397"/>
                  </a:lnTo>
                  <a:close/>
                  <a:moveTo>
                    <a:pt x="2407588" y="107208"/>
                  </a:moveTo>
                  <a:lnTo>
                    <a:pt x="2407588" y="405189"/>
                  </a:lnTo>
                  <a:lnTo>
                    <a:pt x="2161258" y="405189"/>
                  </a:lnTo>
                  <a:lnTo>
                    <a:pt x="2161258" y="107208"/>
                  </a:lnTo>
                  <a:cubicBezTo>
                    <a:pt x="2161262" y="103192"/>
                    <a:pt x="2160781" y="99190"/>
                    <a:pt x="2159826" y="95289"/>
                  </a:cubicBezTo>
                  <a:lnTo>
                    <a:pt x="2409020" y="95289"/>
                  </a:lnTo>
                  <a:cubicBezTo>
                    <a:pt x="2408065" y="99190"/>
                    <a:pt x="2407584" y="103192"/>
                    <a:pt x="2407588" y="107208"/>
                  </a:cubicBezTo>
                  <a:close/>
                  <a:moveTo>
                    <a:pt x="2485141" y="79397"/>
                  </a:moveTo>
                  <a:lnTo>
                    <a:pt x="2491023" y="90998"/>
                  </a:lnTo>
                  <a:cubicBezTo>
                    <a:pt x="2493630" y="96004"/>
                    <a:pt x="2494993" y="101564"/>
                    <a:pt x="2494996" y="107208"/>
                  </a:cubicBezTo>
                  <a:lnTo>
                    <a:pt x="2494996" y="421081"/>
                  </a:lnTo>
                  <a:lnTo>
                    <a:pt x="2773111" y="421081"/>
                  </a:lnTo>
                  <a:lnTo>
                    <a:pt x="2773111" y="107208"/>
                  </a:lnTo>
                  <a:cubicBezTo>
                    <a:pt x="2773115" y="101564"/>
                    <a:pt x="2774477" y="96004"/>
                    <a:pt x="2777084" y="90998"/>
                  </a:cubicBezTo>
                  <a:lnTo>
                    <a:pt x="2782966" y="79397"/>
                  </a:lnTo>
                  <a:close/>
                  <a:moveTo>
                    <a:pt x="2757219" y="107208"/>
                  </a:moveTo>
                  <a:lnTo>
                    <a:pt x="2757219" y="405189"/>
                  </a:lnTo>
                  <a:lnTo>
                    <a:pt x="2510888" y="405189"/>
                  </a:lnTo>
                  <a:lnTo>
                    <a:pt x="2510888" y="107208"/>
                  </a:lnTo>
                  <a:cubicBezTo>
                    <a:pt x="2510893" y="103192"/>
                    <a:pt x="2510412" y="99190"/>
                    <a:pt x="2509457" y="95289"/>
                  </a:cubicBezTo>
                  <a:lnTo>
                    <a:pt x="2758651" y="95289"/>
                  </a:lnTo>
                  <a:cubicBezTo>
                    <a:pt x="2757695" y="99190"/>
                    <a:pt x="2757215" y="103192"/>
                    <a:pt x="2757219" y="107208"/>
                  </a:cubicBezTo>
                  <a:close/>
                  <a:moveTo>
                    <a:pt x="2834771" y="79397"/>
                  </a:moveTo>
                  <a:lnTo>
                    <a:pt x="2840653" y="90998"/>
                  </a:lnTo>
                  <a:cubicBezTo>
                    <a:pt x="2843260" y="96004"/>
                    <a:pt x="2844623" y="101564"/>
                    <a:pt x="2844627" y="107208"/>
                  </a:cubicBezTo>
                  <a:lnTo>
                    <a:pt x="2844627" y="421081"/>
                  </a:lnTo>
                  <a:lnTo>
                    <a:pt x="3122742" y="421081"/>
                  </a:lnTo>
                  <a:lnTo>
                    <a:pt x="3122742" y="107208"/>
                  </a:lnTo>
                  <a:cubicBezTo>
                    <a:pt x="3122746" y="101564"/>
                    <a:pt x="3124108" y="96004"/>
                    <a:pt x="3126715" y="90998"/>
                  </a:cubicBezTo>
                  <a:lnTo>
                    <a:pt x="3132597" y="79397"/>
                  </a:lnTo>
                  <a:close/>
                  <a:moveTo>
                    <a:pt x="3106849" y="107208"/>
                  </a:moveTo>
                  <a:lnTo>
                    <a:pt x="3106849" y="405189"/>
                  </a:lnTo>
                  <a:lnTo>
                    <a:pt x="2860519" y="405189"/>
                  </a:lnTo>
                  <a:lnTo>
                    <a:pt x="2860519" y="107208"/>
                  </a:lnTo>
                  <a:cubicBezTo>
                    <a:pt x="2860523" y="103192"/>
                    <a:pt x="2860043" y="99190"/>
                    <a:pt x="2859087" y="95289"/>
                  </a:cubicBezTo>
                  <a:lnTo>
                    <a:pt x="3108281" y="95289"/>
                  </a:lnTo>
                  <a:cubicBezTo>
                    <a:pt x="3107326" y="99190"/>
                    <a:pt x="3106845" y="103192"/>
                    <a:pt x="3106849" y="107208"/>
                  </a:cubicBezTo>
                  <a:close/>
                  <a:moveTo>
                    <a:pt x="3184402" y="79397"/>
                  </a:moveTo>
                  <a:lnTo>
                    <a:pt x="3190284" y="90998"/>
                  </a:lnTo>
                  <a:cubicBezTo>
                    <a:pt x="3192891" y="96004"/>
                    <a:pt x="3194254" y="101564"/>
                    <a:pt x="3194257" y="107208"/>
                  </a:cubicBezTo>
                  <a:lnTo>
                    <a:pt x="3194257" y="421081"/>
                  </a:lnTo>
                  <a:lnTo>
                    <a:pt x="3472372" y="421081"/>
                  </a:lnTo>
                  <a:lnTo>
                    <a:pt x="3472372" y="107208"/>
                  </a:lnTo>
                  <a:cubicBezTo>
                    <a:pt x="3472376" y="101564"/>
                    <a:pt x="3473738" y="96004"/>
                    <a:pt x="3476345" y="90998"/>
                  </a:cubicBezTo>
                  <a:lnTo>
                    <a:pt x="3482227" y="79397"/>
                  </a:lnTo>
                  <a:close/>
                  <a:moveTo>
                    <a:pt x="3456480" y="107208"/>
                  </a:moveTo>
                  <a:lnTo>
                    <a:pt x="3456480" y="405189"/>
                  </a:lnTo>
                  <a:lnTo>
                    <a:pt x="3210149" y="405189"/>
                  </a:lnTo>
                  <a:lnTo>
                    <a:pt x="3210149" y="107208"/>
                  </a:lnTo>
                  <a:cubicBezTo>
                    <a:pt x="3210154" y="103192"/>
                    <a:pt x="3209673" y="99190"/>
                    <a:pt x="3208718" y="95289"/>
                  </a:cubicBezTo>
                  <a:lnTo>
                    <a:pt x="3457912" y="95289"/>
                  </a:lnTo>
                  <a:cubicBezTo>
                    <a:pt x="3456956" y="99190"/>
                    <a:pt x="3456476" y="103192"/>
                    <a:pt x="3456480" y="107208"/>
                  </a:cubicBezTo>
                  <a:close/>
                  <a:moveTo>
                    <a:pt x="387358" y="79397"/>
                  </a:moveTo>
                  <a:lnTo>
                    <a:pt x="393239" y="90998"/>
                  </a:lnTo>
                  <a:cubicBezTo>
                    <a:pt x="395846" y="96004"/>
                    <a:pt x="397209" y="101564"/>
                    <a:pt x="397212" y="107208"/>
                  </a:cubicBezTo>
                  <a:lnTo>
                    <a:pt x="397212" y="421081"/>
                  </a:lnTo>
                  <a:lnTo>
                    <a:pt x="675328" y="421081"/>
                  </a:lnTo>
                  <a:lnTo>
                    <a:pt x="675328" y="107208"/>
                  </a:lnTo>
                  <a:cubicBezTo>
                    <a:pt x="675331" y="101564"/>
                    <a:pt x="676694" y="96004"/>
                    <a:pt x="679301" y="90998"/>
                  </a:cubicBezTo>
                  <a:lnTo>
                    <a:pt x="685183" y="79397"/>
                  </a:lnTo>
                  <a:close/>
                  <a:moveTo>
                    <a:pt x="659435" y="107208"/>
                  </a:moveTo>
                  <a:lnTo>
                    <a:pt x="659435" y="405189"/>
                  </a:lnTo>
                  <a:lnTo>
                    <a:pt x="413105" y="405189"/>
                  </a:lnTo>
                  <a:lnTo>
                    <a:pt x="413105" y="107208"/>
                  </a:lnTo>
                  <a:cubicBezTo>
                    <a:pt x="413109" y="103192"/>
                    <a:pt x="412628" y="99190"/>
                    <a:pt x="411673" y="95289"/>
                  </a:cubicBezTo>
                  <a:lnTo>
                    <a:pt x="660867" y="95289"/>
                  </a:lnTo>
                  <a:cubicBezTo>
                    <a:pt x="659912" y="99190"/>
                    <a:pt x="659431" y="103192"/>
                    <a:pt x="659436" y="107208"/>
                  </a:cubicBezTo>
                  <a:close/>
                  <a:moveTo>
                    <a:pt x="736988" y="79397"/>
                  </a:moveTo>
                  <a:lnTo>
                    <a:pt x="742870" y="90998"/>
                  </a:lnTo>
                  <a:cubicBezTo>
                    <a:pt x="745477" y="96004"/>
                    <a:pt x="746839" y="101564"/>
                    <a:pt x="746843" y="107208"/>
                  </a:cubicBezTo>
                  <a:lnTo>
                    <a:pt x="746843" y="421081"/>
                  </a:lnTo>
                  <a:lnTo>
                    <a:pt x="1024958" y="421081"/>
                  </a:lnTo>
                  <a:lnTo>
                    <a:pt x="1024958" y="107208"/>
                  </a:lnTo>
                  <a:cubicBezTo>
                    <a:pt x="1024962" y="101564"/>
                    <a:pt x="1026325" y="96004"/>
                    <a:pt x="1028931" y="90998"/>
                  </a:cubicBezTo>
                  <a:lnTo>
                    <a:pt x="1034814" y="79397"/>
                  </a:lnTo>
                  <a:close/>
                  <a:moveTo>
                    <a:pt x="1009066" y="107208"/>
                  </a:moveTo>
                  <a:lnTo>
                    <a:pt x="1009066" y="405189"/>
                  </a:lnTo>
                  <a:lnTo>
                    <a:pt x="762735" y="405189"/>
                  </a:lnTo>
                  <a:lnTo>
                    <a:pt x="762735" y="107208"/>
                  </a:lnTo>
                  <a:cubicBezTo>
                    <a:pt x="762740" y="103192"/>
                    <a:pt x="762259" y="99190"/>
                    <a:pt x="761304" y="95289"/>
                  </a:cubicBezTo>
                  <a:lnTo>
                    <a:pt x="1010498" y="95289"/>
                  </a:lnTo>
                  <a:cubicBezTo>
                    <a:pt x="1009542" y="99190"/>
                    <a:pt x="1009062" y="103192"/>
                    <a:pt x="1009066" y="107208"/>
                  </a:cubicBezTo>
                  <a:close/>
                  <a:moveTo>
                    <a:pt x="1086619" y="79397"/>
                  </a:moveTo>
                  <a:lnTo>
                    <a:pt x="1092500" y="90998"/>
                  </a:lnTo>
                  <a:cubicBezTo>
                    <a:pt x="1095107" y="96004"/>
                    <a:pt x="1096470" y="101564"/>
                    <a:pt x="1096474" y="107208"/>
                  </a:cubicBezTo>
                  <a:lnTo>
                    <a:pt x="1096474" y="421081"/>
                  </a:lnTo>
                  <a:lnTo>
                    <a:pt x="1374589" y="421081"/>
                  </a:lnTo>
                  <a:lnTo>
                    <a:pt x="1374589" y="107208"/>
                  </a:lnTo>
                  <a:cubicBezTo>
                    <a:pt x="1374593" y="101564"/>
                    <a:pt x="1375955" y="96004"/>
                    <a:pt x="1378562" y="90998"/>
                  </a:cubicBezTo>
                  <a:lnTo>
                    <a:pt x="1384444" y="79397"/>
                  </a:lnTo>
                  <a:close/>
                  <a:moveTo>
                    <a:pt x="1358696" y="107208"/>
                  </a:moveTo>
                  <a:lnTo>
                    <a:pt x="1358696" y="405189"/>
                  </a:lnTo>
                  <a:lnTo>
                    <a:pt x="1112366" y="405189"/>
                  </a:lnTo>
                  <a:lnTo>
                    <a:pt x="1112366" y="107208"/>
                  </a:lnTo>
                  <a:cubicBezTo>
                    <a:pt x="1112370" y="103192"/>
                    <a:pt x="1111890" y="99190"/>
                    <a:pt x="1110934" y="95289"/>
                  </a:cubicBezTo>
                  <a:lnTo>
                    <a:pt x="1360128" y="95289"/>
                  </a:lnTo>
                  <a:cubicBezTo>
                    <a:pt x="1359173" y="99190"/>
                    <a:pt x="1358692" y="103192"/>
                    <a:pt x="1358697" y="107208"/>
                  </a:cubicBezTo>
                  <a:close/>
                  <a:moveTo>
                    <a:pt x="1436249" y="79397"/>
                  </a:moveTo>
                  <a:lnTo>
                    <a:pt x="1442131" y="90998"/>
                  </a:lnTo>
                  <a:cubicBezTo>
                    <a:pt x="1444738" y="96004"/>
                    <a:pt x="1446101" y="101564"/>
                    <a:pt x="1446104" y="107208"/>
                  </a:cubicBezTo>
                  <a:lnTo>
                    <a:pt x="1446104" y="421081"/>
                  </a:lnTo>
                  <a:lnTo>
                    <a:pt x="1724220" y="421081"/>
                  </a:lnTo>
                  <a:lnTo>
                    <a:pt x="1724220" y="107208"/>
                  </a:lnTo>
                  <a:cubicBezTo>
                    <a:pt x="1724223" y="101564"/>
                    <a:pt x="1725586" y="96004"/>
                    <a:pt x="1728193" y="90998"/>
                  </a:cubicBezTo>
                  <a:lnTo>
                    <a:pt x="1734075" y="79397"/>
                  </a:lnTo>
                  <a:close/>
                  <a:moveTo>
                    <a:pt x="1708327" y="107208"/>
                  </a:moveTo>
                  <a:lnTo>
                    <a:pt x="1708327" y="405189"/>
                  </a:lnTo>
                  <a:lnTo>
                    <a:pt x="1461997" y="405189"/>
                  </a:lnTo>
                  <a:lnTo>
                    <a:pt x="1461997" y="107208"/>
                  </a:lnTo>
                  <a:cubicBezTo>
                    <a:pt x="1462001" y="103192"/>
                    <a:pt x="1461520" y="99190"/>
                    <a:pt x="1460565" y="95289"/>
                  </a:cubicBezTo>
                  <a:lnTo>
                    <a:pt x="1709759" y="95289"/>
                  </a:lnTo>
                  <a:cubicBezTo>
                    <a:pt x="1708804" y="99190"/>
                    <a:pt x="1708323" y="103192"/>
                    <a:pt x="1708327" y="107208"/>
                  </a:cubicBezTo>
                  <a:close/>
                  <a:moveTo>
                    <a:pt x="1785880" y="79397"/>
                  </a:moveTo>
                  <a:lnTo>
                    <a:pt x="1791762" y="90998"/>
                  </a:lnTo>
                  <a:cubicBezTo>
                    <a:pt x="1794369" y="96004"/>
                    <a:pt x="1795731" y="101564"/>
                    <a:pt x="1795735" y="107208"/>
                  </a:cubicBezTo>
                  <a:lnTo>
                    <a:pt x="1795735" y="421081"/>
                  </a:lnTo>
                  <a:lnTo>
                    <a:pt x="2073850" y="421081"/>
                  </a:lnTo>
                  <a:lnTo>
                    <a:pt x="2073850" y="107208"/>
                  </a:lnTo>
                  <a:cubicBezTo>
                    <a:pt x="2073854" y="101564"/>
                    <a:pt x="2075216" y="96004"/>
                    <a:pt x="2077823" y="90998"/>
                  </a:cubicBezTo>
                  <a:lnTo>
                    <a:pt x="2083705" y="79397"/>
                  </a:lnTo>
                  <a:close/>
                  <a:moveTo>
                    <a:pt x="2057958" y="107208"/>
                  </a:moveTo>
                  <a:lnTo>
                    <a:pt x="2057958" y="405189"/>
                  </a:lnTo>
                  <a:lnTo>
                    <a:pt x="1811627" y="405189"/>
                  </a:lnTo>
                  <a:lnTo>
                    <a:pt x="1811627" y="107208"/>
                  </a:lnTo>
                  <a:cubicBezTo>
                    <a:pt x="1811632" y="103192"/>
                    <a:pt x="1811151" y="99190"/>
                    <a:pt x="1810195" y="95289"/>
                  </a:cubicBezTo>
                  <a:lnTo>
                    <a:pt x="2059389" y="95289"/>
                  </a:lnTo>
                  <a:cubicBezTo>
                    <a:pt x="2058434" y="99190"/>
                    <a:pt x="2057953" y="103192"/>
                    <a:pt x="2057958" y="107208"/>
                  </a:cubicBezTo>
                  <a:close/>
                  <a:moveTo>
                    <a:pt x="2135510" y="79397"/>
                  </a:moveTo>
                  <a:lnTo>
                    <a:pt x="2141392" y="90998"/>
                  </a:lnTo>
                  <a:cubicBezTo>
                    <a:pt x="2143999" y="96004"/>
                    <a:pt x="2145362" y="101564"/>
                    <a:pt x="2145365" y="107208"/>
                  </a:cubicBezTo>
                  <a:lnTo>
                    <a:pt x="2145365" y="421081"/>
                  </a:lnTo>
                  <a:lnTo>
                    <a:pt x="2423481" y="421081"/>
                  </a:lnTo>
                  <a:lnTo>
                    <a:pt x="2423481" y="107208"/>
                  </a:lnTo>
                  <a:cubicBezTo>
                    <a:pt x="2423485" y="101564"/>
                    <a:pt x="2424847" y="96004"/>
                    <a:pt x="2427454" y="90998"/>
                  </a:cubicBezTo>
                  <a:lnTo>
                    <a:pt x="2433336" y="79397"/>
                  </a:lnTo>
                  <a:close/>
                  <a:moveTo>
                    <a:pt x="2407588" y="107208"/>
                  </a:moveTo>
                  <a:lnTo>
                    <a:pt x="2407588" y="405189"/>
                  </a:lnTo>
                  <a:lnTo>
                    <a:pt x="2161258" y="405189"/>
                  </a:lnTo>
                  <a:lnTo>
                    <a:pt x="2161258" y="107208"/>
                  </a:lnTo>
                  <a:cubicBezTo>
                    <a:pt x="2161262" y="103192"/>
                    <a:pt x="2160781" y="99190"/>
                    <a:pt x="2159826" y="95289"/>
                  </a:cubicBezTo>
                  <a:lnTo>
                    <a:pt x="2409020" y="95289"/>
                  </a:lnTo>
                  <a:cubicBezTo>
                    <a:pt x="2408065" y="99190"/>
                    <a:pt x="2407584" y="103192"/>
                    <a:pt x="2407588" y="107208"/>
                  </a:cubicBezTo>
                  <a:close/>
                  <a:moveTo>
                    <a:pt x="2485141" y="79397"/>
                  </a:moveTo>
                  <a:lnTo>
                    <a:pt x="2491023" y="90998"/>
                  </a:lnTo>
                  <a:cubicBezTo>
                    <a:pt x="2493630" y="96004"/>
                    <a:pt x="2494993" y="101564"/>
                    <a:pt x="2494996" y="107208"/>
                  </a:cubicBezTo>
                  <a:lnTo>
                    <a:pt x="2494996" y="421081"/>
                  </a:lnTo>
                  <a:lnTo>
                    <a:pt x="2773111" y="421081"/>
                  </a:lnTo>
                  <a:lnTo>
                    <a:pt x="2773111" y="107208"/>
                  </a:lnTo>
                  <a:cubicBezTo>
                    <a:pt x="2773115" y="101564"/>
                    <a:pt x="2774477" y="96004"/>
                    <a:pt x="2777084" y="90998"/>
                  </a:cubicBezTo>
                  <a:lnTo>
                    <a:pt x="2782966" y="79397"/>
                  </a:lnTo>
                  <a:close/>
                  <a:moveTo>
                    <a:pt x="2757219" y="107208"/>
                  </a:moveTo>
                  <a:lnTo>
                    <a:pt x="2757219" y="405189"/>
                  </a:lnTo>
                  <a:lnTo>
                    <a:pt x="2510888" y="405189"/>
                  </a:lnTo>
                  <a:lnTo>
                    <a:pt x="2510888" y="107208"/>
                  </a:lnTo>
                  <a:cubicBezTo>
                    <a:pt x="2510893" y="103192"/>
                    <a:pt x="2510412" y="99190"/>
                    <a:pt x="2509457" y="95289"/>
                  </a:cubicBezTo>
                  <a:lnTo>
                    <a:pt x="2758651" y="95289"/>
                  </a:lnTo>
                  <a:cubicBezTo>
                    <a:pt x="2757695" y="99190"/>
                    <a:pt x="2757215" y="103192"/>
                    <a:pt x="2757219" y="107208"/>
                  </a:cubicBezTo>
                  <a:close/>
                  <a:moveTo>
                    <a:pt x="2834771" y="79397"/>
                  </a:moveTo>
                  <a:lnTo>
                    <a:pt x="2840653" y="90998"/>
                  </a:lnTo>
                  <a:cubicBezTo>
                    <a:pt x="2843260" y="96004"/>
                    <a:pt x="2844623" y="101564"/>
                    <a:pt x="2844627" y="107208"/>
                  </a:cubicBezTo>
                  <a:lnTo>
                    <a:pt x="2844627" y="421081"/>
                  </a:lnTo>
                  <a:lnTo>
                    <a:pt x="3122742" y="421081"/>
                  </a:lnTo>
                  <a:lnTo>
                    <a:pt x="3122742" y="107208"/>
                  </a:lnTo>
                  <a:cubicBezTo>
                    <a:pt x="3122746" y="101564"/>
                    <a:pt x="3124108" y="96004"/>
                    <a:pt x="3126715" y="90998"/>
                  </a:cubicBezTo>
                  <a:lnTo>
                    <a:pt x="3132597" y="79397"/>
                  </a:lnTo>
                  <a:close/>
                  <a:moveTo>
                    <a:pt x="3106849" y="107208"/>
                  </a:moveTo>
                  <a:lnTo>
                    <a:pt x="3106849" y="405189"/>
                  </a:lnTo>
                  <a:lnTo>
                    <a:pt x="2860519" y="405189"/>
                  </a:lnTo>
                  <a:lnTo>
                    <a:pt x="2860519" y="107208"/>
                  </a:lnTo>
                  <a:cubicBezTo>
                    <a:pt x="2860523" y="103192"/>
                    <a:pt x="2860043" y="99190"/>
                    <a:pt x="2859087" y="95289"/>
                  </a:cubicBezTo>
                  <a:lnTo>
                    <a:pt x="3108281" y="95289"/>
                  </a:lnTo>
                  <a:cubicBezTo>
                    <a:pt x="3107326" y="99190"/>
                    <a:pt x="3106845" y="103192"/>
                    <a:pt x="3106849" y="107208"/>
                  </a:cubicBezTo>
                  <a:close/>
                  <a:moveTo>
                    <a:pt x="3184402" y="79397"/>
                  </a:moveTo>
                  <a:lnTo>
                    <a:pt x="3190284" y="90998"/>
                  </a:lnTo>
                  <a:cubicBezTo>
                    <a:pt x="3192891" y="96004"/>
                    <a:pt x="3194254" y="101564"/>
                    <a:pt x="3194257" y="107208"/>
                  </a:cubicBezTo>
                  <a:lnTo>
                    <a:pt x="3194257" y="421081"/>
                  </a:lnTo>
                  <a:lnTo>
                    <a:pt x="3472372" y="421081"/>
                  </a:lnTo>
                  <a:lnTo>
                    <a:pt x="3472372" y="107208"/>
                  </a:lnTo>
                  <a:cubicBezTo>
                    <a:pt x="3472376" y="101564"/>
                    <a:pt x="3473738" y="96004"/>
                    <a:pt x="3476345" y="90998"/>
                  </a:cubicBezTo>
                  <a:lnTo>
                    <a:pt x="3482227" y="79397"/>
                  </a:lnTo>
                  <a:close/>
                  <a:moveTo>
                    <a:pt x="3456480" y="107208"/>
                  </a:moveTo>
                  <a:lnTo>
                    <a:pt x="3456480" y="405189"/>
                  </a:lnTo>
                  <a:lnTo>
                    <a:pt x="3210149" y="405189"/>
                  </a:lnTo>
                  <a:lnTo>
                    <a:pt x="3210149" y="107208"/>
                  </a:lnTo>
                  <a:cubicBezTo>
                    <a:pt x="3210154" y="103192"/>
                    <a:pt x="3209673" y="99190"/>
                    <a:pt x="3208718" y="95289"/>
                  </a:cubicBezTo>
                  <a:lnTo>
                    <a:pt x="3457912" y="95289"/>
                  </a:lnTo>
                  <a:cubicBezTo>
                    <a:pt x="3456956" y="99190"/>
                    <a:pt x="3456476" y="103192"/>
                    <a:pt x="3456480" y="107208"/>
                  </a:cubicBezTo>
                  <a:close/>
                  <a:moveTo>
                    <a:pt x="387358" y="79397"/>
                  </a:moveTo>
                  <a:lnTo>
                    <a:pt x="393239" y="90998"/>
                  </a:lnTo>
                  <a:cubicBezTo>
                    <a:pt x="395846" y="96004"/>
                    <a:pt x="397209" y="101564"/>
                    <a:pt x="397212" y="107208"/>
                  </a:cubicBezTo>
                  <a:lnTo>
                    <a:pt x="397212" y="421081"/>
                  </a:lnTo>
                  <a:lnTo>
                    <a:pt x="675328" y="421081"/>
                  </a:lnTo>
                  <a:lnTo>
                    <a:pt x="675328" y="107208"/>
                  </a:lnTo>
                  <a:cubicBezTo>
                    <a:pt x="675331" y="101564"/>
                    <a:pt x="676694" y="96004"/>
                    <a:pt x="679301" y="90998"/>
                  </a:cubicBezTo>
                  <a:lnTo>
                    <a:pt x="685183" y="79397"/>
                  </a:lnTo>
                  <a:close/>
                  <a:moveTo>
                    <a:pt x="659435" y="107208"/>
                  </a:moveTo>
                  <a:lnTo>
                    <a:pt x="659435" y="405189"/>
                  </a:lnTo>
                  <a:lnTo>
                    <a:pt x="413105" y="405189"/>
                  </a:lnTo>
                  <a:lnTo>
                    <a:pt x="413105" y="107208"/>
                  </a:lnTo>
                  <a:cubicBezTo>
                    <a:pt x="413109" y="103192"/>
                    <a:pt x="412628" y="99190"/>
                    <a:pt x="411673" y="95289"/>
                  </a:cubicBezTo>
                  <a:lnTo>
                    <a:pt x="660867" y="95289"/>
                  </a:lnTo>
                  <a:cubicBezTo>
                    <a:pt x="659912" y="99190"/>
                    <a:pt x="659431" y="103192"/>
                    <a:pt x="659436" y="107208"/>
                  </a:cubicBezTo>
                  <a:close/>
                  <a:moveTo>
                    <a:pt x="736988" y="79397"/>
                  </a:moveTo>
                  <a:lnTo>
                    <a:pt x="742870" y="90998"/>
                  </a:lnTo>
                  <a:cubicBezTo>
                    <a:pt x="745477" y="96004"/>
                    <a:pt x="746839" y="101564"/>
                    <a:pt x="746843" y="107208"/>
                  </a:cubicBezTo>
                  <a:lnTo>
                    <a:pt x="746843" y="421081"/>
                  </a:lnTo>
                  <a:lnTo>
                    <a:pt x="1024958" y="421081"/>
                  </a:lnTo>
                  <a:lnTo>
                    <a:pt x="1024958" y="107208"/>
                  </a:lnTo>
                  <a:cubicBezTo>
                    <a:pt x="1024962" y="101564"/>
                    <a:pt x="1026325" y="96004"/>
                    <a:pt x="1028931" y="90998"/>
                  </a:cubicBezTo>
                  <a:lnTo>
                    <a:pt x="1034814" y="79397"/>
                  </a:lnTo>
                  <a:close/>
                  <a:moveTo>
                    <a:pt x="1009066" y="107208"/>
                  </a:moveTo>
                  <a:lnTo>
                    <a:pt x="1009066" y="405189"/>
                  </a:lnTo>
                  <a:lnTo>
                    <a:pt x="762735" y="405189"/>
                  </a:lnTo>
                  <a:lnTo>
                    <a:pt x="762735" y="107208"/>
                  </a:lnTo>
                  <a:cubicBezTo>
                    <a:pt x="762740" y="103192"/>
                    <a:pt x="762259" y="99190"/>
                    <a:pt x="761304" y="95289"/>
                  </a:cubicBezTo>
                  <a:lnTo>
                    <a:pt x="1010498" y="95289"/>
                  </a:lnTo>
                  <a:cubicBezTo>
                    <a:pt x="1009542" y="99190"/>
                    <a:pt x="1009062" y="103192"/>
                    <a:pt x="1009066" y="107208"/>
                  </a:cubicBezTo>
                  <a:close/>
                  <a:moveTo>
                    <a:pt x="1086619" y="79397"/>
                  </a:moveTo>
                  <a:lnTo>
                    <a:pt x="1092500" y="90998"/>
                  </a:lnTo>
                  <a:cubicBezTo>
                    <a:pt x="1095107" y="96004"/>
                    <a:pt x="1096470" y="101564"/>
                    <a:pt x="1096474" y="107208"/>
                  </a:cubicBezTo>
                  <a:lnTo>
                    <a:pt x="1096474" y="421081"/>
                  </a:lnTo>
                  <a:lnTo>
                    <a:pt x="1374589" y="421081"/>
                  </a:lnTo>
                  <a:lnTo>
                    <a:pt x="1374589" y="107208"/>
                  </a:lnTo>
                  <a:cubicBezTo>
                    <a:pt x="1374593" y="101564"/>
                    <a:pt x="1375955" y="96004"/>
                    <a:pt x="1378562" y="90998"/>
                  </a:cubicBezTo>
                  <a:lnTo>
                    <a:pt x="1384444" y="79397"/>
                  </a:lnTo>
                  <a:close/>
                  <a:moveTo>
                    <a:pt x="1358696" y="107208"/>
                  </a:moveTo>
                  <a:lnTo>
                    <a:pt x="1358696" y="405189"/>
                  </a:lnTo>
                  <a:lnTo>
                    <a:pt x="1112366" y="405189"/>
                  </a:lnTo>
                  <a:lnTo>
                    <a:pt x="1112366" y="107208"/>
                  </a:lnTo>
                  <a:cubicBezTo>
                    <a:pt x="1112370" y="103192"/>
                    <a:pt x="1111890" y="99190"/>
                    <a:pt x="1110934" y="95289"/>
                  </a:cubicBezTo>
                  <a:lnTo>
                    <a:pt x="1360128" y="95289"/>
                  </a:lnTo>
                  <a:cubicBezTo>
                    <a:pt x="1359173" y="99190"/>
                    <a:pt x="1358692" y="103192"/>
                    <a:pt x="1358697" y="107208"/>
                  </a:cubicBezTo>
                  <a:close/>
                  <a:moveTo>
                    <a:pt x="1436249" y="79397"/>
                  </a:moveTo>
                  <a:lnTo>
                    <a:pt x="1442131" y="90998"/>
                  </a:lnTo>
                  <a:cubicBezTo>
                    <a:pt x="1444738" y="96004"/>
                    <a:pt x="1446101" y="101564"/>
                    <a:pt x="1446104" y="107208"/>
                  </a:cubicBezTo>
                  <a:lnTo>
                    <a:pt x="1446104" y="421081"/>
                  </a:lnTo>
                  <a:lnTo>
                    <a:pt x="1724220" y="421081"/>
                  </a:lnTo>
                  <a:lnTo>
                    <a:pt x="1724220" y="107208"/>
                  </a:lnTo>
                  <a:cubicBezTo>
                    <a:pt x="1724223" y="101564"/>
                    <a:pt x="1725586" y="96004"/>
                    <a:pt x="1728193" y="90998"/>
                  </a:cubicBezTo>
                  <a:lnTo>
                    <a:pt x="1734075" y="79397"/>
                  </a:lnTo>
                  <a:close/>
                  <a:moveTo>
                    <a:pt x="1708327" y="107208"/>
                  </a:moveTo>
                  <a:lnTo>
                    <a:pt x="1708327" y="405189"/>
                  </a:lnTo>
                  <a:lnTo>
                    <a:pt x="1461997" y="405189"/>
                  </a:lnTo>
                  <a:lnTo>
                    <a:pt x="1461997" y="107208"/>
                  </a:lnTo>
                  <a:cubicBezTo>
                    <a:pt x="1462001" y="103192"/>
                    <a:pt x="1461520" y="99190"/>
                    <a:pt x="1460565" y="95289"/>
                  </a:cubicBezTo>
                  <a:lnTo>
                    <a:pt x="1709759" y="95289"/>
                  </a:lnTo>
                  <a:cubicBezTo>
                    <a:pt x="1708804" y="99190"/>
                    <a:pt x="1708323" y="103192"/>
                    <a:pt x="1708327" y="107208"/>
                  </a:cubicBezTo>
                  <a:close/>
                  <a:moveTo>
                    <a:pt x="1785880" y="79397"/>
                  </a:moveTo>
                  <a:lnTo>
                    <a:pt x="1791762" y="90998"/>
                  </a:lnTo>
                  <a:cubicBezTo>
                    <a:pt x="1794369" y="96004"/>
                    <a:pt x="1795731" y="101564"/>
                    <a:pt x="1795735" y="107208"/>
                  </a:cubicBezTo>
                  <a:lnTo>
                    <a:pt x="1795735" y="421081"/>
                  </a:lnTo>
                  <a:lnTo>
                    <a:pt x="2073850" y="421081"/>
                  </a:lnTo>
                  <a:lnTo>
                    <a:pt x="2073850" y="107208"/>
                  </a:lnTo>
                  <a:cubicBezTo>
                    <a:pt x="2073854" y="101564"/>
                    <a:pt x="2075216" y="96004"/>
                    <a:pt x="2077823" y="90998"/>
                  </a:cubicBezTo>
                  <a:lnTo>
                    <a:pt x="2083705" y="79397"/>
                  </a:lnTo>
                  <a:close/>
                  <a:moveTo>
                    <a:pt x="2057958" y="107208"/>
                  </a:moveTo>
                  <a:lnTo>
                    <a:pt x="2057958" y="405189"/>
                  </a:lnTo>
                  <a:lnTo>
                    <a:pt x="1811627" y="405189"/>
                  </a:lnTo>
                  <a:lnTo>
                    <a:pt x="1811627" y="107208"/>
                  </a:lnTo>
                  <a:cubicBezTo>
                    <a:pt x="1811632" y="103192"/>
                    <a:pt x="1811151" y="99190"/>
                    <a:pt x="1810195" y="95289"/>
                  </a:cubicBezTo>
                  <a:lnTo>
                    <a:pt x="2059389" y="95289"/>
                  </a:lnTo>
                  <a:cubicBezTo>
                    <a:pt x="2058434" y="99190"/>
                    <a:pt x="2057953" y="103192"/>
                    <a:pt x="2057958" y="107208"/>
                  </a:cubicBezTo>
                  <a:close/>
                  <a:moveTo>
                    <a:pt x="2135510" y="79397"/>
                  </a:moveTo>
                  <a:lnTo>
                    <a:pt x="2141392" y="90998"/>
                  </a:lnTo>
                  <a:cubicBezTo>
                    <a:pt x="2143999" y="96004"/>
                    <a:pt x="2145362" y="101564"/>
                    <a:pt x="2145365" y="107208"/>
                  </a:cubicBezTo>
                  <a:lnTo>
                    <a:pt x="2145365" y="421081"/>
                  </a:lnTo>
                  <a:lnTo>
                    <a:pt x="2423481" y="421081"/>
                  </a:lnTo>
                  <a:lnTo>
                    <a:pt x="2423481" y="107208"/>
                  </a:lnTo>
                  <a:cubicBezTo>
                    <a:pt x="2423485" y="101564"/>
                    <a:pt x="2424847" y="96004"/>
                    <a:pt x="2427454" y="90998"/>
                  </a:cubicBezTo>
                  <a:lnTo>
                    <a:pt x="2433336" y="79397"/>
                  </a:lnTo>
                  <a:close/>
                  <a:moveTo>
                    <a:pt x="2407588" y="107208"/>
                  </a:moveTo>
                  <a:lnTo>
                    <a:pt x="2407588" y="405189"/>
                  </a:lnTo>
                  <a:lnTo>
                    <a:pt x="2161258" y="405189"/>
                  </a:lnTo>
                  <a:lnTo>
                    <a:pt x="2161258" y="107208"/>
                  </a:lnTo>
                  <a:cubicBezTo>
                    <a:pt x="2161262" y="103192"/>
                    <a:pt x="2160781" y="99190"/>
                    <a:pt x="2159826" y="95289"/>
                  </a:cubicBezTo>
                  <a:lnTo>
                    <a:pt x="2409020" y="95289"/>
                  </a:lnTo>
                  <a:cubicBezTo>
                    <a:pt x="2408065" y="99190"/>
                    <a:pt x="2407584" y="103192"/>
                    <a:pt x="2407588" y="107208"/>
                  </a:cubicBezTo>
                  <a:close/>
                  <a:moveTo>
                    <a:pt x="2485141" y="79397"/>
                  </a:moveTo>
                  <a:lnTo>
                    <a:pt x="2491023" y="90998"/>
                  </a:lnTo>
                  <a:cubicBezTo>
                    <a:pt x="2493630" y="96004"/>
                    <a:pt x="2494993" y="101564"/>
                    <a:pt x="2494996" y="107208"/>
                  </a:cubicBezTo>
                  <a:lnTo>
                    <a:pt x="2494996" y="421081"/>
                  </a:lnTo>
                  <a:lnTo>
                    <a:pt x="2773111" y="421081"/>
                  </a:lnTo>
                  <a:lnTo>
                    <a:pt x="2773111" y="107208"/>
                  </a:lnTo>
                  <a:cubicBezTo>
                    <a:pt x="2773115" y="101564"/>
                    <a:pt x="2774477" y="96004"/>
                    <a:pt x="2777084" y="90998"/>
                  </a:cubicBezTo>
                  <a:lnTo>
                    <a:pt x="2782966" y="79397"/>
                  </a:lnTo>
                  <a:close/>
                  <a:moveTo>
                    <a:pt x="2757219" y="107208"/>
                  </a:moveTo>
                  <a:lnTo>
                    <a:pt x="2757219" y="405189"/>
                  </a:lnTo>
                  <a:lnTo>
                    <a:pt x="2510888" y="405189"/>
                  </a:lnTo>
                  <a:lnTo>
                    <a:pt x="2510888" y="107208"/>
                  </a:lnTo>
                  <a:cubicBezTo>
                    <a:pt x="2510893" y="103192"/>
                    <a:pt x="2510412" y="99190"/>
                    <a:pt x="2509457" y="95289"/>
                  </a:cubicBezTo>
                  <a:lnTo>
                    <a:pt x="2758651" y="95289"/>
                  </a:lnTo>
                  <a:cubicBezTo>
                    <a:pt x="2757695" y="99190"/>
                    <a:pt x="2757215" y="103192"/>
                    <a:pt x="2757219" y="107208"/>
                  </a:cubicBezTo>
                  <a:close/>
                  <a:moveTo>
                    <a:pt x="2834771" y="79397"/>
                  </a:moveTo>
                  <a:lnTo>
                    <a:pt x="2840653" y="90998"/>
                  </a:lnTo>
                  <a:cubicBezTo>
                    <a:pt x="2843260" y="96004"/>
                    <a:pt x="2844623" y="101564"/>
                    <a:pt x="2844627" y="107208"/>
                  </a:cubicBezTo>
                  <a:lnTo>
                    <a:pt x="2844627" y="421081"/>
                  </a:lnTo>
                  <a:lnTo>
                    <a:pt x="3122742" y="421081"/>
                  </a:lnTo>
                  <a:lnTo>
                    <a:pt x="3122742" y="107208"/>
                  </a:lnTo>
                  <a:cubicBezTo>
                    <a:pt x="3122746" y="101564"/>
                    <a:pt x="3124108" y="96004"/>
                    <a:pt x="3126715" y="90998"/>
                  </a:cubicBezTo>
                  <a:lnTo>
                    <a:pt x="3132597" y="79397"/>
                  </a:lnTo>
                  <a:close/>
                  <a:moveTo>
                    <a:pt x="3106849" y="107208"/>
                  </a:moveTo>
                  <a:lnTo>
                    <a:pt x="3106849" y="405189"/>
                  </a:lnTo>
                  <a:lnTo>
                    <a:pt x="2860519" y="405189"/>
                  </a:lnTo>
                  <a:lnTo>
                    <a:pt x="2860519" y="107208"/>
                  </a:lnTo>
                  <a:cubicBezTo>
                    <a:pt x="2860523" y="103192"/>
                    <a:pt x="2860043" y="99190"/>
                    <a:pt x="2859087" y="95289"/>
                  </a:cubicBezTo>
                  <a:lnTo>
                    <a:pt x="3108281" y="95289"/>
                  </a:lnTo>
                  <a:cubicBezTo>
                    <a:pt x="3107326" y="99190"/>
                    <a:pt x="3106845" y="103192"/>
                    <a:pt x="3106849" y="107208"/>
                  </a:cubicBezTo>
                  <a:close/>
                  <a:moveTo>
                    <a:pt x="3184402" y="79397"/>
                  </a:moveTo>
                  <a:lnTo>
                    <a:pt x="3190284" y="90998"/>
                  </a:lnTo>
                  <a:cubicBezTo>
                    <a:pt x="3192891" y="96004"/>
                    <a:pt x="3194254" y="101564"/>
                    <a:pt x="3194257" y="107208"/>
                  </a:cubicBezTo>
                  <a:lnTo>
                    <a:pt x="3194257" y="421081"/>
                  </a:lnTo>
                  <a:lnTo>
                    <a:pt x="3472372" y="421081"/>
                  </a:lnTo>
                  <a:lnTo>
                    <a:pt x="3472372" y="107208"/>
                  </a:lnTo>
                  <a:cubicBezTo>
                    <a:pt x="3472376" y="101564"/>
                    <a:pt x="3473738" y="96004"/>
                    <a:pt x="3476345" y="90998"/>
                  </a:cubicBezTo>
                  <a:lnTo>
                    <a:pt x="3482227" y="79397"/>
                  </a:lnTo>
                  <a:close/>
                  <a:moveTo>
                    <a:pt x="3456480" y="107208"/>
                  </a:moveTo>
                  <a:lnTo>
                    <a:pt x="3456480" y="405189"/>
                  </a:lnTo>
                  <a:lnTo>
                    <a:pt x="3210149" y="405189"/>
                  </a:lnTo>
                  <a:lnTo>
                    <a:pt x="3210149" y="107208"/>
                  </a:lnTo>
                  <a:cubicBezTo>
                    <a:pt x="3210154" y="103192"/>
                    <a:pt x="3209673" y="99190"/>
                    <a:pt x="3208718" y="95289"/>
                  </a:cubicBezTo>
                  <a:lnTo>
                    <a:pt x="3457912" y="95289"/>
                  </a:lnTo>
                  <a:cubicBezTo>
                    <a:pt x="3456956" y="99190"/>
                    <a:pt x="3456476" y="103192"/>
                    <a:pt x="3456480" y="107208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2D65CC6A-6208-2893-79F9-DEC783526703}"/>
                </a:ext>
              </a:extLst>
            </p:cNvPr>
            <p:cNvSpPr/>
            <p:nvPr/>
          </p:nvSpPr>
          <p:spPr>
            <a:xfrm>
              <a:off x="1668713" y="3099471"/>
              <a:ext cx="679073" cy="405253"/>
            </a:xfrm>
            <a:custGeom>
              <a:avLst/>
              <a:gdLst>
                <a:gd name="csX0" fmla="*/ 632429 w 679073"/>
                <a:gd name="csY0" fmla="*/ 405189 h 405253"/>
                <a:gd name="csX1" fmla="*/ 46455 w 679073"/>
                <a:gd name="csY1" fmla="*/ 405189 h 405253"/>
                <a:gd name="csX2" fmla="*/ -95 w 679073"/>
                <a:gd name="csY2" fmla="*/ 358640 h 405253"/>
                <a:gd name="csX3" fmla="*/ -95 w 679073"/>
                <a:gd name="csY3" fmla="*/ 46485 h 405253"/>
                <a:gd name="csX4" fmla="*/ 46455 w 679073"/>
                <a:gd name="csY4" fmla="*/ -65 h 405253"/>
                <a:gd name="csX5" fmla="*/ 632429 w 679073"/>
                <a:gd name="csY5" fmla="*/ -64 h 405253"/>
                <a:gd name="csX6" fmla="*/ 678978 w 679073"/>
                <a:gd name="csY6" fmla="*/ 46485 h 405253"/>
                <a:gd name="csX7" fmla="*/ 678978 w 679073"/>
                <a:gd name="csY7" fmla="*/ 358640 h 405253"/>
                <a:gd name="csX8" fmla="*/ 632429 w 679073"/>
                <a:gd name="csY8" fmla="*/ 405189 h 4052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79073" h="405253">
                  <a:moveTo>
                    <a:pt x="632429" y="405189"/>
                  </a:moveTo>
                  <a:lnTo>
                    <a:pt x="46455" y="405189"/>
                  </a:lnTo>
                  <a:cubicBezTo>
                    <a:pt x="20758" y="405160"/>
                    <a:pt x="-66" y="384336"/>
                    <a:pt x="-95" y="358640"/>
                  </a:cubicBezTo>
                  <a:lnTo>
                    <a:pt x="-95" y="46485"/>
                  </a:lnTo>
                  <a:cubicBezTo>
                    <a:pt x="-66" y="20788"/>
                    <a:pt x="20758" y="-36"/>
                    <a:pt x="46455" y="-65"/>
                  </a:cubicBezTo>
                  <a:lnTo>
                    <a:pt x="632429" y="-64"/>
                  </a:lnTo>
                  <a:cubicBezTo>
                    <a:pt x="658126" y="-36"/>
                    <a:pt x="678950" y="20788"/>
                    <a:pt x="678978" y="46485"/>
                  </a:cubicBezTo>
                  <a:lnTo>
                    <a:pt x="678978" y="358640"/>
                  </a:lnTo>
                  <a:cubicBezTo>
                    <a:pt x="678950" y="384336"/>
                    <a:pt x="658126" y="405160"/>
                    <a:pt x="632429" y="405189"/>
                  </a:cubicBezTo>
                  <a:close/>
                </a:path>
              </a:pathLst>
            </a:custGeom>
            <a:solidFill>
              <a:srgbClr val="6C63FF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DE91D530-4BCF-51B6-09B8-7B55F80D8A16}"/>
                </a:ext>
              </a:extLst>
            </p:cNvPr>
            <p:cNvSpPr/>
            <p:nvPr/>
          </p:nvSpPr>
          <p:spPr>
            <a:xfrm>
              <a:off x="2560425" y="3099471"/>
              <a:ext cx="679073" cy="405253"/>
            </a:xfrm>
            <a:custGeom>
              <a:avLst/>
              <a:gdLst>
                <a:gd name="csX0" fmla="*/ 632429 w 679073"/>
                <a:gd name="csY0" fmla="*/ 405189 h 405253"/>
                <a:gd name="csX1" fmla="*/ 46455 w 679073"/>
                <a:gd name="csY1" fmla="*/ 405189 h 405253"/>
                <a:gd name="csX2" fmla="*/ -95 w 679073"/>
                <a:gd name="csY2" fmla="*/ 358640 h 405253"/>
                <a:gd name="csX3" fmla="*/ -95 w 679073"/>
                <a:gd name="csY3" fmla="*/ 46485 h 405253"/>
                <a:gd name="csX4" fmla="*/ 46454 w 679073"/>
                <a:gd name="csY4" fmla="*/ -65 h 405253"/>
                <a:gd name="csX5" fmla="*/ 632429 w 679073"/>
                <a:gd name="csY5" fmla="*/ -64 h 405253"/>
                <a:gd name="csX6" fmla="*/ 678979 w 679073"/>
                <a:gd name="csY6" fmla="*/ 46485 h 405253"/>
                <a:gd name="csX7" fmla="*/ 678979 w 679073"/>
                <a:gd name="csY7" fmla="*/ 358640 h 405253"/>
                <a:gd name="csX8" fmla="*/ 632429 w 679073"/>
                <a:gd name="csY8" fmla="*/ 405189 h 4052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79073" h="405253">
                  <a:moveTo>
                    <a:pt x="632429" y="405189"/>
                  </a:moveTo>
                  <a:lnTo>
                    <a:pt x="46455" y="405189"/>
                  </a:lnTo>
                  <a:cubicBezTo>
                    <a:pt x="20758" y="405160"/>
                    <a:pt x="-66" y="384336"/>
                    <a:pt x="-95" y="358640"/>
                  </a:cubicBezTo>
                  <a:lnTo>
                    <a:pt x="-95" y="46485"/>
                  </a:lnTo>
                  <a:cubicBezTo>
                    <a:pt x="-66" y="20788"/>
                    <a:pt x="20758" y="-36"/>
                    <a:pt x="46454" y="-65"/>
                  </a:cubicBezTo>
                  <a:lnTo>
                    <a:pt x="632429" y="-64"/>
                  </a:lnTo>
                  <a:cubicBezTo>
                    <a:pt x="658126" y="-36"/>
                    <a:pt x="678950" y="20788"/>
                    <a:pt x="678979" y="46485"/>
                  </a:cubicBezTo>
                  <a:lnTo>
                    <a:pt x="678979" y="358640"/>
                  </a:lnTo>
                  <a:cubicBezTo>
                    <a:pt x="678950" y="384336"/>
                    <a:pt x="658126" y="405160"/>
                    <a:pt x="632429" y="405189"/>
                  </a:cubicBezTo>
                  <a:close/>
                </a:path>
              </a:pathLst>
            </a:custGeom>
            <a:solidFill>
              <a:srgbClr val="6C63FF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5ABB738-329F-9AEF-343C-94B7E461A106}"/>
                </a:ext>
              </a:extLst>
            </p:cNvPr>
            <p:cNvSpPr/>
            <p:nvPr/>
          </p:nvSpPr>
          <p:spPr>
            <a:xfrm>
              <a:off x="3452139" y="3099471"/>
              <a:ext cx="679073" cy="405253"/>
            </a:xfrm>
            <a:custGeom>
              <a:avLst/>
              <a:gdLst>
                <a:gd name="csX0" fmla="*/ 632429 w 679073"/>
                <a:gd name="csY0" fmla="*/ 405189 h 405253"/>
                <a:gd name="csX1" fmla="*/ 46454 w 679073"/>
                <a:gd name="csY1" fmla="*/ 405189 h 405253"/>
                <a:gd name="csX2" fmla="*/ -95 w 679073"/>
                <a:gd name="csY2" fmla="*/ 358640 h 405253"/>
                <a:gd name="csX3" fmla="*/ -95 w 679073"/>
                <a:gd name="csY3" fmla="*/ 46485 h 405253"/>
                <a:gd name="csX4" fmla="*/ 46454 w 679073"/>
                <a:gd name="csY4" fmla="*/ -65 h 405253"/>
                <a:gd name="csX5" fmla="*/ 632429 w 679073"/>
                <a:gd name="csY5" fmla="*/ -64 h 405253"/>
                <a:gd name="csX6" fmla="*/ 678979 w 679073"/>
                <a:gd name="csY6" fmla="*/ 46485 h 405253"/>
                <a:gd name="csX7" fmla="*/ 678979 w 679073"/>
                <a:gd name="csY7" fmla="*/ 358640 h 405253"/>
                <a:gd name="csX8" fmla="*/ 632429 w 679073"/>
                <a:gd name="csY8" fmla="*/ 405189 h 4052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79073" h="405253">
                  <a:moveTo>
                    <a:pt x="632429" y="405189"/>
                  </a:moveTo>
                  <a:lnTo>
                    <a:pt x="46454" y="405189"/>
                  </a:lnTo>
                  <a:cubicBezTo>
                    <a:pt x="20758" y="405160"/>
                    <a:pt x="-66" y="384336"/>
                    <a:pt x="-95" y="358640"/>
                  </a:cubicBezTo>
                  <a:lnTo>
                    <a:pt x="-95" y="46485"/>
                  </a:lnTo>
                  <a:cubicBezTo>
                    <a:pt x="-66" y="20788"/>
                    <a:pt x="20758" y="-36"/>
                    <a:pt x="46454" y="-65"/>
                  </a:cubicBezTo>
                  <a:lnTo>
                    <a:pt x="632429" y="-64"/>
                  </a:lnTo>
                  <a:cubicBezTo>
                    <a:pt x="658126" y="-36"/>
                    <a:pt x="678950" y="20788"/>
                    <a:pt x="678979" y="46485"/>
                  </a:cubicBezTo>
                  <a:lnTo>
                    <a:pt x="678979" y="358640"/>
                  </a:lnTo>
                  <a:cubicBezTo>
                    <a:pt x="678950" y="384336"/>
                    <a:pt x="658126" y="405160"/>
                    <a:pt x="632429" y="405189"/>
                  </a:cubicBezTo>
                  <a:close/>
                </a:path>
              </a:pathLst>
            </a:custGeom>
            <a:solidFill>
              <a:srgbClr val="6C63FF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8B3EB448-F852-8AD3-ABC5-3538669FBF6F}"/>
                </a:ext>
              </a:extLst>
            </p:cNvPr>
            <p:cNvSpPr/>
            <p:nvPr/>
          </p:nvSpPr>
          <p:spPr>
            <a:xfrm>
              <a:off x="1668713" y="4140417"/>
              <a:ext cx="679073" cy="405253"/>
            </a:xfrm>
            <a:custGeom>
              <a:avLst/>
              <a:gdLst>
                <a:gd name="csX0" fmla="*/ 632429 w 679073"/>
                <a:gd name="csY0" fmla="*/ 405189 h 405253"/>
                <a:gd name="csX1" fmla="*/ 46455 w 679073"/>
                <a:gd name="csY1" fmla="*/ 405189 h 405253"/>
                <a:gd name="csX2" fmla="*/ -95 w 679073"/>
                <a:gd name="csY2" fmla="*/ 358640 h 405253"/>
                <a:gd name="csX3" fmla="*/ -95 w 679073"/>
                <a:gd name="csY3" fmla="*/ 46485 h 405253"/>
                <a:gd name="csX4" fmla="*/ 46455 w 679073"/>
                <a:gd name="csY4" fmla="*/ -65 h 405253"/>
                <a:gd name="csX5" fmla="*/ 632429 w 679073"/>
                <a:gd name="csY5" fmla="*/ -64 h 405253"/>
                <a:gd name="csX6" fmla="*/ 678978 w 679073"/>
                <a:gd name="csY6" fmla="*/ 46485 h 405253"/>
                <a:gd name="csX7" fmla="*/ 678978 w 679073"/>
                <a:gd name="csY7" fmla="*/ 358640 h 405253"/>
                <a:gd name="csX8" fmla="*/ 632429 w 679073"/>
                <a:gd name="csY8" fmla="*/ 405189 h 4052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79073" h="405253">
                  <a:moveTo>
                    <a:pt x="632429" y="405189"/>
                  </a:moveTo>
                  <a:lnTo>
                    <a:pt x="46455" y="405189"/>
                  </a:lnTo>
                  <a:cubicBezTo>
                    <a:pt x="20758" y="405160"/>
                    <a:pt x="-66" y="384336"/>
                    <a:pt x="-95" y="358640"/>
                  </a:cubicBezTo>
                  <a:lnTo>
                    <a:pt x="-95" y="46485"/>
                  </a:lnTo>
                  <a:cubicBezTo>
                    <a:pt x="-66" y="20788"/>
                    <a:pt x="20758" y="-36"/>
                    <a:pt x="46455" y="-65"/>
                  </a:cubicBezTo>
                  <a:lnTo>
                    <a:pt x="632429" y="-64"/>
                  </a:lnTo>
                  <a:cubicBezTo>
                    <a:pt x="658126" y="-36"/>
                    <a:pt x="678950" y="20788"/>
                    <a:pt x="678978" y="46485"/>
                  </a:cubicBezTo>
                  <a:lnTo>
                    <a:pt x="678978" y="358640"/>
                  </a:lnTo>
                  <a:cubicBezTo>
                    <a:pt x="678950" y="384336"/>
                    <a:pt x="658126" y="405160"/>
                    <a:pt x="632429" y="405189"/>
                  </a:cubicBezTo>
                  <a:close/>
                </a:path>
              </a:pathLst>
            </a:custGeom>
            <a:solidFill>
              <a:srgbClr val="6C63FF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1ABF9AB6-A8AE-0285-2858-741CACA0A2C7}"/>
                </a:ext>
              </a:extLst>
            </p:cNvPr>
            <p:cNvSpPr/>
            <p:nvPr/>
          </p:nvSpPr>
          <p:spPr>
            <a:xfrm>
              <a:off x="2560425" y="4140417"/>
              <a:ext cx="679073" cy="405253"/>
            </a:xfrm>
            <a:custGeom>
              <a:avLst/>
              <a:gdLst>
                <a:gd name="csX0" fmla="*/ 632429 w 679073"/>
                <a:gd name="csY0" fmla="*/ 405189 h 405253"/>
                <a:gd name="csX1" fmla="*/ 46455 w 679073"/>
                <a:gd name="csY1" fmla="*/ 405189 h 405253"/>
                <a:gd name="csX2" fmla="*/ -95 w 679073"/>
                <a:gd name="csY2" fmla="*/ 358640 h 405253"/>
                <a:gd name="csX3" fmla="*/ -95 w 679073"/>
                <a:gd name="csY3" fmla="*/ 46485 h 405253"/>
                <a:gd name="csX4" fmla="*/ 46454 w 679073"/>
                <a:gd name="csY4" fmla="*/ -65 h 405253"/>
                <a:gd name="csX5" fmla="*/ 632429 w 679073"/>
                <a:gd name="csY5" fmla="*/ -64 h 405253"/>
                <a:gd name="csX6" fmla="*/ 678979 w 679073"/>
                <a:gd name="csY6" fmla="*/ 46485 h 405253"/>
                <a:gd name="csX7" fmla="*/ 678979 w 679073"/>
                <a:gd name="csY7" fmla="*/ 358640 h 405253"/>
                <a:gd name="csX8" fmla="*/ 632429 w 679073"/>
                <a:gd name="csY8" fmla="*/ 405189 h 4052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79073" h="405253">
                  <a:moveTo>
                    <a:pt x="632429" y="405189"/>
                  </a:moveTo>
                  <a:lnTo>
                    <a:pt x="46455" y="405189"/>
                  </a:lnTo>
                  <a:cubicBezTo>
                    <a:pt x="20758" y="405160"/>
                    <a:pt x="-66" y="384336"/>
                    <a:pt x="-95" y="358640"/>
                  </a:cubicBezTo>
                  <a:lnTo>
                    <a:pt x="-95" y="46485"/>
                  </a:lnTo>
                  <a:cubicBezTo>
                    <a:pt x="-66" y="20788"/>
                    <a:pt x="20758" y="-36"/>
                    <a:pt x="46454" y="-65"/>
                  </a:cubicBezTo>
                  <a:lnTo>
                    <a:pt x="632429" y="-64"/>
                  </a:lnTo>
                  <a:cubicBezTo>
                    <a:pt x="658126" y="-36"/>
                    <a:pt x="678950" y="20788"/>
                    <a:pt x="678979" y="46485"/>
                  </a:cubicBezTo>
                  <a:lnTo>
                    <a:pt x="678979" y="358640"/>
                  </a:lnTo>
                  <a:cubicBezTo>
                    <a:pt x="678950" y="384336"/>
                    <a:pt x="658126" y="405160"/>
                    <a:pt x="632429" y="405189"/>
                  </a:cubicBezTo>
                  <a:close/>
                </a:path>
              </a:pathLst>
            </a:custGeom>
            <a:solidFill>
              <a:srgbClr val="6C63FF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BAFA856-0BAB-2152-BC51-683B152F03B9}"/>
                </a:ext>
              </a:extLst>
            </p:cNvPr>
            <p:cNvSpPr/>
            <p:nvPr/>
          </p:nvSpPr>
          <p:spPr>
            <a:xfrm>
              <a:off x="3452139" y="4140417"/>
              <a:ext cx="679073" cy="405253"/>
            </a:xfrm>
            <a:custGeom>
              <a:avLst/>
              <a:gdLst>
                <a:gd name="csX0" fmla="*/ 632429 w 679073"/>
                <a:gd name="csY0" fmla="*/ 405189 h 405253"/>
                <a:gd name="csX1" fmla="*/ 46454 w 679073"/>
                <a:gd name="csY1" fmla="*/ 405189 h 405253"/>
                <a:gd name="csX2" fmla="*/ -95 w 679073"/>
                <a:gd name="csY2" fmla="*/ 358640 h 405253"/>
                <a:gd name="csX3" fmla="*/ -95 w 679073"/>
                <a:gd name="csY3" fmla="*/ 46485 h 405253"/>
                <a:gd name="csX4" fmla="*/ 46454 w 679073"/>
                <a:gd name="csY4" fmla="*/ -65 h 405253"/>
                <a:gd name="csX5" fmla="*/ 632429 w 679073"/>
                <a:gd name="csY5" fmla="*/ -64 h 405253"/>
                <a:gd name="csX6" fmla="*/ 678979 w 679073"/>
                <a:gd name="csY6" fmla="*/ 46485 h 405253"/>
                <a:gd name="csX7" fmla="*/ 678979 w 679073"/>
                <a:gd name="csY7" fmla="*/ 358640 h 405253"/>
                <a:gd name="csX8" fmla="*/ 632429 w 679073"/>
                <a:gd name="csY8" fmla="*/ 405189 h 4052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79073" h="405253">
                  <a:moveTo>
                    <a:pt x="632429" y="405189"/>
                  </a:moveTo>
                  <a:lnTo>
                    <a:pt x="46454" y="405189"/>
                  </a:lnTo>
                  <a:cubicBezTo>
                    <a:pt x="20758" y="405160"/>
                    <a:pt x="-66" y="384336"/>
                    <a:pt x="-95" y="358640"/>
                  </a:cubicBezTo>
                  <a:lnTo>
                    <a:pt x="-95" y="46485"/>
                  </a:lnTo>
                  <a:cubicBezTo>
                    <a:pt x="-66" y="20788"/>
                    <a:pt x="20758" y="-36"/>
                    <a:pt x="46454" y="-65"/>
                  </a:cubicBezTo>
                  <a:lnTo>
                    <a:pt x="632429" y="-64"/>
                  </a:lnTo>
                  <a:cubicBezTo>
                    <a:pt x="658126" y="-36"/>
                    <a:pt x="678950" y="20788"/>
                    <a:pt x="678979" y="46485"/>
                  </a:cubicBezTo>
                  <a:lnTo>
                    <a:pt x="678979" y="358640"/>
                  </a:lnTo>
                  <a:cubicBezTo>
                    <a:pt x="678950" y="384336"/>
                    <a:pt x="658126" y="405160"/>
                    <a:pt x="632429" y="405189"/>
                  </a:cubicBezTo>
                  <a:close/>
                </a:path>
              </a:pathLst>
            </a:custGeom>
            <a:solidFill>
              <a:srgbClr val="6C63FF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884801CF-8CED-82EE-D65F-5BD3B9B85070}"/>
                </a:ext>
              </a:extLst>
            </p:cNvPr>
            <p:cNvSpPr/>
            <p:nvPr/>
          </p:nvSpPr>
          <p:spPr>
            <a:xfrm>
              <a:off x="1668713" y="5181362"/>
              <a:ext cx="679073" cy="405253"/>
            </a:xfrm>
            <a:custGeom>
              <a:avLst/>
              <a:gdLst>
                <a:gd name="csX0" fmla="*/ 632429 w 679073"/>
                <a:gd name="csY0" fmla="*/ 405189 h 405253"/>
                <a:gd name="csX1" fmla="*/ 46455 w 679073"/>
                <a:gd name="csY1" fmla="*/ 405189 h 405253"/>
                <a:gd name="csX2" fmla="*/ -95 w 679073"/>
                <a:gd name="csY2" fmla="*/ 358640 h 405253"/>
                <a:gd name="csX3" fmla="*/ -95 w 679073"/>
                <a:gd name="csY3" fmla="*/ 46485 h 405253"/>
                <a:gd name="csX4" fmla="*/ 46455 w 679073"/>
                <a:gd name="csY4" fmla="*/ -65 h 405253"/>
                <a:gd name="csX5" fmla="*/ 632429 w 679073"/>
                <a:gd name="csY5" fmla="*/ -65 h 405253"/>
                <a:gd name="csX6" fmla="*/ 678978 w 679073"/>
                <a:gd name="csY6" fmla="*/ 46485 h 405253"/>
                <a:gd name="csX7" fmla="*/ 678978 w 679073"/>
                <a:gd name="csY7" fmla="*/ 358640 h 405253"/>
                <a:gd name="csX8" fmla="*/ 632429 w 679073"/>
                <a:gd name="csY8" fmla="*/ 405189 h 4052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79073" h="405253">
                  <a:moveTo>
                    <a:pt x="632429" y="405189"/>
                  </a:moveTo>
                  <a:lnTo>
                    <a:pt x="46455" y="405189"/>
                  </a:lnTo>
                  <a:cubicBezTo>
                    <a:pt x="20758" y="405160"/>
                    <a:pt x="-66" y="384336"/>
                    <a:pt x="-95" y="358640"/>
                  </a:cubicBezTo>
                  <a:lnTo>
                    <a:pt x="-95" y="46485"/>
                  </a:lnTo>
                  <a:cubicBezTo>
                    <a:pt x="-66" y="20788"/>
                    <a:pt x="20758" y="-36"/>
                    <a:pt x="46455" y="-65"/>
                  </a:cubicBezTo>
                  <a:lnTo>
                    <a:pt x="632429" y="-65"/>
                  </a:lnTo>
                  <a:cubicBezTo>
                    <a:pt x="658126" y="-36"/>
                    <a:pt x="678950" y="20788"/>
                    <a:pt x="678978" y="46485"/>
                  </a:cubicBezTo>
                  <a:lnTo>
                    <a:pt x="678978" y="358640"/>
                  </a:lnTo>
                  <a:cubicBezTo>
                    <a:pt x="678950" y="384336"/>
                    <a:pt x="658126" y="405160"/>
                    <a:pt x="632429" y="405189"/>
                  </a:cubicBezTo>
                  <a:close/>
                </a:path>
              </a:pathLst>
            </a:custGeom>
            <a:solidFill>
              <a:srgbClr val="6C63FF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28E83D5-2673-5843-1D1F-9316C82BECBE}"/>
                </a:ext>
              </a:extLst>
            </p:cNvPr>
            <p:cNvSpPr/>
            <p:nvPr/>
          </p:nvSpPr>
          <p:spPr>
            <a:xfrm>
              <a:off x="2560425" y="5181362"/>
              <a:ext cx="679073" cy="405253"/>
            </a:xfrm>
            <a:custGeom>
              <a:avLst/>
              <a:gdLst>
                <a:gd name="csX0" fmla="*/ 632429 w 679073"/>
                <a:gd name="csY0" fmla="*/ 405189 h 405253"/>
                <a:gd name="csX1" fmla="*/ 46455 w 679073"/>
                <a:gd name="csY1" fmla="*/ 405189 h 405253"/>
                <a:gd name="csX2" fmla="*/ -95 w 679073"/>
                <a:gd name="csY2" fmla="*/ 358640 h 405253"/>
                <a:gd name="csX3" fmla="*/ -95 w 679073"/>
                <a:gd name="csY3" fmla="*/ 46485 h 405253"/>
                <a:gd name="csX4" fmla="*/ 46454 w 679073"/>
                <a:gd name="csY4" fmla="*/ -65 h 405253"/>
                <a:gd name="csX5" fmla="*/ 632429 w 679073"/>
                <a:gd name="csY5" fmla="*/ -65 h 405253"/>
                <a:gd name="csX6" fmla="*/ 678979 w 679073"/>
                <a:gd name="csY6" fmla="*/ 46485 h 405253"/>
                <a:gd name="csX7" fmla="*/ 678979 w 679073"/>
                <a:gd name="csY7" fmla="*/ 358640 h 405253"/>
                <a:gd name="csX8" fmla="*/ 632429 w 679073"/>
                <a:gd name="csY8" fmla="*/ 405189 h 4052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79073" h="405253">
                  <a:moveTo>
                    <a:pt x="632429" y="405189"/>
                  </a:moveTo>
                  <a:lnTo>
                    <a:pt x="46455" y="405189"/>
                  </a:lnTo>
                  <a:cubicBezTo>
                    <a:pt x="20758" y="405160"/>
                    <a:pt x="-66" y="384336"/>
                    <a:pt x="-95" y="358640"/>
                  </a:cubicBezTo>
                  <a:lnTo>
                    <a:pt x="-95" y="46485"/>
                  </a:lnTo>
                  <a:cubicBezTo>
                    <a:pt x="-66" y="20788"/>
                    <a:pt x="20758" y="-36"/>
                    <a:pt x="46454" y="-65"/>
                  </a:cubicBezTo>
                  <a:lnTo>
                    <a:pt x="632429" y="-65"/>
                  </a:lnTo>
                  <a:cubicBezTo>
                    <a:pt x="658126" y="-36"/>
                    <a:pt x="678950" y="20788"/>
                    <a:pt x="678979" y="46485"/>
                  </a:cubicBezTo>
                  <a:lnTo>
                    <a:pt x="678979" y="358640"/>
                  </a:lnTo>
                  <a:cubicBezTo>
                    <a:pt x="678950" y="384336"/>
                    <a:pt x="658126" y="405160"/>
                    <a:pt x="632429" y="405189"/>
                  </a:cubicBezTo>
                  <a:close/>
                </a:path>
              </a:pathLst>
            </a:custGeom>
            <a:solidFill>
              <a:srgbClr val="6C63FF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08F748FD-A4D9-0510-02F6-B922F64C4865}"/>
                </a:ext>
              </a:extLst>
            </p:cNvPr>
            <p:cNvSpPr/>
            <p:nvPr/>
          </p:nvSpPr>
          <p:spPr>
            <a:xfrm>
              <a:off x="3452139" y="5181362"/>
              <a:ext cx="679073" cy="405253"/>
            </a:xfrm>
            <a:custGeom>
              <a:avLst/>
              <a:gdLst>
                <a:gd name="csX0" fmla="*/ 632429 w 679073"/>
                <a:gd name="csY0" fmla="*/ 405189 h 405253"/>
                <a:gd name="csX1" fmla="*/ 46454 w 679073"/>
                <a:gd name="csY1" fmla="*/ 405189 h 405253"/>
                <a:gd name="csX2" fmla="*/ -95 w 679073"/>
                <a:gd name="csY2" fmla="*/ 358640 h 405253"/>
                <a:gd name="csX3" fmla="*/ -95 w 679073"/>
                <a:gd name="csY3" fmla="*/ 46485 h 405253"/>
                <a:gd name="csX4" fmla="*/ 46454 w 679073"/>
                <a:gd name="csY4" fmla="*/ -65 h 405253"/>
                <a:gd name="csX5" fmla="*/ 632429 w 679073"/>
                <a:gd name="csY5" fmla="*/ -65 h 405253"/>
                <a:gd name="csX6" fmla="*/ 678979 w 679073"/>
                <a:gd name="csY6" fmla="*/ 46485 h 405253"/>
                <a:gd name="csX7" fmla="*/ 678979 w 679073"/>
                <a:gd name="csY7" fmla="*/ 358640 h 405253"/>
                <a:gd name="csX8" fmla="*/ 632429 w 679073"/>
                <a:gd name="csY8" fmla="*/ 405189 h 4052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79073" h="405253">
                  <a:moveTo>
                    <a:pt x="632429" y="405189"/>
                  </a:moveTo>
                  <a:lnTo>
                    <a:pt x="46454" y="405189"/>
                  </a:lnTo>
                  <a:cubicBezTo>
                    <a:pt x="20758" y="405160"/>
                    <a:pt x="-66" y="384336"/>
                    <a:pt x="-95" y="358640"/>
                  </a:cubicBezTo>
                  <a:lnTo>
                    <a:pt x="-95" y="46485"/>
                  </a:lnTo>
                  <a:cubicBezTo>
                    <a:pt x="-66" y="20788"/>
                    <a:pt x="20758" y="-36"/>
                    <a:pt x="46454" y="-65"/>
                  </a:cubicBezTo>
                  <a:lnTo>
                    <a:pt x="632429" y="-65"/>
                  </a:lnTo>
                  <a:cubicBezTo>
                    <a:pt x="658126" y="-36"/>
                    <a:pt x="678950" y="20788"/>
                    <a:pt x="678979" y="46485"/>
                  </a:cubicBezTo>
                  <a:lnTo>
                    <a:pt x="678979" y="358640"/>
                  </a:lnTo>
                  <a:cubicBezTo>
                    <a:pt x="678950" y="384336"/>
                    <a:pt x="658126" y="405160"/>
                    <a:pt x="632429" y="405189"/>
                  </a:cubicBezTo>
                  <a:close/>
                </a:path>
              </a:pathLst>
            </a:custGeom>
            <a:solidFill>
              <a:srgbClr val="6C63FF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5E39032C-C3FF-E137-0D6C-9FD4CA3C5108}"/>
                </a:ext>
              </a:extLst>
            </p:cNvPr>
            <p:cNvSpPr/>
            <p:nvPr/>
          </p:nvSpPr>
          <p:spPr>
            <a:xfrm>
              <a:off x="1465683" y="3059419"/>
              <a:ext cx="802561" cy="485359"/>
            </a:xfrm>
            <a:custGeom>
              <a:avLst/>
              <a:gdLst>
                <a:gd name="csX0" fmla="*/ 740595 w 802561"/>
                <a:gd name="csY0" fmla="*/ 485294 h 485359"/>
                <a:gd name="csX1" fmla="*/ 61776 w 802561"/>
                <a:gd name="csY1" fmla="*/ 485294 h 485359"/>
                <a:gd name="csX2" fmla="*/ -95 w 802561"/>
                <a:gd name="csY2" fmla="*/ 423421 h 485359"/>
                <a:gd name="csX3" fmla="*/ -95 w 802561"/>
                <a:gd name="csY3" fmla="*/ 61809 h 485359"/>
                <a:gd name="csX4" fmla="*/ 61776 w 802561"/>
                <a:gd name="csY4" fmla="*/ -65 h 485359"/>
                <a:gd name="csX5" fmla="*/ 740595 w 802561"/>
                <a:gd name="csY5" fmla="*/ -65 h 485359"/>
                <a:gd name="csX6" fmla="*/ 802466 w 802561"/>
                <a:gd name="csY6" fmla="*/ 61809 h 485359"/>
                <a:gd name="csX7" fmla="*/ 802466 w 802561"/>
                <a:gd name="csY7" fmla="*/ 423421 h 485359"/>
                <a:gd name="csX8" fmla="*/ 740594 w 802561"/>
                <a:gd name="csY8" fmla="*/ 485294 h 485359"/>
                <a:gd name="csX9" fmla="*/ 61776 w 802561"/>
                <a:gd name="csY9" fmla="*/ 15828 h 485359"/>
                <a:gd name="csX10" fmla="*/ 15798 w 802561"/>
                <a:gd name="csY10" fmla="*/ 61809 h 485359"/>
                <a:gd name="csX11" fmla="*/ 15797 w 802561"/>
                <a:gd name="csY11" fmla="*/ 423421 h 485359"/>
                <a:gd name="csX12" fmla="*/ 61776 w 802561"/>
                <a:gd name="csY12" fmla="*/ 469402 h 485359"/>
                <a:gd name="csX13" fmla="*/ 740595 w 802561"/>
                <a:gd name="csY13" fmla="*/ 469402 h 485359"/>
                <a:gd name="csX14" fmla="*/ 786574 w 802561"/>
                <a:gd name="csY14" fmla="*/ 423421 h 485359"/>
                <a:gd name="csX15" fmla="*/ 786574 w 802561"/>
                <a:gd name="csY15" fmla="*/ 61809 h 485359"/>
                <a:gd name="csX16" fmla="*/ 740594 w 802561"/>
                <a:gd name="csY16" fmla="*/ 15828 h 4853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802561" h="485359">
                  <a:moveTo>
                    <a:pt x="740595" y="485294"/>
                  </a:moveTo>
                  <a:lnTo>
                    <a:pt x="61776" y="485294"/>
                  </a:lnTo>
                  <a:cubicBezTo>
                    <a:pt x="27621" y="485255"/>
                    <a:pt x="-57" y="457576"/>
                    <a:pt x="-95" y="423421"/>
                  </a:cubicBezTo>
                  <a:lnTo>
                    <a:pt x="-95" y="61809"/>
                  </a:lnTo>
                  <a:cubicBezTo>
                    <a:pt x="-57" y="27654"/>
                    <a:pt x="27621" y="-25"/>
                    <a:pt x="61776" y="-65"/>
                  </a:cubicBezTo>
                  <a:lnTo>
                    <a:pt x="740595" y="-65"/>
                  </a:lnTo>
                  <a:cubicBezTo>
                    <a:pt x="774750" y="-25"/>
                    <a:pt x="802428" y="27654"/>
                    <a:pt x="802466" y="61809"/>
                  </a:cubicBezTo>
                  <a:lnTo>
                    <a:pt x="802466" y="423421"/>
                  </a:lnTo>
                  <a:cubicBezTo>
                    <a:pt x="802428" y="457576"/>
                    <a:pt x="774750" y="485255"/>
                    <a:pt x="740594" y="485294"/>
                  </a:cubicBezTo>
                  <a:close/>
                  <a:moveTo>
                    <a:pt x="61776" y="15828"/>
                  </a:moveTo>
                  <a:cubicBezTo>
                    <a:pt x="36394" y="15857"/>
                    <a:pt x="15825" y="36427"/>
                    <a:pt x="15798" y="61809"/>
                  </a:cubicBezTo>
                  <a:lnTo>
                    <a:pt x="15797" y="423421"/>
                  </a:lnTo>
                  <a:cubicBezTo>
                    <a:pt x="15825" y="448803"/>
                    <a:pt x="36394" y="469373"/>
                    <a:pt x="61776" y="469402"/>
                  </a:cubicBezTo>
                  <a:lnTo>
                    <a:pt x="740595" y="469402"/>
                  </a:lnTo>
                  <a:cubicBezTo>
                    <a:pt x="765977" y="469373"/>
                    <a:pt x="786546" y="448803"/>
                    <a:pt x="786574" y="423421"/>
                  </a:cubicBezTo>
                  <a:lnTo>
                    <a:pt x="786574" y="61809"/>
                  </a:lnTo>
                  <a:cubicBezTo>
                    <a:pt x="786546" y="36426"/>
                    <a:pt x="765977" y="15856"/>
                    <a:pt x="740594" y="15828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4D342DF-E1E1-459B-CC54-3C0E747C5817}"/>
                </a:ext>
              </a:extLst>
            </p:cNvPr>
            <p:cNvSpPr/>
            <p:nvPr/>
          </p:nvSpPr>
          <p:spPr>
            <a:xfrm>
              <a:off x="2498682" y="3059419"/>
              <a:ext cx="802561" cy="485359"/>
            </a:xfrm>
            <a:custGeom>
              <a:avLst/>
              <a:gdLst>
                <a:gd name="csX0" fmla="*/ 740595 w 802561"/>
                <a:gd name="csY0" fmla="*/ 485294 h 485359"/>
                <a:gd name="csX1" fmla="*/ 61777 w 802561"/>
                <a:gd name="csY1" fmla="*/ 485294 h 485359"/>
                <a:gd name="csX2" fmla="*/ -95 w 802561"/>
                <a:gd name="csY2" fmla="*/ 423421 h 485359"/>
                <a:gd name="csX3" fmla="*/ -95 w 802561"/>
                <a:gd name="csY3" fmla="*/ 61809 h 485359"/>
                <a:gd name="csX4" fmla="*/ 61777 w 802561"/>
                <a:gd name="csY4" fmla="*/ -65 h 485359"/>
                <a:gd name="csX5" fmla="*/ 740594 w 802561"/>
                <a:gd name="csY5" fmla="*/ -65 h 485359"/>
                <a:gd name="csX6" fmla="*/ 802466 w 802561"/>
                <a:gd name="csY6" fmla="*/ 61809 h 485359"/>
                <a:gd name="csX7" fmla="*/ 802466 w 802561"/>
                <a:gd name="csY7" fmla="*/ 423421 h 485359"/>
                <a:gd name="csX8" fmla="*/ 740595 w 802561"/>
                <a:gd name="csY8" fmla="*/ 485294 h 485359"/>
                <a:gd name="csX9" fmla="*/ 61777 w 802561"/>
                <a:gd name="csY9" fmla="*/ 15828 h 485359"/>
                <a:gd name="csX10" fmla="*/ 15797 w 802561"/>
                <a:gd name="csY10" fmla="*/ 61809 h 485359"/>
                <a:gd name="csX11" fmla="*/ 15797 w 802561"/>
                <a:gd name="csY11" fmla="*/ 423421 h 485359"/>
                <a:gd name="csX12" fmla="*/ 61777 w 802561"/>
                <a:gd name="csY12" fmla="*/ 469402 h 485359"/>
                <a:gd name="csX13" fmla="*/ 740594 w 802561"/>
                <a:gd name="csY13" fmla="*/ 469402 h 485359"/>
                <a:gd name="csX14" fmla="*/ 786574 w 802561"/>
                <a:gd name="csY14" fmla="*/ 423421 h 485359"/>
                <a:gd name="csX15" fmla="*/ 786574 w 802561"/>
                <a:gd name="csY15" fmla="*/ 61809 h 485359"/>
                <a:gd name="csX16" fmla="*/ 740594 w 802561"/>
                <a:gd name="csY16" fmla="*/ 15828 h 4853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802561" h="485359">
                  <a:moveTo>
                    <a:pt x="740595" y="485294"/>
                  </a:moveTo>
                  <a:lnTo>
                    <a:pt x="61777" y="485294"/>
                  </a:lnTo>
                  <a:cubicBezTo>
                    <a:pt x="27621" y="485255"/>
                    <a:pt x="-57" y="457576"/>
                    <a:pt x="-95" y="423421"/>
                  </a:cubicBezTo>
                  <a:lnTo>
                    <a:pt x="-95" y="61809"/>
                  </a:lnTo>
                  <a:cubicBezTo>
                    <a:pt x="-57" y="27654"/>
                    <a:pt x="27621" y="-25"/>
                    <a:pt x="61777" y="-65"/>
                  </a:cubicBezTo>
                  <a:lnTo>
                    <a:pt x="740594" y="-65"/>
                  </a:lnTo>
                  <a:cubicBezTo>
                    <a:pt x="774750" y="-25"/>
                    <a:pt x="802428" y="27654"/>
                    <a:pt x="802466" y="61809"/>
                  </a:cubicBezTo>
                  <a:lnTo>
                    <a:pt x="802466" y="423421"/>
                  </a:lnTo>
                  <a:cubicBezTo>
                    <a:pt x="802428" y="457576"/>
                    <a:pt x="774750" y="485255"/>
                    <a:pt x="740595" y="485294"/>
                  </a:cubicBezTo>
                  <a:close/>
                  <a:moveTo>
                    <a:pt x="61777" y="15828"/>
                  </a:moveTo>
                  <a:cubicBezTo>
                    <a:pt x="36394" y="15856"/>
                    <a:pt x="15825" y="36426"/>
                    <a:pt x="15797" y="61809"/>
                  </a:cubicBezTo>
                  <a:lnTo>
                    <a:pt x="15797" y="423421"/>
                  </a:lnTo>
                  <a:cubicBezTo>
                    <a:pt x="15825" y="448803"/>
                    <a:pt x="36394" y="469373"/>
                    <a:pt x="61777" y="469402"/>
                  </a:cubicBezTo>
                  <a:lnTo>
                    <a:pt x="740594" y="469402"/>
                  </a:lnTo>
                  <a:cubicBezTo>
                    <a:pt x="765977" y="469373"/>
                    <a:pt x="786546" y="448803"/>
                    <a:pt x="786574" y="423421"/>
                  </a:cubicBezTo>
                  <a:lnTo>
                    <a:pt x="786574" y="61809"/>
                  </a:lnTo>
                  <a:cubicBezTo>
                    <a:pt x="786546" y="36426"/>
                    <a:pt x="765977" y="15856"/>
                    <a:pt x="740594" y="15828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89C5F551-48E2-6D30-9CBA-6325A3011FA3}"/>
                </a:ext>
              </a:extLst>
            </p:cNvPr>
            <p:cNvSpPr/>
            <p:nvPr/>
          </p:nvSpPr>
          <p:spPr>
            <a:xfrm>
              <a:off x="3531681" y="3059419"/>
              <a:ext cx="802561" cy="485359"/>
            </a:xfrm>
            <a:custGeom>
              <a:avLst/>
              <a:gdLst>
                <a:gd name="csX0" fmla="*/ 740595 w 802561"/>
                <a:gd name="csY0" fmla="*/ 485294 h 485359"/>
                <a:gd name="csX1" fmla="*/ 61777 w 802561"/>
                <a:gd name="csY1" fmla="*/ 485294 h 485359"/>
                <a:gd name="csX2" fmla="*/ -95 w 802561"/>
                <a:gd name="csY2" fmla="*/ 423421 h 485359"/>
                <a:gd name="csX3" fmla="*/ -95 w 802561"/>
                <a:gd name="csY3" fmla="*/ 61809 h 485359"/>
                <a:gd name="csX4" fmla="*/ 61777 w 802561"/>
                <a:gd name="csY4" fmla="*/ -65 h 485359"/>
                <a:gd name="csX5" fmla="*/ 740594 w 802561"/>
                <a:gd name="csY5" fmla="*/ -65 h 485359"/>
                <a:gd name="csX6" fmla="*/ 802466 w 802561"/>
                <a:gd name="csY6" fmla="*/ 61809 h 485359"/>
                <a:gd name="csX7" fmla="*/ 802466 w 802561"/>
                <a:gd name="csY7" fmla="*/ 423421 h 485359"/>
                <a:gd name="csX8" fmla="*/ 740595 w 802561"/>
                <a:gd name="csY8" fmla="*/ 485294 h 485359"/>
                <a:gd name="csX9" fmla="*/ 61777 w 802561"/>
                <a:gd name="csY9" fmla="*/ 15828 h 485359"/>
                <a:gd name="csX10" fmla="*/ 15797 w 802561"/>
                <a:gd name="csY10" fmla="*/ 61809 h 485359"/>
                <a:gd name="csX11" fmla="*/ 15797 w 802561"/>
                <a:gd name="csY11" fmla="*/ 423421 h 485359"/>
                <a:gd name="csX12" fmla="*/ 61777 w 802561"/>
                <a:gd name="csY12" fmla="*/ 469402 h 485359"/>
                <a:gd name="csX13" fmla="*/ 740594 w 802561"/>
                <a:gd name="csY13" fmla="*/ 469402 h 485359"/>
                <a:gd name="csX14" fmla="*/ 786574 w 802561"/>
                <a:gd name="csY14" fmla="*/ 423421 h 485359"/>
                <a:gd name="csX15" fmla="*/ 786574 w 802561"/>
                <a:gd name="csY15" fmla="*/ 61809 h 485359"/>
                <a:gd name="csX16" fmla="*/ 740594 w 802561"/>
                <a:gd name="csY16" fmla="*/ 15828 h 4853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802561" h="485359">
                  <a:moveTo>
                    <a:pt x="740595" y="485294"/>
                  </a:moveTo>
                  <a:lnTo>
                    <a:pt x="61777" y="485294"/>
                  </a:lnTo>
                  <a:cubicBezTo>
                    <a:pt x="27621" y="485255"/>
                    <a:pt x="-57" y="457576"/>
                    <a:pt x="-95" y="423421"/>
                  </a:cubicBezTo>
                  <a:lnTo>
                    <a:pt x="-95" y="61809"/>
                  </a:lnTo>
                  <a:cubicBezTo>
                    <a:pt x="-57" y="27654"/>
                    <a:pt x="27621" y="-25"/>
                    <a:pt x="61777" y="-65"/>
                  </a:cubicBezTo>
                  <a:lnTo>
                    <a:pt x="740594" y="-65"/>
                  </a:lnTo>
                  <a:cubicBezTo>
                    <a:pt x="774750" y="-25"/>
                    <a:pt x="802428" y="27654"/>
                    <a:pt x="802466" y="61809"/>
                  </a:cubicBezTo>
                  <a:lnTo>
                    <a:pt x="802466" y="423421"/>
                  </a:lnTo>
                  <a:cubicBezTo>
                    <a:pt x="802428" y="457576"/>
                    <a:pt x="774750" y="485255"/>
                    <a:pt x="740595" y="485294"/>
                  </a:cubicBezTo>
                  <a:close/>
                  <a:moveTo>
                    <a:pt x="61777" y="15828"/>
                  </a:moveTo>
                  <a:cubicBezTo>
                    <a:pt x="36394" y="15856"/>
                    <a:pt x="15825" y="36426"/>
                    <a:pt x="15797" y="61809"/>
                  </a:cubicBezTo>
                  <a:lnTo>
                    <a:pt x="15797" y="423421"/>
                  </a:lnTo>
                  <a:cubicBezTo>
                    <a:pt x="15825" y="448803"/>
                    <a:pt x="36394" y="469373"/>
                    <a:pt x="61777" y="469402"/>
                  </a:cubicBezTo>
                  <a:lnTo>
                    <a:pt x="740594" y="469402"/>
                  </a:lnTo>
                  <a:cubicBezTo>
                    <a:pt x="765977" y="469373"/>
                    <a:pt x="786546" y="448803"/>
                    <a:pt x="786574" y="423421"/>
                  </a:cubicBezTo>
                  <a:lnTo>
                    <a:pt x="786574" y="61809"/>
                  </a:lnTo>
                  <a:cubicBezTo>
                    <a:pt x="786546" y="36426"/>
                    <a:pt x="765977" y="15856"/>
                    <a:pt x="740594" y="15828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285068BC-61C4-37C2-59AC-E12B2FB09A99}"/>
                </a:ext>
              </a:extLst>
            </p:cNvPr>
            <p:cNvSpPr/>
            <p:nvPr/>
          </p:nvSpPr>
          <p:spPr>
            <a:xfrm>
              <a:off x="1465683" y="4100364"/>
              <a:ext cx="802561" cy="485359"/>
            </a:xfrm>
            <a:custGeom>
              <a:avLst/>
              <a:gdLst>
                <a:gd name="csX0" fmla="*/ 740595 w 802561"/>
                <a:gd name="csY0" fmla="*/ 485294 h 485359"/>
                <a:gd name="csX1" fmla="*/ 61776 w 802561"/>
                <a:gd name="csY1" fmla="*/ 485294 h 485359"/>
                <a:gd name="csX2" fmla="*/ -95 w 802561"/>
                <a:gd name="csY2" fmla="*/ 423421 h 485359"/>
                <a:gd name="csX3" fmla="*/ -95 w 802561"/>
                <a:gd name="csY3" fmla="*/ 61809 h 485359"/>
                <a:gd name="csX4" fmla="*/ 61776 w 802561"/>
                <a:gd name="csY4" fmla="*/ -65 h 485359"/>
                <a:gd name="csX5" fmla="*/ 740595 w 802561"/>
                <a:gd name="csY5" fmla="*/ -65 h 485359"/>
                <a:gd name="csX6" fmla="*/ 802466 w 802561"/>
                <a:gd name="csY6" fmla="*/ 61809 h 485359"/>
                <a:gd name="csX7" fmla="*/ 802466 w 802561"/>
                <a:gd name="csY7" fmla="*/ 423421 h 485359"/>
                <a:gd name="csX8" fmla="*/ 740594 w 802561"/>
                <a:gd name="csY8" fmla="*/ 485294 h 485359"/>
                <a:gd name="csX9" fmla="*/ 61776 w 802561"/>
                <a:gd name="csY9" fmla="*/ 15828 h 485359"/>
                <a:gd name="csX10" fmla="*/ 15798 w 802561"/>
                <a:gd name="csY10" fmla="*/ 61809 h 485359"/>
                <a:gd name="csX11" fmla="*/ 15797 w 802561"/>
                <a:gd name="csY11" fmla="*/ 423421 h 485359"/>
                <a:gd name="csX12" fmla="*/ 61776 w 802561"/>
                <a:gd name="csY12" fmla="*/ 469402 h 485359"/>
                <a:gd name="csX13" fmla="*/ 740595 w 802561"/>
                <a:gd name="csY13" fmla="*/ 469402 h 485359"/>
                <a:gd name="csX14" fmla="*/ 786574 w 802561"/>
                <a:gd name="csY14" fmla="*/ 423421 h 485359"/>
                <a:gd name="csX15" fmla="*/ 786574 w 802561"/>
                <a:gd name="csY15" fmla="*/ 61809 h 485359"/>
                <a:gd name="csX16" fmla="*/ 740594 w 802561"/>
                <a:gd name="csY16" fmla="*/ 15828 h 4853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802561" h="485359">
                  <a:moveTo>
                    <a:pt x="740595" y="485294"/>
                  </a:moveTo>
                  <a:lnTo>
                    <a:pt x="61776" y="485294"/>
                  </a:lnTo>
                  <a:cubicBezTo>
                    <a:pt x="27621" y="485255"/>
                    <a:pt x="-57" y="457576"/>
                    <a:pt x="-95" y="423421"/>
                  </a:cubicBezTo>
                  <a:lnTo>
                    <a:pt x="-95" y="61809"/>
                  </a:lnTo>
                  <a:cubicBezTo>
                    <a:pt x="-57" y="27654"/>
                    <a:pt x="27621" y="-25"/>
                    <a:pt x="61776" y="-65"/>
                  </a:cubicBezTo>
                  <a:lnTo>
                    <a:pt x="740595" y="-65"/>
                  </a:lnTo>
                  <a:cubicBezTo>
                    <a:pt x="774750" y="-25"/>
                    <a:pt x="802428" y="27654"/>
                    <a:pt x="802466" y="61809"/>
                  </a:cubicBezTo>
                  <a:lnTo>
                    <a:pt x="802466" y="423421"/>
                  </a:lnTo>
                  <a:cubicBezTo>
                    <a:pt x="802428" y="457576"/>
                    <a:pt x="774750" y="485255"/>
                    <a:pt x="740594" y="485294"/>
                  </a:cubicBezTo>
                  <a:close/>
                  <a:moveTo>
                    <a:pt x="61776" y="15828"/>
                  </a:moveTo>
                  <a:cubicBezTo>
                    <a:pt x="36394" y="15857"/>
                    <a:pt x="15825" y="36427"/>
                    <a:pt x="15798" y="61809"/>
                  </a:cubicBezTo>
                  <a:lnTo>
                    <a:pt x="15797" y="423421"/>
                  </a:lnTo>
                  <a:cubicBezTo>
                    <a:pt x="15825" y="448803"/>
                    <a:pt x="36394" y="469373"/>
                    <a:pt x="61776" y="469402"/>
                  </a:cubicBezTo>
                  <a:lnTo>
                    <a:pt x="740595" y="469402"/>
                  </a:lnTo>
                  <a:cubicBezTo>
                    <a:pt x="765977" y="469373"/>
                    <a:pt x="786546" y="448803"/>
                    <a:pt x="786574" y="423421"/>
                  </a:cubicBezTo>
                  <a:lnTo>
                    <a:pt x="786574" y="61809"/>
                  </a:lnTo>
                  <a:cubicBezTo>
                    <a:pt x="786546" y="36426"/>
                    <a:pt x="765977" y="15856"/>
                    <a:pt x="740594" y="15828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76A22145-CA1A-CBE3-F226-4AE951D638A3}"/>
                </a:ext>
              </a:extLst>
            </p:cNvPr>
            <p:cNvSpPr/>
            <p:nvPr/>
          </p:nvSpPr>
          <p:spPr>
            <a:xfrm>
              <a:off x="2498682" y="4100364"/>
              <a:ext cx="802561" cy="485359"/>
            </a:xfrm>
            <a:custGeom>
              <a:avLst/>
              <a:gdLst>
                <a:gd name="csX0" fmla="*/ 740595 w 802561"/>
                <a:gd name="csY0" fmla="*/ 485294 h 485359"/>
                <a:gd name="csX1" fmla="*/ 61777 w 802561"/>
                <a:gd name="csY1" fmla="*/ 485294 h 485359"/>
                <a:gd name="csX2" fmla="*/ -95 w 802561"/>
                <a:gd name="csY2" fmla="*/ 423421 h 485359"/>
                <a:gd name="csX3" fmla="*/ -95 w 802561"/>
                <a:gd name="csY3" fmla="*/ 61809 h 485359"/>
                <a:gd name="csX4" fmla="*/ 61777 w 802561"/>
                <a:gd name="csY4" fmla="*/ -65 h 485359"/>
                <a:gd name="csX5" fmla="*/ 740594 w 802561"/>
                <a:gd name="csY5" fmla="*/ -65 h 485359"/>
                <a:gd name="csX6" fmla="*/ 802466 w 802561"/>
                <a:gd name="csY6" fmla="*/ 61809 h 485359"/>
                <a:gd name="csX7" fmla="*/ 802466 w 802561"/>
                <a:gd name="csY7" fmla="*/ 423421 h 485359"/>
                <a:gd name="csX8" fmla="*/ 740595 w 802561"/>
                <a:gd name="csY8" fmla="*/ 485294 h 485359"/>
                <a:gd name="csX9" fmla="*/ 61777 w 802561"/>
                <a:gd name="csY9" fmla="*/ 15828 h 485359"/>
                <a:gd name="csX10" fmla="*/ 15797 w 802561"/>
                <a:gd name="csY10" fmla="*/ 61809 h 485359"/>
                <a:gd name="csX11" fmla="*/ 15797 w 802561"/>
                <a:gd name="csY11" fmla="*/ 423421 h 485359"/>
                <a:gd name="csX12" fmla="*/ 61777 w 802561"/>
                <a:gd name="csY12" fmla="*/ 469402 h 485359"/>
                <a:gd name="csX13" fmla="*/ 740594 w 802561"/>
                <a:gd name="csY13" fmla="*/ 469402 h 485359"/>
                <a:gd name="csX14" fmla="*/ 786574 w 802561"/>
                <a:gd name="csY14" fmla="*/ 423421 h 485359"/>
                <a:gd name="csX15" fmla="*/ 786574 w 802561"/>
                <a:gd name="csY15" fmla="*/ 61809 h 485359"/>
                <a:gd name="csX16" fmla="*/ 740594 w 802561"/>
                <a:gd name="csY16" fmla="*/ 15828 h 4853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802561" h="485359">
                  <a:moveTo>
                    <a:pt x="740595" y="485294"/>
                  </a:moveTo>
                  <a:lnTo>
                    <a:pt x="61777" y="485294"/>
                  </a:lnTo>
                  <a:cubicBezTo>
                    <a:pt x="27621" y="485255"/>
                    <a:pt x="-57" y="457576"/>
                    <a:pt x="-95" y="423421"/>
                  </a:cubicBezTo>
                  <a:lnTo>
                    <a:pt x="-95" y="61809"/>
                  </a:lnTo>
                  <a:cubicBezTo>
                    <a:pt x="-57" y="27654"/>
                    <a:pt x="27621" y="-25"/>
                    <a:pt x="61777" y="-65"/>
                  </a:cubicBezTo>
                  <a:lnTo>
                    <a:pt x="740594" y="-65"/>
                  </a:lnTo>
                  <a:cubicBezTo>
                    <a:pt x="774750" y="-25"/>
                    <a:pt x="802428" y="27654"/>
                    <a:pt x="802466" y="61809"/>
                  </a:cubicBezTo>
                  <a:lnTo>
                    <a:pt x="802466" y="423421"/>
                  </a:lnTo>
                  <a:cubicBezTo>
                    <a:pt x="802428" y="457576"/>
                    <a:pt x="774750" y="485255"/>
                    <a:pt x="740595" y="485294"/>
                  </a:cubicBezTo>
                  <a:close/>
                  <a:moveTo>
                    <a:pt x="61777" y="15828"/>
                  </a:moveTo>
                  <a:cubicBezTo>
                    <a:pt x="36394" y="15856"/>
                    <a:pt x="15825" y="36426"/>
                    <a:pt x="15797" y="61809"/>
                  </a:cubicBezTo>
                  <a:lnTo>
                    <a:pt x="15797" y="423421"/>
                  </a:lnTo>
                  <a:cubicBezTo>
                    <a:pt x="15825" y="448803"/>
                    <a:pt x="36394" y="469373"/>
                    <a:pt x="61777" y="469402"/>
                  </a:cubicBezTo>
                  <a:lnTo>
                    <a:pt x="740594" y="469402"/>
                  </a:lnTo>
                  <a:cubicBezTo>
                    <a:pt x="765977" y="469373"/>
                    <a:pt x="786546" y="448803"/>
                    <a:pt x="786574" y="423421"/>
                  </a:cubicBezTo>
                  <a:lnTo>
                    <a:pt x="786574" y="61809"/>
                  </a:lnTo>
                  <a:cubicBezTo>
                    <a:pt x="786546" y="36426"/>
                    <a:pt x="765977" y="15856"/>
                    <a:pt x="740594" y="15828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65B1A0F3-859C-3C58-AD46-F19B8087D041}"/>
                </a:ext>
              </a:extLst>
            </p:cNvPr>
            <p:cNvSpPr/>
            <p:nvPr/>
          </p:nvSpPr>
          <p:spPr>
            <a:xfrm>
              <a:off x="3531681" y="4100364"/>
              <a:ext cx="802561" cy="485359"/>
            </a:xfrm>
            <a:custGeom>
              <a:avLst/>
              <a:gdLst>
                <a:gd name="csX0" fmla="*/ 740595 w 802561"/>
                <a:gd name="csY0" fmla="*/ 485294 h 485359"/>
                <a:gd name="csX1" fmla="*/ 61777 w 802561"/>
                <a:gd name="csY1" fmla="*/ 485294 h 485359"/>
                <a:gd name="csX2" fmla="*/ -95 w 802561"/>
                <a:gd name="csY2" fmla="*/ 423421 h 485359"/>
                <a:gd name="csX3" fmla="*/ -95 w 802561"/>
                <a:gd name="csY3" fmla="*/ 61809 h 485359"/>
                <a:gd name="csX4" fmla="*/ 61777 w 802561"/>
                <a:gd name="csY4" fmla="*/ -65 h 485359"/>
                <a:gd name="csX5" fmla="*/ 740594 w 802561"/>
                <a:gd name="csY5" fmla="*/ -65 h 485359"/>
                <a:gd name="csX6" fmla="*/ 802466 w 802561"/>
                <a:gd name="csY6" fmla="*/ 61809 h 485359"/>
                <a:gd name="csX7" fmla="*/ 802466 w 802561"/>
                <a:gd name="csY7" fmla="*/ 423421 h 485359"/>
                <a:gd name="csX8" fmla="*/ 740595 w 802561"/>
                <a:gd name="csY8" fmla="*/ 485294 h 485359"/>
                <a:gd name="csX9" fmla="*/ 61777 w 802561"/>
                <a:gd name="csY9" fmla="*/ 15828 h 485359"/>
                <a:gd name="csX10" fmla="*/ 15797 w 802561"/>
                <a:gd name="csY10" fmla="*/ 61809 h 485359"/>
                <a:gd name="csX11" fmla="*/ 15797 w 802561"/>
                <a:gd name="csY11" fmla="*/ 423421 h 485359"/>
                <a:gd name="csX12" fmla="*/ 61777 w 802561"/>
                <a:gd name="csY12" fmla="*/ 469402 h 485359"/>
                <a:gd name="csX13" fmla="*/ 740594 w 802561"/>
                <a:gd name="csY13" fmla="*/ 469402 h 485359"/>
                <a:gd name="csX14" fmla="*/ 786574 w 802561"/>
                <a:gd name="csY14" fmla="*/ 423421 h 485359"/>
                <a:gd name="csX15" fmla="*/ 786574 w 802561"/>
                <a:gd name="csY15" fmla="*/ 61809 h 485359"/>
                <a:gd name="csX16" fmla="*/ 740594 w 802561"/>
                <a:gd name="csY16" fmla="*/ 15828 h 4853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802561" h="485359">
                  <a:moveTo>
                    <a:pt x="740595" y="485294"/>
                  </a:moveTo>
                  <a:lnTo>
                    <a:pt x="61777" y="485294"/>
                  </a:lnTo>
                  <a:cubicBezTo>
                    <a:pt x="27621" y="485255"/>
                    <a:pt x="-57" y="457576"/>
                    <a:pt x="-95" y="423421"/>
                  </a:cubicBezTo>
                  <a:lnTo>
                    <a:pt x="-95" y="61809"/>
                  </a:lnTo>
                  <a:cubicBezTo>
                    <a:pt x="-57" y="27654"/>
                    <a:pt x="27621" y="-25"/>
                    <a:pt x="61777" y="-65"/>
                  </a:cubicBezTo>
                  <a:lnTo>
                    <a:pt x="740594" y="-65"/>
                  </a:lnTo>
                  <a:cubicBezTo>
                    <a:pt x="774750" y="-25"/>
                    <a:pt x="802428" y="27654"/>
                    <a:pt x="802466" y="61809"/>
                  </a:cubicBezTo>
                  <a:lnTo>
                    <a:pt x="802466" y="423421"/>
                  </a:lnTo>
                  <a:cubicBezTo>
                    <a:pt x="802428" y="457576"/>
                    <a:pt x="774750" y="485255"/>
                    <a:pt x="740595" y="485294"/>
                  </a:cubicBezTo>
                  <a:close/>
                  <a:moveTo>
                    <a:pt x="61777" y="15828"/>
                  </a:moveTo>
                  <a:cubicBezTo>
                    <a:pt x="36394" y="15856"/>
                    <a:pt x="15825" y="36426"/>
                    <a:pt x="15797" y="61809"/>
                  </a:cubicBezTo>
                  <a:lnTo>
                    <a:pt x="15797" y="423421"/>
                  </a:lnTo>
                  <a:cubicBezTo>
                    <a:pt x="15825" y="448803"/>
                    <a:pt x="36394" y="469373"/>
                    <a:pt x="61777" y="469402"/>
                  </a:cubicBezTo>
                  <a:lnTo>
                    <a:pt x="740594" y="469402"/>
                  </a:lnTo>
                  <a:cubicBezTo>
                    <a:pt x="765977" y="469373"/>
                    <a:pt x="786546" y="448803"/>
                    <a:pt x="786574" y="423421"/>
                  </a:cubicBezTo>
                  <a:lnTo>
                    <a:pt x="786574" y="61809"/>
                  </a:lnTo>
                  <a:cubicBezTo>
                    <a:pt x="786546" y="36426"/>
                    <a:pt x="765977" y="15856"/>
                    <a:pt x="740594" y="15828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7A605F27-48FF-3339-DF0E-1508A4B1BAC2}"/>
                </a:ext>
              </a:extLst>
            </p:cNvPr>
            <p:cNvSpPr/>
            <p:nvPr/>
          </p:nvSpPr>
          <p:spPr>
            <a:xfrm>
              <a:off x="1465683" y="5141310"/>
              <a:ext cx="802561" cy="485359"/>
            </a:xfrm>
            <a:custGeom>
              <a:avLst/>
              <a:gdLst>
                <a:gd name="csX0" fmla="*/ 740595 w 802561"/>
                <a:gd name="csY0" fmla="*/ 485294 h 485359"/>
                <a:gd name="csX1" fmla="*/ 61776 w 802561"/>
                <a:gd name="csY1" fmla="*/ 485294 h 485359"/>
                <a:gd name="csX2" fmla="*/ -95 w 802561"/>
                <a:gd name="csY2" fmla="*/ 423421 h 485359"/>
                <a:gd name="csX3" fmla="*/ -95 w 802561"/>
                <a:gd name="csY3" fmla="*/ 61809 h 485359"/>
                <a:gd name="csX4" fmla="*/ 61776 w 802561"/>
                <a:gd name="csY4" fmla="*/ -65 h 485359"/>
                <a:gd name="csX5" fmla="*/ 740595 w 802561"/>
                <a:gd name="csY5" fmla="*/ -65 h 485359"/>
                <a:gd name="csX6" fmla="*/ 802466 w 802561"/>
                <a:gd name="csY6" fmla="*/ 61809 h 485359"/>
                <a:gd name="csX7" fmla="*/ 802466 w 802561"/>
                <a:gd name="csY7" fmla="*/ 423421 h 485359"/>
                <a:gd name="csX8" fmla="*/ 740594 w 802561"/>
                <a:gd name="csY8" fmla="*/ 485294 h 485359"/>
                <a:gd name="csX9" fmla="*/ 61776 w 802561"/>
                <a:gd name="csY9" fmla="*/ 15828 h 485359"/>
                <a:gd name="csX10" fmla="*/ 15798 w 802561"/>
                <a:gd name="csY10" fmla="*/ 61809 h 485359"/>
                <a:gd name="csX11" fmla="*/ 15797 w 802561"/>
                <a:gd name="csY11" fmla="*/ 423421 h 485359"/>
                <a:gd name="csX12" fmla="*/ 61776 w 802561"/>
                <a:gd name="csY12" fmla="*/ 469402 h 485359"/>
                <a:gd name="csX13" fmla="*/ 740595 w 802561"/>
                <a:gd name="csY13" fmla="*/ 469402 h 485359"/>
                <a:gd name="csX14" fmla="*/ 786574 w 802561"/>
                <a:gd name="csY14" fmla="*/ 423421 h 485359"/>
                <a:gd name="csX15" fmla="*/ 786574 w 802561"/>
                <a:gd name="csY15" fmla="*/ 61809 h 485359"/>
                <a:gd name="csX16" fmla="*/ 740594 w 802561"/>
                <a:gd name="csY16" fmla="*/ 15828 h 4853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802561" h="485359">
                  <a:moveTo>
                    <a:pt x="740595" y="485294"/>
                  </a:moveTo>
                  <a:lnTo>
                    <a:pt x="61776" y="485294"/>
                  </a:lnTo>
                  <a:cubicBezTo>
                    <a:pt x="27621" y="485255"/>
                    <a:pt x="-57" y="457576"/>
                    <a:pt x="-95" y="423421"/>
                  </a:cubicBezTo>
                  <a:lnTo>
                    <a:pt x="-95" y="61809"/>
                  </a:lnTo>
                  <a:cubicBezTo>
                    <a:pt x="-57" y="27654"/>
                    <a:pt x="27621" y="-25"/>
                    <a:pt x="61776" y="-65"/>
                  </a:cubicBezTo>
                  <a:lnTo>
                    <a:pt x="740595" y="-65"/>
                  </a:lnTo>
                  <a:cubicBezTo>
                    <a:pt x="774750" y="-25"/>
                    <a:pt x="802428" y="27654"/>
                    <a:pt x="802466" y="61809"/>
                  </a:cubicBezTo>
                  <a:lnTo>
                    <a:pt x="802466" y="423421"/>
                  </a:lnTo>
                  <a:cubicBezTo>
                    <a:pt x="802428" y="457576"/>
                    <a:pt x="774750" y="485255"/>
                    <a:pt x="740594" y="485294"/>
                  </a:cubicBezTo>
                  <a:close/>
                  <a:moveTo>
                    <a:pt x="61776" y="15828"/>
                  </a:moveTo>
                  <a:cubicBezTo>
                    <a:pt x="36394" y="15857"/>
                    <a:pt x="15825" y="36427"/>
                    <a:pt x="15798" y="61809"/>
                  </a:cubicBezTo>
                  <a:lnTo>
                    <a:pt x="15797" y="423421"/>
                  </a:lnTo>
                  <a:cubicBezTo>
                    <a:pt x="15825" y="448803"/>
                    <a:pt x="36394" y="469373"/>
                    <a:pt x="61776" y="469402"/>
                  </a:cubicBezTo>
                  <a:lnTo>
                    <a:pt x="740595" y="469402"/>
                  </a:lnTo>
                  <a:cubicBezTo>
                    <a:pt x="765977" y="469373"/>
                    <a:pt x="786546" y="448803"/>
                    <a:pt x="786574" y="423421"/>
                  </a:cubicBezTo>
                  <a:lnTo>
                    <a:pt x="786574" y="61809"/>
                  </a:lnTo>
                  <a:cubicBezTo>
                    <a:pt x="786546" y="36426"/>
                    <a:pt x="765977" y="15856"/>
                    <a:pt x="740594" y="15828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1785C5D0-03D1-C769-C3B8-EC8F402F002B}"/>
                </a:ext>
              </a:extLst>
            </p:cNvPr>
            <p:cNvSpPr/>
            <p:nvPr/>
          </p:nvSpPr>
          <p:spPr>
            <a:xfrm>
              <a:off x="2498682" y="5141310"/>
              <a:ext cx="802561" cy="485359"/>
            </a:xfrm>
            <a:custGeom>
              <a:avLst/>
              <a:gdLst>
                <a:gd name="csX0" fmla="*/ 740595 w 802561"/>
                <a:gd name="csY0" fmla="*/ 485294 h 485359"/>
                <a:gd name="csX1" fmla="*/ 61777 w 802561"/>
                <a:gd name="csY1" fmla="*/ 485294 h 485359"/>
                <a:gd name="csX2" fmla="*/ -95 w 802561"/>
                <a:gd name="csY2" fmla="*/ 423421 h 485359"/>
                <a:gd name="csX3" fmla="*/ -95 w 802561"/>
                <a:gd name="csY3" fmla="*/ 61809 h 485359"/>
                <a:gd name="csX4" fmla="*/ 61777 w 802561"/>
                <a:gd name="csY4" fmla="*/ -65 h 485359"/>
                <a:gd name="csX5" fmla="*/ 740594 w 802561"/>
                <a:gd name="csY5" fmla="*/ -65 h 485359"/>
                <a:gd name="csX6" fmla="*/ 802466 w 802561"/>
                <a:gd name="csY6" fmla="*/ 61809 h 485359"/>
                <a:gd name="csX7" fmla="*/ 802466 w 802561"/>
                <a:gd name="csY7" fmla="*/ 423421 h 485359"/>
                <a:gd name="csX8" fmla="*/ 740595 w 802561"/>
                <a:gd name="csY8" fmla="*/ 485294 h 485359"/>
                <a:gd name="csX9" fmla="*/ 61777 w 802561"/>
                <a:gd name="csY9" fmla="*/ 15828 h 485359"/>
                <a:gd name="csX10" fmla="*/ 15797 w 802561"/>
                <a:gd name="csY10" fmla="*/ 61809 h 485359"/>
                <a:gd name="csX11" fmla="*/ 15797 w 802561"/>
                <a:gd name="csY11" fmla="*/ 423421 h 485359"/>
                <a:gd name="csX12" fmla="*/ 61777 w 802561"/>
                <a:gd name="csY12" fmla="*/ 469402 h 485359"/>
                <a:gd name="csX13" fmla="*/ 740594 w 802561"/>
                <a:gd name="csY13" fmla="*/ 469402 h 485359"/>
                <a:gd name="csX14" fmla="*/ 786574 w 802561"/>
                <a:gd name="csY14" fmla="*/ 423421 h 485359"/>
                <a:gd name="csX15" fmla="*/ 786574 w 802561"/>
                <a:gd name="csY15" fmla="*/ 61809 h 485359"/>
                <a:gd name="csX16" fmla="*/ 740594 w 802561"/>
                <a:gd name="csY16" fmla="*/ 15828 h 4853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802561" h="485359">
                  <a:moveTo>
                    <a:pt x="740595" y="485294"/>
                  </a:moveTo>
                  <a:lnTo>
                    <a:pt x="61777" y="485294"/>
                  </a:lnTo>
                  <a:cubicBezTo>
                    <a:pt x="27621" y="485255"/>
                    <a:pt x="-57" y="457576"/>
                    <a:pt x="-95" y="423421"/>
                  </a:cubicBezTo>
                  <a:lnTo>
                    <a:pt x="-95" y="61809"/>
                  </a:lnTo>
                  <a:cubicBezTo>
                    <a:pt x="-57" y="27654"/>
                    <a:pt x="27621" y="-25"/>
                    <a:pt x="61777" y="-65"/>
                  </a:cubicBezTo>
                  <a:lnTo>
                    <a:pt x="740594" y="-65"/>
                  </a:lnTo>
                  <a:cubicBezTo>
                    <a:pt x="774750" y="-25"/>
                    <a:pt x="802428" y="27654"/>
                    <a:pt x="802466" y="61809"/>
                  </a:cubicBezTo>
                  <a:lnTo>
                    <a:pt x="802466" y="423421"/>
                  </a:lnTo>
                  <a:cubicBezTo>
                    <a:pt x="802428" y="457576"/>
                    <a:pt x="774750" y="485255"/>
                    <a:pt x="740595" y="485294"/>
                  </a:cubicBezTo>
                  <a:close/>
                  <a:moveTo>
                    <a:pt x="61777" y="15828"/>
                  </a:moveTo>
                  <a:cubicBezTo>
                    <a:pt x="36394" y="15856"/>
                    <a:pt x="15825" y="36426"/>
                    <a:pt x="15797" y="61809"/>
                  </a:cubicBezTo>
                  <a:lnTo>
                    <a:pt x="15797" y="423421"/>
                  </a:lnTo>
                  <a:cubicBezTo>
                    <a:pt x="15825" y="448803"/>
                    <a:pt x="36394" y="469373"/>
                    <a:pt x="61777" y="469402"/>
                  </a:cubicBezTo>
                  <a:lnTo>
                    <a:pt x="740594" y="469402"/>
                  </a:lnTo>
                  <a:cubicBezTo>
                    <a:pt x="765977" y="469373"/>
                    <a:pt x="786546" y="448803"/>
                    <a:pt x="786574" y="423421"/>
                  </a:cubicBezTo>
                  <a:lnTo>
                    <a:pt x="786574" y="61809"/>
                  </a:lnTo>
                  <a:cubicBezTo>
                    <a:pt x="786546" y="36426"/>
                    <a:pt x="765977" y="15856"/>
                    <a:pt x="740594" y="15828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CE3FCFE5-A568-0D8B-4EF0-86660D60D272}"/>
                </a:ext>
              </a:extLst>
            </p:cNvPr>
            <p:cNvSpPr/>
            <p:nvPr/>
          </p:nvSpPr>
          <p:spPr>
            <a:xfrm>
              <a:off x="3531681" y="5141310"/>
              <a:ext cx="802561" cy="485359"/>
            </a:xfrm>
            <a:custGeom>
              <a:avLst/>
              <a:gdLst>
                <a:gd name="csX0" fmla="*/ 740595 w 802561"/>
                <a:gd name="csY0" fmla="*/ 485294 h 485359"/>
                <a:gd name="csX1" fmla="*/ 61777 w 802561"/>
                <a:gd name="csY1" fmla="*/ 485294 h 485359"/>
                <a:gd name="csX2" fmla="*/ -95 w 802561"/>
                <a:gd name="csY2" fmla="*/ 423421 h 485359"/>
                <a:gd name="csX3" fmla="*/ -95 w 802561"/>
                <a:gd name="csY3" fmla="*/ 61809 h 485359"/>
                <a:gd name="csX4" fmla="*/ 61777 w 802561"/>
                <a:gd name="csY4" fmla="*/ -65 h 485359"/>
                <a:gd name="csX5" fmla="*/ 740594 w 802561"/>
                <a:gd name="csY5" fmla="*/ -65 h 485359"/>
                <a:gd name="csX6" fmla="*/ 802466 w 802561"/>
                <a:gd name="csY6" fmla="*/ 61809 h 485359"/>
                <a:gd name="csX7" fmla="*/ 802466 w 802561"/>
                <a:gd name="csY7" fmla="*/ 423421 h 485359"/>
                <a:gd name="csX8" fmla="*/ 740595 w 802561"/>
                <a:gd name="csY8" fmla="*/ 485294 h 485359"/>
                <a:gd name="csX9" fmla="*/ 61777 w 802561"/>
                <a:gd name="csY9" fmla="*/ 15828 h 485359"/>
                <a:gd name="csX10" fmla="*/ 15797 w 802561"/>
                <a:gd name="csY10" fmla="*/ 61809 h 485359"/>
                <a:gd name="csX11" fmla="*/ 15797 w 802561"/>
                <a:gd name="csY11" fmla="*/ 423421 h 485359"/>
                <a:gd name="csX12" fmla="*/ 61777 w 802561"/>
                <a:gd name="csY12" fmla="*/ 469402 h 485359"/>
                <a:gd name="csX13" fmla="*/ 740594 w 802561"/>
                <a:gd name="csY13" fmla="*/ 469402 h 485359"/>
                <a:gd name="csX14" fmla="*/ 786574 w 802561"/>
                <a:gd name="csY14" fmla="*/ 423421 h 485359"/>
                <a:gd name="csX15" fmla="*/ 786574 w 802561"/>
                <a:gd name="csY15" fmla="*/ 61809 h 485359"/>
                <a:gd name="csX16" fmla="*/ 740594 w 802561"/>
                <a:gd name="csY16" fmla="*/ 15828 h 4853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802561" h="485359">
                  <a:moveTo>
                    <a:pt x="740595" y="485294"/>
                  </a:moveTo>
                  <a:lnTo>
                    <a:pt x="61777" y="485294"/>
                  </a:lnTo>
                  <a:cubicBezTo>
                    <a:pt x="27621" y="485255"/>
                    <a:pt x="-57" y="457576"/>
                    <a:pt x="-95" y="423421"/>
                  </a:cubicBezTo>
                  <a:lnTo>
                    <a:pt x="-95" y="61809"/>
                  </a:lnTo>
                  <a:cubicBezTo>
                    <a:pt x="-57" y="27654"/>
                    <a:pt x="27621" y="-25"/>
                    <a:pt x="61777" y="-65"/>
                  </a:cubicBezTo>
                  <a:lnTo>
                    <a:pt x="740594" y="-65"/>
                  </a:lnTo>
                  <a:cubicBezTo>
                    <a:pt x="774750" y="-25"/>
                    <a:pt x="802428" y="27654"/>
                    <a:pt x="802466" y="61809"/>
                  </a:cubicBezTo>
                  <a:lnTo>
                    <a:pt x="802466" y="423421"/>
                  </a:lnTo>
                  <a:cubicBezTo>
                    <a:pt x="802428" y="457576"/>
                    <a:pt x="774750" y="485255"/>
                    <a:pt x="740595" y="485294"/>
                  </a:cubicBezTo>
                  <a:close/>
                  <a:moveTo>
                    <a:pt x="61777" y="15828"/>
                  </a:moveTo>
                  <a:cubicBezTo>
                    <a:pt x="36394" y="15856"/>
                    <a:pt x="15825" y="36426"/>
                    <a:pt x="15797" y="61809"/>
                  </a:cubicBezTo>
                  <a:lnTo>
                    <a:pt x="15797" y="423421"/>
                  </a:lnTo>
                  <a:cubicBezTo>
                    <a:pt x="15825" y="448803"/>
                    <a:pt x="36394" y="469373"/>
                    <a:pt x="61777" y="469402"/>
                  </a:cubicBezTo>
                  <a:lnTo>
                    <a:pt x="740594" y="469402"/>
                  </a:lnTo>
                  <a:cubicBezTo>
                    <a:pt x="765977" y="469373"/>
                    <a:pt x="786546" y="448803"/>
                    <a:pt x="786574" y="423421"/>
                  </a:cubicBezTo>
                  <a:lnTo>
                    <a:pt x="786574" y="61809"/>
                  </a:lnTo>
                  <a:cubicBezTo>
                    <a:pt x="786546" y="36426"/>
                    <a:pt x="765977" y="15856"/>
                    <a:pt x="740594" y="15828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862627A5-21E7-DF4E-8071-A5B3D2983671}"/>
                </a:ext>
              </a:extLst>
            </p:cNvPr>
            <p:cNvSpPr/>
            <p:nvPr/>
          </p:nvSpPr>
          <p:spPr>
            <a:xfrm>
              <a:off x="2899963" y="6015708"/>
              <a:ext cx="401285" cy="822426"/>
            </a:xfrm>
            <a:custGeom>
              <a:avLst/>
              <a:gdLst>
                <a:gd name="csX0" fmla="*/ 401186 w 401285"/>
                <a:gd name="csY0" fmla="*/ 69149 h 822426"/>
                <a:gd name="csX1" fmla="*/ 333643 w 401285"/>
                <a:gd name="csY1" fmla="*/ -65 h 822426"/>
                <a:gd name="csX2" fmla="*/ -95 w 401285"/>
                <a:gd name="csY2" fmla="*/ -65 h 822426"/>
                <a:gd name="csX3" fmla="*/ -95 w 401285"/>
                <a:gd name="csY3" fmla="*/ 822362 h 822426"/>
                <a:gd name="csX4" fmla="*/ 401186 w 401285"/>
                <a:gd name="csY4" fmla="*/ 822362 h 8224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01285" h="822426">
                  <a:moveTo>
                    <a:pt x="401186" y="69149"/>
                  </a:moveTo>
                  <a:cubicBezTo>
                    <a:pt x="401641" y="31388"/>
                    <a:pt x="371405" y="403"/>
                    <a:pt x="333643" y="-65"/>
                  </a:cubicBezTo>
                  <a:lnTo>
                    <a:pt x="-95" y="-65"/>
                  </a:lnTo>
                  <a:lnTo>
                    <a:pt x="-95" y="822362"/>
                  </a:lnTo>
                  <a:lnTo>
                    <a:pt x="401186" y="822362"/>
                  </a:ln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F914A852-5B82-ADED-A449-F4E091C37EF3}"/>
                </a:ext>
              </a:extLst>
            </p:cNvPr>
            <p:cNvSpPr/>
            <p:nvPr/>
          </p:nvSpPr>
          <p:spPr>
            <a:xfrm>
              <a:off x="2490736" y="6011735"/>
              <a:ext cx="417172" cy="818453"/>
            </a:xfrm>
            <a:custGeom>
              <a:avLst/>
              <a:gdLst>
                <a:gd name="csX0" fmla="*/ 417078 w 417172"/>
                <a:gd name="csY0" fmla="*/ 818389 h 818453"/>
                <a:gd name="csX1" fmla="*/ -95 w 417172"/>
                <a:gd name="csY1" fmla="*/ 818389 h 818453"/>
                <a:gd name="csX2" fmla="*/ -95 w 417172"/>
                <a:gd name="csY2" fmla="*/ 75424 h 818453"/>
                <a:gd name="csX3" fmla="*/ 75393 w 417172"/>
                <a:gd name="csY3" fmla="*/ -65 h 818453"/>
                <a:gd name="csX4" fmla="*/ 417078 w 417172"/>
                <a:gd name="csY4" fmla="*/ -65 h 818453"/>
                <a:gd name="csX5" fmla="*/ 15797 w 417172"/>
                <a:gd name="csY5" fmla="*/ 802496 h 818453"/>
                <a:gd name="csX6" fmla="*/ 401186 w 417172"/>
                <a:gd name="csY6" fmla="*/ 802496 h 818453"/>
                <a:gd name="csX7" fmla="*/ 401186 w 417172"/>
                <a:gd name="csY7" fmla="*/ 15828 h 818453"/>
                <a:gd name="csX8" fmla="*/ 75393 w 417172"/>
                <a:gd name="csY8" fmla="*/ 15828 h 818453"/>
                <a:gd name="csX9" fmla="*/ 15797 w 417172"/>
                <a:gd name="csY9" fmla="*/ 75424 h 8184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17172" h="818453">
                  <a:moveTo>
                    <a:pt x="417078" y="818389"/>
                  </a:moveTo>
                  <a:lnTo>
                    <a:pt x="-95" y="818389"/>
                  </a:lnTo>
                  <a:lnTo>
                    <a:pt x="-95" y="75424"/>
                  </a:lnTo>
                  <a:cubicBezTo>
                    <a:pt x="-47" y="33752"/>
                    <a:pt x="33722" y="-17"/>
                    <a:pt x="75393" y="-65"/>
                  </a:cubicBezTo>
                  <a:lnTo>
                    <a:pt x="417078" y="-65"/>
                  </a:lnTo>
                  <a:close/>
                  <a:moveTo>
                    <a:pt x="15797" y="802496"/>
                  </a:moveTo>
                  <a:lnTo>
                    <a:pt x="401186" y="802496"/>
                  </a:lnTo>
                  <a:lnTo>
                    <a:pt x="401186" y="15828"/>
                  </a:lnTo>
                  <a:lnTo>
                    <a:pt x="75393" y="15828"/>
                  </a:lnTo>
                  <a:cubicBezTo>
                    <a:pt x="42495" y="15864"/>
                    <a:pt x="15834" y="42525"/>
                    <a:pt x="15797" y="75424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DC709C99-9AEE-1654-54E8-6C7D5CB409E8}"/>
                </a:ext>
              </a:extLst>
            </p:cNvPr>
            <p:cNvSpPr/>
            <p:nvPr/>
          </p:nvSpPr>
          <p:spPr>
            <a:xfrm>
              <a:off x="2518547" y="6428908"/>
              <a:ext cx="47676" cy="47676"/>
            </a:xfrm>
            <a:custGeom>
              <a:avLst/>
              <a:gdLst>
                <a:gd name="csX0" fmla="*/ 47677 w 47676"/>
                <a:gd name="csY0" fmla="*/ 23838 h 47676"/>
                <a:gd name="csX1" fmla="*/ 23838 w 47676"/>
                <a:gd name="csY1" fmla="*/ 47677 h 47676"/>
                <a:gd name="csX2" fmla="*/ 0 w 47676"/>
                <a:gd name="csY2" fmla="*/ 23838 h 47676"/>
                <a:gd name="csX3" fmla="*/ 23838 w 47676"/>
                <a:gd name="csY3" fmla="*/ 0 h 47676"/>
                <a:gd name="csX4" fmla="*/ 47677 w 47676"/>
                <a:gd name="csY4" fmla="*/ 23838 h 476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7676" h="47676">
                  <a:moveTo>
                    <a:pt x="47677" y="23838"/>
                  </a:moveTo>
                  <a:cubicBezTo>
                    <a:pt x="47677" y="37004"/>
                    <a:pt x="37004" y="47677"/>
                    <a:pt x="23838" y="47677"/>
                  </a:cubicBezTo>
                  <a:cubicBezTo>
                    <a:pt x="10673" y="47677"/>
                    <a:pt x="0" y="37004"/>
                    <a:pt x="0" y="23838"/>
                  </a:cubicBezTo>
                  <a:cubicBezTo>
                    <a:pt x="0" y="10673"/>
                    <a:pt x="10673" y="0"/>
                    <a:pt x="23838" y="0"/>
                  </a:cubicBezTo>
                  <a:cubicBezTo>
                    <a:pt x="37004" y="0"/>
                    <a:pt x="47677" y="10673"/>
                    <a:pt x="47677" y="23838"/>
                  </a:cubicBezTo>
                  <a:close/>
                </a:path>
              </a:pathLst>
            </a:custGeom>
            <a:solidFill>
              <a:srgbClr val="3F3D56"/>
            </a:solidFill>
            <a:ln w="7941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pic>
        <p:nvPicPr>
          <p:cNvPr id="166" name="Picture 165">
            <a:extLst>
              <a:ext uri="{FF2B5EF4-FFF2-40B4-BE49-F238E27FC236}">
                <a16:creationId xmlns:a16="http://schemas.microsoft.com/office/drawing/2014/main" id="{4A24970A-5A69-46F9-DFE9-7F127D826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1742" y="4314564"/>
            <a:ext cx="10208017" cy="2523570"/>
          </a:xfrm>
          <a:prstGeom prst="rect">
            <a:avLst/>
          </a:prstGeom>
        </p:spPr>
      </p:pic>
      <p:sp>
        <p:nvSpPr>
          <p:cNvPr id="170" name="Freeform: Shape 169">
            <a:extLst>
              <a:ext uri="{FF2B5EF4-FFF2-40B4-BE49-F238E27FC236}">
                <a16:creationId xmlns:a16="http://schemas.microsoft.com/office/drawing/2014/main" id="{41F7AAB9-B89C-DEAC-2D7F-FFDC0FDAAEB2}"/>
              </a:ext>
            </a:extLst>
          </p:cNvPr>
          <p:cNvSpPr/>
          <p:nvPr/>
        </p:nvSpPr>
        <p:spPr>
          <a:xfrm>
            <a:off x="10213833" y="6681383"/>
            <a:ext cx="2380898" cy="30581"/>
          </a:xfrm>
          <a:custGeom>
            <a:avLst/>
            <a:gdLst>
              <a:gd name="csX0" fmla="*/ 2381251 w 2380898"/>
              <a:gd name="csY0" fmla="*/ 17801 h 30581"/>
              <a:gd name="csX1" fmla="*/ 2375895 w 2380898"/>
              <a:gd name="csY1" fmla="*/ 30933 h 30581"/>
              <a:gd name="csX2" fmla="*/ 5667 w 2380898"/>
              <a:gd name="csY2" fmla="*/ 30933 h 30581"/>
              <a:gd name="csX3" fmla="*/ 471 w 2380898"/>
              <a:gd name="csY3" fmla="*/ 18211 h 30581"/>
              <a:gd name="csX4" fmla="*/ 5430 w 2380898"/>
              <a:gd name="csY4" fmla="*/ 351 h 30581"/>
              <a:gd name="csX5" fmla="*/ 2376292 w 2380898"/>
              <a:gd name="csY5" fmla="*/ 351 h 30581"/>
              <a:gd name="csX6" fmla="*/ 2381251 w 2380898"/>
              <a:gd name="csY6" fmla="*/ 17801 h 30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380898" h="30581">
                <a:moveTo>
                  <a:pt x="2381251" y="17801"/>
                </a:moveTo>
                <a:cubicBezTo>
                  <a:pt x="2380906" y="25551"/>
                  <a:pt x="2378461" y="30933"/>
                  <a:pt x="2375895" y="30933"/>
                </a:cubicBezTo>
                <a:lnTo>
                  <a:pt x="5667" y="30933"/>
                </a:lnTo>
                <a:cubicBezTo>
                  <a:pt x="3178" y="30933"/>
                  <a:pt x="867" y="25711"/>
                  <a:pt x="471" y="18211"/>
                </a:cubicBezTo>
                <a:cubicBezTo>
                  <a:pt x="-41" y="8612"/>
                  <a:pt x="2390" y="351"/>
                  <a:pt x="5430" y="351"/>
                </a:cubicBezTo>
                <a:lnTo>
                  <a:pt x="2376292" y="351"/>
                </a:lnTo>
                <a:cubicBezTo>
                  <a:pt x="2379293" y="351"/>
                  <a:pt x="2381680" y="8343"/>
                  <a:pt x="2381251" y="17801"/>
                </a:cubicBezTo>
                <a:close/>
              </a:path>
            </a:pathLst>
          </a:custGeom>
          <a:solidFill>
            <a:srgbClr val="F2F2F2"/>
          </a:solidFill>
          <a:ln w="6399" cap="flat">
            <a:noFill/>
            <a:prstDash val="solid"/>
            <a:miter/>
          </a:ln>
        </p:spPr>
        <p:txBody>
          <a:bodyPr/>
          <a:lstStyle/>
          <a:p>
            <a:endParaRPr lang="el-GR"/>
          </a:p>
        </p:txBody>
      </p:sp>
      <p:sp>
        <p:nvSpPr>
          <p:cNvPr id="171" name="Freeform: Shape 170">
            <a:extLst>
              <a:ext uri="{FF2B5EF4-FFF2-40B4-BE49-F238E27FC236}">
                <a16:creationId xmlns:a16="http://schemas.microsoft.com/office/drawing/2014/main" id="{0A64E14A-35F3-FB3D-EA8C-9716EFF95304}"/>
              </a:ext>
            </a:extLst>
          </p:cNvPr>
          <p:cNvSpPr/>
          <p:nvPr/>
        </p:nvSpPr>
        <p:spPr>
          <a:xfrm>
            <a:off x="8469671" y="1771610"/>
            <a:ext cx="79900" cy="79900"/>
          </a:xfrm>
          <a:custGeom>
            <a:avLst/>
            <a:gdLst>
              <a:gd name="csX0" fmla="*/ 80030 w 79900"/>
              <a:gd name="csY0" fmla="*/ 39968 h 79900"/>
              <a:gd name="csX1" fmla="*/ 40080 w 79900"/>
              <a:gd name="csY1" fmla="*/ 79918 h 79900"/>
              <a:gd name="csX2" fmla="*/ 130 w 79900"/>
              <a:gd name="csY2" fmla="*/ 39968 h 79900"/>
              <a:gd name="csX3" fmla="*/ 40080 w 79900"/>
              <a:gd name="csY3" fmla="*/ 17 h 79900"/>
              <a:gd name="csX4" fmla="*/ 80030 w 79900"/>
              <a:gd name="csY4" fmla="*/ 39968 h 79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9900" h="79900">
                <a:moveTo>
                  <a:pt x="80030" y="39968"/>
                </a:moveTo>
                <a:cubicBezTo>
                  <a:pt x="80030" y="62032"/>
                  <a:pt x="62144" y="79918"/>
                  <a:pt x="40080" y="79918"/>
                </a:cubicBezTo>
                <a:cubicBezTo>
                  <a:pt x="18016" y="79918"/>
                  <a:pt x="130" y="62032"/>
                  <a:pt x="130" y="39968"/>
                </a:cubicBezTo>
                <a:cubicBezTo>
                  <a:pt x="130" y="17904"/>
                  <a:pt x="18016" y="17"/>
                  <a:pt x="40080" y="17"/>
                </a:cubicBezTo>
                <a:cubicBezTo>
                  <a:pt x="62144" y="17"/>
                  <a:pt x="80030" y="17904"/>
                  <a:pt x="80030" y="39968"/>
                </a:cubicBezTo>
                <a:close/>
              </a:path>
            </a:pathLst>
          </a:custGeom>
          <a:solidFill>
            <a:srgbClr val="FFFFFF"/>
          </a:solidFill>
          <a:ln w="6399" cap="flat">
            <a:noFill/>
            <a:prstDash val="solid"/>
            <a:miter/>
          </a:ln>
        </p:spPr>
        <p:txBody>
          <a:bodyPr/>
          <a:lstStyle/>
          <a:p>
            <a:endParaRPr lang="el-GR"/>
          </a:p>
        </p:txBody>
      </p:sp>
      <p:sp>
        <p:nvSpPr>
          <p:cNvPr id="172" name="Freeform: Shape 171">
            <a:extLst>
              <a:ext uri="{FF2B5EF4-FFF2-40B4-BE49-F238E27FC236}">
                <a16:creationId xmlns:a16="http://schemas.microsoft.com/office/drawing/2014/main" id="{A92FC644-E79A-4EDE-922B-64B9D1E41494}"/>
              </a:ext>
            </a:extLst>
          </p:cNvPr>
          <p:cNvSpPr/>
          <p:nvPr/>
        </p:nvSpPr>
        <p:spPr>
          <a:xfrm>
            <a:off x="8621326" y="1771610"/>
            <a:ext cx="79900" cy="79900"/>
          </a:xfrm>
          <a:custGeom>
            <a:avLst/>
            <a:gdLst>
              <a:gd name="csX0" fmla="*/ 80054 w 79900"/>
              <a:gd name="csY0" fmla="*/ 39968 h 79900"/>
              <a:gd name="csX1" fmla="*/ 40104 w 79900"/>
              <a:gd name="csY1" fmla="*/ 79918 h 79900"/>
              <a:gd name="csX2" fmla="*/ 153 w 79900"/>
              <a:gd name="csY2" fmla="*/ 39968 h 79900"/>
              <a:gd name="csX3" fmla="*/ 40104 w 79900"/>
              <a:gd name="csY3" fmla="*/ 17 h 79900"/>
              <a:gd name="csX4" fmla="*/ 80054 w 79900"/>
              <a:gd name="csY4" fmla="*/ 39968 h 79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9900" h="79900">
                <a:moveTo>
                  <a:pt x="80054" y="39968"/>
                </a:moveTo>
                <a:cubicBezTo>
                  <a:pt x="80054" y="62032"/>
                  <a:pt x="62168" y="79918"/>
                  <a:pt x="40104" y="79918"/>
                </a:cubicBezTo>
                <a:cubicBezTo>
                  <a:pt x="18040" y="79918"/>
                  <a:pt x="153" y="62032"/>
                  <a:pt x="153" y="39968"/>
                </a:cubicBezTo>
                <a:cubicBezTo>
                  <a:pt x="153" y="17904"/>
                  <a:pt x="18040" y="17"/>
                  <a:pt x="40104" y="17"/>
                </a:cubicBezTo>
                <a:cubicBezTo>
                  <a:pt x="62168" y="17"/>
                  <a:pt x="80054" y="17904"/>
                  <a:pt x="80054" y="39968"/>
                </a:cubicBezTo>
                <a:close/>
              </a:path>
            </a:pathLst>
          </a:custGeom>
          <a:solidFill>
            <a:srgbClr val="FFFFFF"/>
          </a:solidFill>
          <a:ln w="6399" cap="flat">
            <a:noFill/>
            <a:prstDash val="solid"/>
            <a:miter/>
          </a:ln>
        </p:spPr>
        <p:txBody>
          <a:bodyPr/>
          <a:lstStyle/>
          <a:p>
            <a:endParaRPr lang="el-GR"/>
          </a:p>
        </p:txBody>
      </p:sp>
      <p:sp>
        <p:nvSpPr>
          <p:cNvPr id="173" name="Freeform: Shape 172">
            <a:extLst>
              <a:ext uri="{FF2B5EF4-FFF2-40B4-BE49-F238E27FC236}">
                <a16:creationId xmlns:a16="http://schemas.microsoft.com/office/drawing/2014/main" id="{3FA03DC8-AA6E-B15B-E63E-F4087D01BEEE}"/>
              </a:ext>
            </a:extLst>
          </p:cNvPr>
          <p:cNvSpPr/>
          <p:nvPr/>
        </p:nvSpPr>
        <p:spPr>
          <a:xfrm>
            <a:off x="8772949" y="1771610"/>
            <a:ext cx="79900" cy="79900"/>
          </a:xfrm>
          <a:custGeom>
            <a:avLst/>
            <a:gdLst>
              <a:gd name="csX0" fmla="*/ 80078 w 79900"/>
              <a:gd name="csY0" fmla="*/ 39968 h 79900"/>
              <a:gd name="csX1" fmla="*/ 40127 w 79900"/>
              <a:gd name="csY1" fmla="*/ 79918 h 79900"/>
              <a:gd name="csX2" fmla="*/ 177 w 79900"/>
              <a:gd name="csY2" fmla="*/ 39968 h 79900"/>
              <a:gd name="csX3" fmla="*/ 40127 w 79900"/>
              <a:gd name="csY3" fmla="*/ 17 h 79900"/>
              <a:gd name="csX4" fmla="*/ 80078 w 79900"/>
              <a:gd name="csY4" fmla="*/ 39968 h 79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9900" h="79900">
                <a:moveTo>
                  <a:pt x="80078" y="39968"/>
                </a:moveTo>
                <a:cubicBezTo>
                  <a:pt x="80078" y="62032"/>
                  <a:pt x="62191" y="79918"/>
                  <a:pt x="40127" y="79918"/>
                </a:cubicBezTo>
                <a:cubicBezTo>
                  <a:pt x="18063" y="79918"/>
                  <a:pt x="177" y="62032"/>
                  <a:pt x="177" y="39968"/>
                </a:cubicBezTo>
                <a:cubicBezTo>
                  <a:pt x="177" y="17904"/>
                  <a:pt x="18063" y="17"/>
                  <a:pt x="40127" y="17"/>
                </a:cubicBezTo>
                <a:cubicBezTo>
                  <a:pt x="62191" y="17"/>
                  <a:pt x="80078" y="17904"/>
                  <a:pt x="80078" y="39968"/>
                </a:cubicBezTo>
                <a:close/>
              </a:path>
            </a:pathLst>
          </a:custGeom>
          <a:solidFill>
            <a:srgbClr val="FFFFFF"/>
          </a:solidFill>
          <a:ln w="6399" cap="flat">
            <a:noFill/>
            <a:prstDash val="solid"/>
            <a:miter/>
          </a:ln>
        </p:spPr>
        <p:txBody>
          <a:bodyPr/>
          <a:lstStyle/>
          <a:p>
            <a:endParaRPr lang="el-GR"/>
          </a:p>
        </p:txBody>
      </p:sp>
      <p:grpSp>
        <p:nvGrpSpPr>
          <p:cNvPr id="174" name="Graphic 167">
            <a:extLst>
              <a:ext uri="{FF2B5EF4-FFF2-40B4-BE49-F238E27FC236}">
                <a16:creationId xmlns:a16="http://schemas.microsoft.com/office/drawing/2014/main" id="{F5F08063-7F24-D4E3-E960-6BEED2A1A1A6}"/>
              </a:ext>
            </a:extLst>
          </p:cNvPr>
          <p:cNvGrpSpPr/>
          <p:nvPr/>
        </p:nvGrpSpPr>
        <p:grpSpPr>
          <a:xfrm>
            <a:off x="10831403" y="3373229"/>
            <a:ext cx="1145727" cy="3405771"/>
            <a:chOff x="10831403" y="3373229"/>
            <a:chExt cx="1145727" cy="3405771"/>
          </a:xfrm>
        </p:grpSpPr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FB5B1160-382C-ED1B-0811-E11FD576A71C}"/>
                </a:ext>
              </a:extLst>
            </p:cNvPr>
            <p:cNvSpPr/>
            <p:nvPr/>
          </p:nvSpPr>
          <p:spPr>
            <a:xfrm>
              <a:off x="11320134" y="4173802"/>
              <a:ext cx="439301" cy="846355"/>
            </a:xfrm>
            <a:custGeom>
              <a:avLst/>
              <a:gdLst>
                <a:gd name="csX0" fmla="*/ 266279 w 439301"/>
                <a:gd name="csY0" fmla="*/ -35 h 846355"/>
                <a:gd name="csX1" fmla="*/ 220390 w 439301"/>
                <a:gd name="csY1" fmla="*/ 326268 h 846355"/>
                <a:gd name="csX2" fmla="*/ 26666 w 439301"/>
                <a:gd name="csY2" fmla="*/ 672965 h 846355"/>
                <a:gd name="csX3" fmla="*/ 21547 w 439301"/>
                <a:gd name="csY3" fmla="*/ 846320 h 846355"/>
                <a:gd name="csX4" fmla="*/ 72523 w 439301"/>
                <a:gd name="csY4" fmla="*/ 810651 h 846355"/>
                <a:gd name="csX5" fmla="*/ 82724 w 439301"/>
                <a:gd name="csY5" fmla="*/ 749468 h 846355"/>
                <a:gd name="csX6" fmla="*/ 363144 w 439301"/>
                <a:gd name="csY6" fmla="*/ 433346 h 846355"/>
                <a:gd name="csX7" fmla="*/ 439628 w 439301"/>
                <a:gd name="csY7" fmla="*/ 35666 h 8463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39301" h="846355">
                  <a:moveTo>
                    <a:pt x="266279" y="-35"/>
                  </a:moveTo>
                  <a:lnTo>
                    <a:pt x="220390" y="326268"/>
                  </a:lnTo>
                  <a:lnTo>
                    <a:pt x="26666" y="672965"/>
                  </a:lnTo>
                  <a:cubicBezTo>
                    <a:pt x="-29448" y="723948"/>
                    <a:pt x="21547" y="846320"/>
                    <a:pt x="21547" y="846320"/>
                  </a:cubicBezTo>
                  <a:lnTo>
                    <a:pt x="72523" y="810651"/>
                  </a:lnTo>
                  <a:lnTo>
                    <a:pt x="82724" y="749468"/>
                  </a:lnTo>
                  <a:cubicBezTo>
                    <a:pt x="82724" y="749468"/>
                    <a:pt x="307061" y="494542"/>
                    <a:pt x="363144" y="433346"/>
                  </a:cubicBezTo>
                  <a:cubicBezTo>
                    <a:pt x="419227" y="372150"/>
                    <a:pt x="439628" y="35666"/>
                    <a:pt x="439628" y="35666"/>
                  </a:cubicBezTo>
                  <a:close/>
                </a:path>
              </a:pathLst>
            </a:custGeom>
            <a:solidFill>
              <a:srgbClr val="9F616A"/>
            </a:solidFill>
            <a:ln w="639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A7C881CB-CF91-F455-72F3-F263EFEC71B1}"/>
                </a:ext>
              </a:extLst>
            </p:cNvPr>
            <p:cNvSpPr/>
            <p:nvPr/>
          </p:nvSpPr>
          <p:spPr>
            <a:xfrm>
              <a:off x="11748424" y="6325432"/>
              <a:ext cx="159479" cy="221440"/>
            </a:xfrm>
            <a:custGeom>
              <a:avLst/>
              <a:gdLst>
                <a:gd name="csX0" fmla="*/ 6951 w 159479"/>
                <a:gd name="csY0" fmla="*/ 61222 h 221440"/>
                <a:gd name="csX1" fmla="*/ 1831 w 159479"/>
                <a:gd name="csY1" fmla="*/ 209076 h 221440"/>
                <a:gd name="csX2" fmla="*/ 159892 w 159479"/>
                <a:gd name="csY2" fmla="*/ 203957 h 221440"/>
                <a:gd name="csX3" fmla="*/ 119097 w 159479"/>
                <a:gd name="csY3" fmla="*/ 20 h 2214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9479" h="221440">
                  <a:moveTo>
                    <a:pt x="6951" y="61222"/>
                  </a:moveTo>
                  <a:cubicBezTo>
                    <a:pt x="6951" y="61222"/>
                    <a:pt x="-3250" y="178488"/>
                    <a:pt x="1831" y="209076"/>
                  </a:cubicBezTo>
                  <a:cubicBezTo>
                    <a:pt x="6912" y="239665"/>
                    <a:pt x="159892" y="203957"/>
                    <a:pt x="159892" y="203957"/>
                  </a:cubicBezTo>
                  <a:cubicBezTo>
                    <a:pt x="134398" y="152974"/>
                    <a:pt x="119097" y="20"/>
                    <a:pt x="119097" y="20"/>
                  </a:cubicBezTo>
                  <a:close/>
                </a:path>
              </a:pathLst>
            </a:custGeom>
            <a:solidFill>
              <a:srgbClr val="9F616A"/>
            </a:solidFill>
            <a:ln w="639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8744A705-D50D-9BCE-7F98-386E1B687D74}"/>
                </a:ext>
              </a:extLst>
            </p:cNvPr>
            <p:cNvSpPr/>
            <p:nvPr/>
          </p:nvSpPr>
          <p:spPr>
            <a:xfrm>
              <a:off x="10984026" y="6401916"/>
              <a:ext cx="159099" cy="221435"/>
            </a:xfrm>
            <a:custGeom>
              <a:avLst/>
              <a:gdLst>
                <a:gd name="csX0" fmla="*/ 11433 w 159099"/>
                <a:gd name="csY0" fmla="*/ 15342 h 221435"/>
                <a:gd name="csX1" fmla="*/ 1232 w 159099"/>
                <a:gd name="csY1" fmla="*/ 209085 h 221435"/>
                <a:gd name="csX2" fmla="*/ 159293 w 159099"/>
                <a:gd name="csY2" fmla="*/ 203965 h 221435"/>
                <a:gd name="csX3" fmla="*/ 118498 w 159099"/>
                <a:gd name="csY3" fmla="*/ 22 h 2214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9099" h="221435">
                  <a:moveTo>
                    <a:pt x="11433" y="15342"/>
                  </a:moveTo>
                  <a:cubicBezTo>
                    <a:pt x="11433" y="15342"/>
                    <a:pt x="-3862" y="178522"/>
                    <a:pt x="1232" y="209085"/>
                  </a:cubicBezTo>
                  <a:cubicBezTo>
                    <a:pt x="6326" y="239647"/>
                    <a:pt x="159293" y="203965"/>
                    <a:pt x="159293" y="203965"/>
                  </a:cubicBezTo>
                  <a:cubicBezTo>
                    <a:pt x="133798" y="152982"/>
                    <a:pt x="118498" y="22"/>
                    <a:pt x="118498" y="22"/>
                  </a:cubicBezTo>
                  <a:close/>
                </a:path>
              </a:pathLst>
            </a:custGeom>
            <a:solidFill>
              <a:srgbClr val="9F616A"/>
            </a:solidFill>
            <a:ln w="639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6CDF55DD-7DF8-1CED-4E98-8499D766AAC6}"/>
                </a:ext>
              </a:extLst>
            </p:cNvPr>
            <p:cNvSpPr/>
            <p:nvPr/>
          </p:nvSpPr>
          <p:spPr>
            <a:xfrm>
              <a:off x="11122271" y="3430801"/>
              <a:ext cx="370886" cy="370886"/>
            </a:xfrm>
            <a:custGeom>
              <a:avLst/>
              <a:gdLst>
                <a:gd name="csX0" fmla="*/ 371430 w 370886"/>
                <a:gd name="csY0" fmla="*/ 185720 h 370886"/>
                <a:gd name="csX1" fmla="*/ 185987 w 370886"/>
                <a:gd name="csY1" fmla="*/ 371163 h 370886"/>
                <a:gd name="csX2" fmla="*/ 544 w 370886"/>
                <a:gd name="csY2" fmla="*/ 185720 h 370886"/>
                <a:gd name="csX3" fmla="*/ 185987 w 370886"/>
                <a:gd name="csY3" fmla="*/ 277 h 370886"/>
                <a:gd name="csX4" fmla="*/ 371430 w 370886"/>
                <a:gd name="csY4" fmla="*/ 185720 h 3708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0886" h="370886">
                  <a:moveTo>
                    <a:pt x="371430" y="185720"/>
                  </a:moveTo>
                  <a:cubicBezTo>
                    <a:pt x="371430" y="288137"/>
                    <a:pt x="288405" y="371163"/>
                    <a:pt x="185987" y="371163"/>
                  </a:cubicBezTo>
                  <a:cubicBezTo>
                    <a:pt x="83570" y="371163"/>
                    <a:pt x="544" y="288137"/>
                    <a:pt x="544" y="185720"/>
                  </a:cubicBezTo>
                  <a:cubicBezTo>
                    <a:pt x="544" y="83302"/>
                    <a:pt x="83570" y="277"/>
                    <a:pt x="185987" y="277"/>
                  </a:cubicBezTo>
                  <a:cubicBezTo>
                    <a:pt x="288405" y="277"/>
                    <a:pt x="371430" y="83302"/>
                    <a:pt x="371430" y="185720"/>
                  </a:cubicBezTo>
                  <a:close/>
                </a:path>
              </a:pathLst>
            </a:custGeom>
            <a:solidFill>
              <a:srgbClr val="9F616A"/>
            </a:solidFill>
            <a:ln w="639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A3F4CE32-ACAB-CD17-564A-1B9594631769}"/>
                </a:ext>
              </a:extLst>
            </p:cNvPr>
            <p:cNvSpPr/>
            <p:nvPr/>
          </p:nvSpPr>
          <p:spPr>
            <a:xfrm>
              <a:off x="11272587" y="3653859"/>
              <a:ext cx="432138" cy="611848"/>
            </a:xfrm>
            <a:custGeom>
              <a:avLst/>
              <a:gdLst>
                <a:gd name="csX0" fmla="*/ 3443 w 432138"/>
                <a:gd name="csY0" fmla="*/ 137593 h 611848"/>
                <a:gd name="csX1" fmla="*/ 18737 w 432138"/>
                <a:gd name="csY1" fmla="*/ 249765 h 611848"/>
                <a:gd name="csX2" fmla="*/ 385835 w 432138"/>
                <a:gd name="csY2" fmla="*/ 611801 h 611848"/>
                <a:gd name="csX3" fmla="*/ 431724 w 432138"/>
                <a:gd name="csY3" fmla="*/ 356869 h 611848"/>
                <a:gd name="csX4" fmla="*/ 304239 w 432138"/>
                <a:gd name="csY4" fmla="*/ 239584 h 611848"/>
                <a:gd name="csX5" fmla="*/ 176773 w 432138"/>
                <a:gd name="csY5" fmla="*/ -48 h 611848"/>
                <a:gd name="csX6" fmla="*/ 3443 w 432138"/>
                <a:gd name="csY6" fmla="*/ 137593 h 6118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32138" h="611848">
                  <a:moveTo>
                    <a:pt x="3443" y="137593"/>
                  </a:moveTo>
                  <a:cubicBezTo>
                    <a:pt x="34038" y="178388"/>
                    <a:pt x="18737" y="249765"/>
                    <a:pt x="18737" y="249765"/>
                  </a:cubicBezTo>
                  <a:cubicBezTo>
                    <a:pt x="18737" y="249765"/>
                    <a:pt x="329740" y="611801"/>
                    <a:pt x="385835" y="611801"/>
                  </a:cubicBezTo>
                  <a:cubicBezTo>
                    <a:pt x="441931" y="611801"/>
                    <a:pt x="431724" y="356869"/>
                    <a:pt x="431724" y="356869"/>
                  </a:cubicBezTo>
                  <a:cubicBezTo>
                    <a:pt x="431724" y="356869"/>
                    <a:pt x="350128" y="260023"/>
                    <a:pt x="304239" y="239584"/>
                  </a:cubicBezTo>
                  <a:cubicBezTo>
                    <a:pt x="258350" y="219145"/>
                    <a:pt x="176773" y="-48"/>
                    <a:pt x="176773" y="-48"/>
                  </a:cubicBezTo>
                  <a:cubicBezTo>
                    <a:pt x="176773" y="-48"/>
                    <a:pt x="-27171" y="96798"/>
                    <a:pt x="3443" y="137593"/>
                  </a:cubicBezTo>
                  <a:close/>
                </a:path>
              </a:pathLst>
            </a:custGeom>
            <a:solidFill>
              <a:srgbClr val="9F616A"/>
            </a:solidFill>
            <a:ln w="639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14633767-6221-B0C5-5F87-BE6ACD8D38D1}"/>
                </a:ext>
              </a:extLst>
            </p:cNvPr>
            <p:cNvSpPr/>
            <p:nvPr/>
          </p:nvSpPr>
          <p:spPr>
            <a:xfrm>
              <a:off x="10856324" y="4484894"/>
              <a:ext cx="1043964" cy="2069822"/>
            </a:xfrm>
            <a:custGeom>
              <a:avLst/>
              <a:gdLst>
                <a:gd name="csX0" fmla="*/ 210597 w 1043964"/>
                <a:gd name="csY0" fmla="*/ -27 h 2069822"/>
                <a:gd name="csX1" fmla="*/ 11024 w 1043964"/>
                <a:gd name="csY1" fmla="*/ 335222 h 2069822"/>
                <a:gd name="csX2" fmla="*/ 42380 w 1043964"/>
                <a:gd name="csY2" fmla="*/ 698474 h 2069822"/>
                <a:gd name="csX3" fmla="*/ 72943 w 1043964"/>
                <a:gd name="csY3" fmla="*/ 1345973 h 2069822"/>
                <a:gd name="csX4" fmla="*/ 123926 w 1043964"/>
                <a:gd name="csY4" fmla="*/ 1998419 h 2069822"/>
                <a:gd name="csX5" fmla="*/ 123926 w 1043964"/>
                <a:gd name="csY5" fmla="*/ 2069796 h 2069822"/>
                <a:gd name="csX6" fmla="*/ 292174 w 1043964"/>
                <a:gd name="csY6" fmla="*/ 2064677 h 2069822"/>
                <a:gd name="csX7" fmla="*/ 348289 w 1043964"/>
                <a:gd name="csY7" fmla="*/ 1366342 h 2069822"/>
                <a:gd name="csX8" fmla="*/ 429866 w 1043964"/>
                <a:gd name="csY8" fmla="*/ 841196 h 2069822"/>
                <a:gd name="csX9" fmla="*/ 562426 w 1043964"/>
                <a:gd name="csY9" fmla="*/ 1243963 h 2069822"/>
                <a:gd name="csX10" fmla="*/ 781657 w 1043964"/>
                <a:gd name="csY10" fmla="*/ 1738515 h 2069822"/>
                <a:gd name="csX11" fmla="*/ 850500 w 1043964"/>
                <a:gd name="csY11" fmla="*/ 1916880 h 2069822"/>
                <a:gd name="csX12" fmla="*/ 891295 w 1043964"/>
                <a:gd name="csY12" fmla="*/ 1988257 h 2069822"/>
                <a:gd name="csX13" fmla="*/ 1044237 w 1043964"/>
                <a:gd name="csY13" fmla="*/ 1970384 h 2069822"/>
                <a:gd name="csX14" fmla="*/ 812265 w 1043964"/>
                <a:gd name="csY14" fmla="*/ 1187913 h 2069822"/>
                <a:gd name="csX15" fmla="*/ 766382 w 1043964"/>
                <a:gd name="csY15" fmla="*/ 678080 h 2069822"/>
                <a:gd name="csX16" fmla="*/ 669537 w 1043964"/>
                <a:gd name="csY16" fmla="*/ 234511 h 2069822"/>
                <a:gd name="csX17" fmla="*/ 669537 w 1043964"/>
                <a:gd name="csY17" fmla="*/ 173328 h 20698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043964" h="2069822">
                  <a:moveTo>
                    <a:pt x="210597" y="-27"/>
                  </a:moveTo>
                  <a:lnTo>
                    <a:pt x="11024" y="335222"/>
                  </a:lnTo>
                  <a:cubicBezTo>
                    <a:pt x="-25394" y="395151"/>
                    <a:pt x="42380" y="698474"/>
                    <a:pt x="42380" y="698474"/>
                  </a:cubicBezTo>
                  <a:lnTo>
                    <a:pt x="72943" y="1345973"/>
                  </a:lnTo>
                  <a:lnTo>
                    <a:pt x="123926" y="1998419"/>
                  </a:lnTo>
                  <a:lnTo>
                    <a:pt x="123926" y="2069796"/>
                  </a:lnTo>
                  <a:lnTo>
                    <a:pt x="292174" y="2064677"/>
                  </a:lnTo>
                  <a:lnTo>
                    <a:pt x="348289" y="1366342"/>
                  </a:lnTo>
                  <a:lnTo>
                    <a:pt x="429866" y="841196"/>
                  </a:lnTo>
                  <a:lnTo>
                    <a:pt x="562426" y="1243963"/>
                  </a:lnTo>
                  <a:lnTo>
                    <a:pt x="781657" y="1738515"/>
                  </a:lnTo>
                  <a:cubicBezTo>
                    <a:pt x="800378" y="1799516"/>
                    <a:pt x="823383" y="1859120"/>
                    <a:pt x="850500" y="1916880"/>
                  </a:cubicBezTo>
                  <a:lnTo>
                    <a:pt x="891295" y="1988257"/>
                  </a:lnTo>
                  <a:lnTo>
                    <a:pt x="1044237" y="1970384"/>
                  </a:lnTo>
                  <a:lnTo>
                    <a:pt x="812265" y="1187913"/>
                  </a:lnTo>
                  <a:lnTo>
                    <a:pt x="766382" y="678080"/>
                  </a:lnTo>
                  <a:cubicBezTo>
                    <a:pt x="761263" y="392565"/>
                    <a:pt x="669537" y="234511"/>
                    <a:pt x="669537" y="234511"/>
                  </a:cubicBezTo>
                  <a:lnTo>
                    <a:pt x="669537" y="173328"/>
                  </a:lnTo>
                  <a:close/>
                </a:path>
              </a:pathLst>
            </a:custGeom>
            <a:solidFill>
              <a:srgbClr val="090814"/>
            </a:solidFill>
            <a:ln w="639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01134ED2-F78D-D8D9-ACD4-88E26C20094F}"/>
                </a:ext>
              </a:extLst>
            </p:cNvPr>
            <p:cNvSpPr/>
            <p:nvPr/>
          </p:nvSpPr>
          <p:spPr>
            <a:xfrm>
              <a:off x="11596168" y="6480079"/>
              <a:ext cx="380962" cy="222468"/>
            </a:xfrm>
            <a:custGeom>
              <a:avLst/>
              <a:gdLst>
                <a:gd name="csX0" fmla="*/ 169386 w 380962"/>
                <a:gd name="csY0" fmla="*/ 28952 h 222468"/>
                <a:gd name="csX1" fmla="*/ 143892 w 380962"/>
                <a:gd name="csY1" fmla="*/ 3457 h 222468"/>
                <a:gd name="csX2" fmla="*/ 77596 w 380962"/>
                <a:gd name="csY2" fmla="*/ 59578 h 222468"/>
                <a:gd name="csX3" fmla="*/ 1112 w 380962"/>
                <a:gd name="csY3" fmla="*/ 125861 h 222468"/>
                <a:gd name="csX4" fmla="*/ 118391 w 380962"/>
                <a:gd name="csY4" fmla="*/ 212520 h 222468"/>
                <a:gd name="csX5" fmla="*/ 210169 w 380962"/>
                <a:gd name="csY5" fmla="*/ 217639 h 222468"/>
                <a:gd name="csX6" fmla="*/ 342729 w 380962"/>
                <a:gd name="csY6" fmla="*/ 217639 h 222468"/>
                <a:gd name="csX7" fmla="*/ 342729 w 380962"/>
                <a:gd name="csY7" fmla="*/ 44284 h 222468"/>
                <a:gd name="csX8" fmla="*/ 281546 w 380962"/>
                <a:gd name="csY8" fmla="*/ 39165 h 222468"/>
                <a:gd name="csX9" fmla="*/ 169386 w 380962"/>
                <a:gd name="csY9" fmla="*/ 28952 h 2224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380962" h="222468">
                  <a:moveTo>
                    <a:pt x="169386" y="28952"/>
                  </a:moveTo>
                  <a:cubicBezTo>
                    <a:pt x="169386" y="28952"/>
                    <a:pt x="143892" y="-11843"/>
                    <a:pt x="143892" y="3457"/>
                  </a:cubicBezTo>
                  <a:cubicBezTo>
                    <a:pt x="143892" y="18758"/>
                    <a:pt x="77596" y="59578"/>
                    <a:pt x="77596" y="59578"/>
                  </a:cubicBezTo>
                  <a:cubicBezTo>
                    <a:pt x="77596" y="59578"/>
                    <a:pt x="11313" y="49378"/>
                    <a:pt x="1112" y="125861"/>
                  </a:cubicBezTo>
                  <a:cubicBezTo>
                    <a:pt x="-9088" y="202345"/>
                    <a:pt x="92903" y="217639"/>
                    <a:pt x="118391" y="212520"/>
                  </a:cubicBezTo>
                  <a:cubicBezTo>
                    <a:pt x="143879" y="207400"/>
                    <a:pt x="210169" y="217639"/>
                    <a:pt x="210169" y="217639"/>
                  </a:cubicBezTo>
                  <a:cubicBezTo>
                    <a:pt x="254118" y="224111"/>
                    <a:pt x="298779" y="224111"/>
                    <a:pt x="342729" y="217639"/>
                  </a:cubicBezTo>
                  <a:cubicBezTo>
                    <a:pt x="424306" y="207439"/>
                    <a:pt x="352929" y="69785"/>
                    <a:pt x="342729" y="44284"/>
                  </a:cubicBezTo>
                  <a:cubicBezTo>
                    <a:pt x="332528" y="18783"/>
                    <a:pt x="281546" y="39165"/>
                    <a:pt x="281546" y="39165"/>
                  </a:cubicBezTo>
                  <a:cubicBezTo>
                    <a:pt x="189781" y="64634"/>
                    <a:pt x="169386" y="28952"/>
                    <a:pt x="169386" y="28952"/>
                  </a:cubicBezTo>
                  <a:close/>
                </a:path>
              </a:pathLst>
            </a:custGeom>
            <a:solidFill>
              <a:srgbClr val="090814"/>
            </a:solidFill>
            <a:ln w="639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907BC3F4-03D5-6645-B23E-A41DB860287F}"/>
                </a:ext>
              </a:extLst>
            </p:cNvPr>
            <p:cNvSpPr/>
            <p:nvPr/>
          </p:nvSpPr>
          <p:spPr>
            <a:xfrm>
              <a:off x="10831403" y="6556529"/>
              <a:ext cx="380949" cy="222471"/>
            </a:xfrm>
            <a:custGeom>
              <a:avLst/>
              <a:gdLst>
                <a:gd name="csX0" fmla="*/ 169154 w 380949"/>
                <a:gd name="csY0" fmla="*/ 28949 h 222471"/>
                <a:gd name="csX1" fmla="*/ 143660 w 380949"/>
                <a:gd name="csY1" fmla="*/ 3455 h 222471"/>
                <a:gd name="csX2" fmla="*/ 77376 w 380949"/>
                <a:gd name="csY2" fmla="*/ 59570 h 222471"/>
                <a:gd name="csX3" fmla="*/ 893 w 380949"/>
                <a:gd name="csY3" fmla="*/ 125853 h 222471"/>
                <a:gd name="csX4" fmla="*/ 118159 w 380949"/>
                <a:gd name="csY4" fmla="*/ 212524 h 222471"/>
                <a:gd name="csX5" fmla="*/ 209936 w 380949"/>
                <a:gd name="csY5" fmla="*/ 217643 h 222471"/>
                <a:gd name="csX6" fmla="*/ 342496 w 380949"/>
                <a:gd name="csY6" fmla="*/ 217643 h 222471"/>
                <a:gd name="csX7" fmla="*/ 342496 w 380949"/>
                <a:gd name="csY7" fmla="*/ 44288 h 222471"/>
                <a:gd name="csX8" fmla="*/ 281313 w 380949"/>
                <a:gd name="csY8" fmla="*/ 39169 h 222471"/>
                <a:gd name="csX9" fmla="*/ 169154 w 380949"/>
                <a:gd name="csY9" fmla="*/ 28949 h 2224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380949" h="222471">
                  <a:moveTo>
                    <a:pt x="169154" y="28949"/>
                  </a:moveTo>
                  <a:cubicBezTo>
                    <a:pt x="169154" y="28949"/>
                    <a:pt x="143660" y="-11833"/>
                    <a:pt x="143660" y="3455"/>
                  </a:cubicBezTo>
                  <a:cubicBezTo>
                    <a:pt x="143660" y="18743"/>
                    <a:pt x="77376" y="59570"/>
                    <a:pt x="77376" y="59570"/>
                  </a:cubicBezTo>
                  <a:cubicBezTo>
                    <a:pt x="77376" y="59570"/>
                    <a:pt x="11093" y="49369"/>
                    <a:pt x="893" y="125853"/>
                  </a:cubicBezTo>
                  <a:cubicBezTo>
                    <a:pt x="-9307" y="202336"/>
                    <a:pt x="92671" y="217631"/>
                    <a:pt x="118159" y="212524"/>
                  </a:cubicBezTo>
                  <a:cubicBezTo>
                    <a:pt x="143647" y="207417"/>
                    <a:pt x="209936" y="217643"/>
                    <a:pt x="209936" y="217643"/>
                  </a:cubicBezTo>
                  <a:cubicBezTo>
                    <a:pt x="253886" y="224115"/>
                    <a:pt x="298546" y="224115"/>
                    <a:pt x="342496" y="217643"/>
                  </a:cubicBezTo>
                  <a:cubicBezTo>
                    <a:pt x="424074" y="207443"/>
                    <a:pt x="352697" y="69789"/>
                    <a:pt x="342496" y="44288"/>
                  </a:cubicBezTo>
                  <a:cubicBezTo>
                    <a:pt x="332296" y="18787"/>
                    <a:pt x="281313" y="39169"/>
                    <a:pt x="281313" y="39169"/>
                  </a:cubicBezTo>
                  <a:cubicBezTo>
                    <a:pt x="189548" y="64631"/>
                    <a:pt x="169154" y="28949"/>
                    <a:pt x="169154" y="28949"/>
                  </a:cubicBezTo>
                  <a:close/>
                </a:path>
              </a:pathLst>
            </a:custGeom>
            <a:solidFill>
              <a:srgbClr val="090814"/>
            </a:solidFill>
            <a:ln w="639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46803515-CEE3-CA42-8D9D-047769F8D977}"/>
                </a:ext>
              </a:extLst>
            </p:cNvPr>
            <p:cNvSpPr/>
            <p:nvPr/>
          </p:nvSpPr>
          <p:spPr>
            <a:xfrm>
              <a:off x="11041174" y="3867266"/>
              <a:ext cx="734189" cy="854230"/>
            </a:xfrm>
            <a:custGeom>
              <a:avLst/>
              <a:gdLst>
                <a:gd name="csX0" fmla="*/ 311294 w 734189"/>
                <a:gd name="csY0" fmla="*/ 31256 h 854230"/>
                <a:gd name="csX1" fmla="*/ 46174 w 734189"/>
                <a:gd name="csY1" fmla="*/ 230099 h 854230"/>
                <a:gd name="csX2" fmla="*/ 35973 w 734189"/>
                <a:gd name="csY2" fmla="*/ 418748 h 854230"/>
                <a:gd name="csX3" fmla="*/ 285 w 734189"/>
                <a:gd name="csY3" fmla="*/ 632886 h 854230"/>
                <a:gd name="csX4" fmla="*/ 510137 w 734189"/>
                <a:gd name="csY4" fmla="*/ 821535 h 854230"/>
                <a:gd name="csX5" fmla="*/ 601914 w 734189"/>
                <a:gd name="csY5" fmla="*/ 520727 h 854230"/>
                <a:gd name="csX6" fmla="*/ 734474 w 734189"/>
                <a:gd name="csY6" fmla="*/ 428949 h 854230"/>
                <a:gd name="csX7" fmla="*/ 714080 w 734189"/>
                <a:gd name="csY7" fmla="*/ 189317 h 854230"/>
                <a:gd name="csX8" fmla="*/ 561139 w 734189"/>
                <a:gd name="csY8" fmla="*/ 42052 h 854230"/>
                <a:gd name="csX9" fmla="*/ 311294 w 734189"/>
                <a:gd name="csY9" fmla="*/ 31256 h 854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734189" h="854230">
                  <a:moveTo>
                    <a:pt x="311294" y="31256"/>
                  </a:moveTo>
                  <a:cubicBezTo>
                    <a:pt x="183827" y="-101304"/>
                    <a:pt x="46174" y="230099"/>
                    <a:pt x="46174" y="230099"/>
                  </a:cubicBezTo>
                  <a:cubicBezTo>
                    <a:pt x="46174" y="230099"/>
                    <a:pt x="285" y="352465"/>
                    <a:pt x="35973" y="418748"/>
                  </a:cubicBezTo>
                  <a:cubicBezTo>
                    <a:pt x="71662" y="485032"/>
                    <a:pt x="285" y="632886"/>
                    <a:pt x="285" y="632886"/>
                  </a:cubicBezTo>
                  <a:cubicBezTo>
                    <a:pt x="174888" y="781521"/>
                    <a:pt x="348883" y="918899"/>
                    <a:pt x="510137" y="821535"/>
                  </a:cubicBezTo>
                  <a:cubicBezTo>
                    <a:pt x="489742" y="699169"/>
                    <a:pt x="556025" y="637992"/>
                    <a:pt x="601914" y="520727"/>
                  </a:cubicBezTo>
                  <a:cubicBezTo>
                    <a:pt x="647803" y="403461"/>
                    <a:pt x="734474" y="428949"/>
                    <a:pt x="734474" y="428949"/>
                  </a:cubicBezTo>
                  <a:cubicBezTo>
                    <a:pt x="734474" y="428949"/>
                    <a:pt x="729355" y="296389"/>
                    <a:pt x="714080" y="189317"/>
                  </a:cubicBezTo>
                  <a:cubicBezTo>
                    <a:pt x="698805" y="82245"/>
                    <a:pt x="561139" y="42052"/>
                    <a:pt x="561139" y="42052"/>
                  </a:cubicBezTo>
                  <a:cubicBezTo>
                    <a:pt x="536169" y="86885"/>
                    <a:pt x="438760" y="163803"/>
                    <a:pt x="311294" y="31256"/>
                  </a:cubicBezTo>
                  <a:close/>
                </a:path>
              </a:pathLst>
            </a:custGeom>
            <a:solidFill>
              <a:srgbClr val="6C63FF"/>
            </a:solidFill>
            <a:ln w="639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561819C-82FD-D33D-92C6-6CCD8DDEA47D}"/>
                </a:ext>
              </a:extLst>
            </p:cNvPr>
            <p:cNvSpPr/>
            <p:nvPr/>
          </p:nvSpPr>
          <p:spPr>
            <a:xfrm>
              <a:off x="10861854" y="4112696"/>
              <a:ext cx="439301" cy="846355"/>
            </a:xfrm>
            <a:custGeom>
              <a:avLst/>
              <a:gdLst>
                <a:gd name="csX0" fmla="*/ 266147 w 439301"/>
                <a:gd name="csY0" fmla="*/ -36 h 846355"/>
                <a:gd name="csX1" fmla="*/ 220259 w 439301"/>
                <a:gd name="csY1" fmla="*/ 326267 h 846355"/>
                <a:gd name="csX2" fmla="*/ 26535 w 439301"/>
                <a:gd name="csY2" fmla="*/ 672964 h 846355"/>
                <a:gd name="csX3" fmla="*/ 21415 w 439301"/>
                <a:gd name="csY3" fmla="*/ 846319 h 846355"/>
                <a:gd name="csX4" fmla="*/ 72392 w 439301"/>
                <a:gd name="csY4" fmla="*/ 810649 h 846355"/>
                <a:gd name="csX5" fmla="*/ 82592 w 439301"/>
                <a:gd name="csY5" fmla="*/ 749467 h 846355"/>
                <a:gd name="csX6" fmla="*/ 363013 w 439301"/>
                <a:gd name="csY6" fmla="*/ 433345 h 846355"/>
                <a:gd name="csX7" fmla="*/ 439496 w 439301"/>
                <a:gd name="csY7" fmla="*/ 35665 h 8463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39301" h="846355">
                  <a:moveTo>
                    <a:pt x="266147" y="-36"/>
                  </a:moveTo>
                  <a:lnTo>
                    <a:pt x="220259" y="326267"/>
                  </a:lnTo>
                  <a:lnTo>
                    <a:pt x="26535" y="672964"/>
                  </a:lnTo>
                  <a:cubicBezTo>
                    <a:pt x="-29580" y="723947"/>
                    <a:pt x="21415" y="846319"/>
                    <a:pt x="21415" y="846319"/>
                  </a:cubicBezTo>
                  <a:lnTo>
                    <a:pt x="72392" y="810649"/>
                  </a:lnTo>
                  <a:lnTo>
                    <a:pt x="82592" y="749467"/>
                  </a:lnTo>
                  <a:cubicBezTo>
                    <a:pt x="82592" y="749467"/>
                    <a:pt x="306930" y="494534"/>
                    <a:pt x="363013" y="433345"/>
                  </a:cubicBezTo>
                  <a:cubicBezTo>
                    <a:pt x="419095" y="372155"/>
                    <a:pt x="439496" y="35665"/>
                    <a:pt x="439496" y="35665"/>
                  </a:cubicBezTo>
                  <a:close/>
                </a:path>
              </a:pathLst>
            </a:custGeom>
            <a:solidFill>
              <a:srgbClr val="9F616A"/>
            </a:solidFill>
            <a:ln w="639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B404BA0B-2E9E-D42E-C0EB-FFE7B9D471D4}"/>
                </a:ext>
              </a:extLst>
            </p:cNvPr>
            <p:cNvSpPr/>
            <p:nvPr/>
          </p:nvSpPr>
          <p:spPr>
            <a:xfrm>
              <a:off x="11097244" y="3850683"/>
              <a:ext cx="217751" cy="338496"/>
            </a:xfrm>
            <a:custGeom>
              <a:avLst/>
              <a:gdLst>
                <a:gd name="csX0" fmla="*/ 233 w 217751"/>
                <a:gd name="csY0" fmla="*/ 312959 h 338496"/>
                <a:gd name="csX1" fmla="*/ 214371 w 217751"/>
                <a:gd name="csY1" fmla="*/ 338454 h 338496"/>
                <a:gd name="csX2" fmla="*/ 197329 w 217751"/>
                <a:gd name="csY2" fmla="*/ 26172 h 338496"/>
                <a:gd name="csX3" fmla="*/ 46116 w 217751"/>
                <a:gd name="csY3" fmla="*/ 32507 h 338496"/>
                <a:gd name="csX4" fmla="*/ 233 w 217751"/>
                <a:gd name="csY4" fmla="*/ 312959 h 3384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7751" h="338496">
                  <a:moveTo>
                    <a:pt x="233" y="312959"/>
                  </a:moveTo>
                  <a:lnTo>
                    <a:pt x="214371" y="338454"/>
                  </a:lnTo>
                  <a:cubicBezTo>
                    <a:pt x="214371" y="338454"/>
                    <a:pt x="229665" y="88647"/>
                    <a:pt x="197329" y="26172"/>
                  </a:cubicBezTo>
                  <a:cubicBezTo>
                    <a:pt x="164994" y="-36304"/>
                    <a:pt x="46116" y="32507"/>
                    <a:pt x="46116" y="32507"/>
                  </a:cubicBezTo>
                  <a:cubicBezTo>
                    <a:pt x="15534" y="37639"/>
                    <a:pt x="233" y="312959"/>
                    <a:pt x="233" y="312959"/>
                  </a:cubicBezTo>
                  <a:close/>
                </a:path>
              </a:pathLst>
            </a:custGeom>
            <a:solidFill>
              <a:srgbClr val="6C63FF"/>
            </a:solidFill>
            <a:ln w="639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B39FF1C-209E-BFDB-9397-387364EBE946}"/>
                </a:ext>
              </a:extLst>
            </p:cNvPr>
            <p:cNvSpPr/>
            <p:nvPr/>
          </p:nvSpPr>
          <p:spPr>
            <a:xfrm>
              <a:off x="11100110" y="3373229"/>
              <a:ext cx="523205" cy="549739"/>
            </a:xfrm>
            <a:custGeom>
              <a:avLst/>
              <a:gdLst>
                <a:gd name="csX0" fmla="*/ 274 w 523205"/>
                <a:gd name="csY0" fmla="*/ 135607 h 549739"/>
                <a:gd name="csX1" fmla="*/ 74505 w 523205"/>
                <a:gd name="csY1" fmla="*/ 469819 h 549739"/>
                <a:gd name="csX2" fmla="*/ 491965 w 523205"/>
                <a:gd name="csY2" fmla="*/ 533075 h 549739"/>
                <a:gd name="csX3" fmla="*/ 308032 w 523205"/>
                <a:gd name="csY3" fmla="*/ -25 h 549739"/>
                <a:gd name="csX4" fmla="*/ 274 w 523205"/>
                <a:gd name="csY4" fmla="*/ 135607 h 5497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23205" h="549739">
                  <a:moveTo>
                    <a:pt x="274" y="135607"/>
                  </a:moveTo>
                  <a:cubicBezTo>
                    <a:pt x="137416" y="204149"/>
                    <a:pt x="58290" y="391294"/>
                    <a:pt x="74505" y="469819"/>
                  </a:cubicBezTo>
                  <a:cubicBezTo>
                    <a:pt x="101017" y="598444"/>
                    <a:pt x="491965" y="533075"/>
                    <a:pt x="491965" y="533075"/>
                  </a:cubicBezTo>
                  <a:cubicBezTo>
                    <a:pt x="539531" y="524520"/>
                    <a:pt x="568519" y="-4671"/>
                    <a:pt x="308032" y="-25"/>
                  </a:cubicBezTo>
                  <a:cubicBezTo>
                    <a:pt x="176701" y="2356"/>
                    <a:pt x="85851" y="44028"/>
                    <a:pt x="274" y="135607"/>
                  </a:cubicBezTo>
                  <a:close/>
                </a:path>
              </a:pathLst>
            </a:custGeom>
            <a:solidFill>
              <a:srgbClr val="090814"/>
            </a:solidFill>
            <a:ln w="639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187" name="Graphic 167">
            <a:extLst>
              <a:ext uri="{FF2B5EF4-FFF2-40B4-BE49-F238E27FC236}">
                <a16:creationId xmlns:a16="http://schemas.microsoft.com/office/drawing/2014/main" id="{921BA156-2CDA-30CC-5C7E-51CDFC2CFEE6}"/>
              </a:ext>
            </a:extLst>
          </p:cNvPr>
          <p:cNvGrpSpPr/>
          <p:nvPr/>
        </p:nvGrpSpPr>
        <p:grpSpPr>
          <a:xfrm>
            <a:off x="7639784" y="1659691"/>
            <a:ext cx="2425766" cy="2253850"/>
            <a:chOff x="7639784" y="1659691"/>
            <a:chExt cx="2425766" cy="2253850"/>
          </a:xfrm>
        </p:grpSpPr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3A054D57-1849-46F4-C3B5-92CC9FD0B671}"/>
                </a:ext>
              </a:extLst>
            </p:cNvPr>
            <p:cNvSpPr/>
            <p:nvPr/>
          </p:nvSpPr>
          <p:spPr>
            <a:xfrm>
              <a:off x="7639784" y="1659691"/>
              <a:ext cx="2425766" cy="2253850"/>
            </a:xfrm>
            <a:custGeom>
              <a:avLst/>
              <a:gdLst>
                <a:gd name="csX0" fmla="*/ 2161989 w 2425766"/>
                <a:gd name="csY0" fmla="*/ 2252982 h 2253850"/>
                <a:gd name="csX1" fmla="*/ 264164 w 2425766"/>
                <a:gd name="csY1" fmla="*/ 2253622 h 2253850"/>
                <a:gd name="csX2" fmla="*/ -68 w 2425766"/>
                <a:gd name="csY2" fmla="*/ 1991522 h 2253850"/>
                <a:gd name="csX3" fmla="*/ 35629 w 2425766"/>
                <a:gd name="csY3" fmla="*/ 1858111 h 2253850"/>
                <a:gd name="csX4" fmla="*/ 983936 w 2425766"/>
                <a:gd name="csY4" fmla="*/ 131766 h 2253850"/>
                <a:gd name="csX5" fmla="*/ 1344184 w 2425766"/>
                <a:gd name="csY5" fmla="*/ 35107 h 2253850"/>
                <a:gd name="csX6" fmla="*/ 1440751 w 2425766"/>
                <a:gd name="csY6" fmla="*/ 131607 h 2253850"/>
                <a:gd name="csX7" fmla="*/ 2390396 w 2425766"/>
                <a:gd name="csY7" fmla="*/ 1857478 h 2253850"/>
                <a:gd name="csX8" fmla="*/ 2293650 w 2425766"/>
                <a:gd name="csY8" fmla="*/ 2217693 h 2253850"/>
                <a:gd name="csX9" fmla="*/ 2162008 w 2425766"/>
                <a:gd name="csY9" fmla="*/ 2252950 h 2253850"/>
                <a:gd name="csX10" fmla="*/ 2162008 w 2425766"/>
                <a:gd name="csY10" fmla="*/ 2252950 h 2253850"/>
                <a:gd name="csX11" fmla="*/ 23777 w 2425766"/>
                <a:gd name="csY11" fmla="*/ 1989935 h 2253850"/>
                <a:gd name="csX12" fmla="*/ 254885 w 2425766"/>
                <a:gd name="csY12" fmla="*/ 1979876 h 2253850"/>
                <a:gd name="csX13" fmla="*/ 264151 w 2425766"/>
                <a:gd name="csY13" fmla="*/ 2229810 h 2253850"/>
                <a:gd name="csX14" fmla="*/ 2369720 w 2425766"/>
                <a:gd name="csY14" fmla="*/ 2109114 h 2253850"/>
                <a:gd name="csX15" fmla="*/ 2369631 w 2425766"/>
                <a:gd name="csY15" fmla="*/ 1869175 h 2253850"/>
                <a:gd name="csX16" fmla="*/ 1420005 w 2425766"/>
                <a:gd name="csY16" fmla="*/ 143304 h 2253850"/>
                <a:gd name="csX17" fmla="*/ 1212299 w 2425766"/>
                <a:gd name="csY17" fmla="*/ 23639 h 2253850"/>
                <a:gd name="csX18" fmla="*/ 23771 w 2425766"/>
                <a:gd name="csY18" fmla="*/ 1989974 h 2253850"/>
                <a:gd name="csX19" fmla="*/ 23771 w 2425766"/>
                <a:gd name="csY19" fmla="*/ 1989974 h 22538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2425766" h="2253850">
                  <a:moveTo>
                    <a:pt x="2161989" y="2252982"/>
                  </a:moveTo>
                  <a:lnTo>
                    <a:pt x="264164" y="2253622"/>
                  </a:lnTo>
                  <a:cubicBezTo>
                    <a:pt x="118821" y="2254210"/>
                    <a:pt x="521" y="2136864"/>
                    <a:pt x="-68" y="1991522"/>
                  </a:cubicBezTo>
                  <a:cubicBezTo>
                    <a:pt x="-258" y="1944667"/>
                    <a:pt x="12065" y="1898611"/>
                    <a:pt x="35629" y="1858111"/>
                  </a:cubicBezTo>
                  <a:lnTo>
                    <a:pt x="983936" y="131766"/>
                  </a:lnTo>
                  <a:cubicBezTo>
                    <a:pt x="1056724" y="5595"/>
                    <a:pt x="1218013" y="-37681"/>
                    <a:pt x="1344184" y="35107"/>
                  </a:cubicBezTo>
                  <a:cubicBezTo>
                    <a:pt x="1384285" y="58241"/>
                    <a:pt x="1417589" y="91522"/>
                    <a:pt x="1440751" y="131607"/>
                  </a:cubicBezTo>
                  <a:lnTo>
                    <a:pt x="2390396" y="1857478"/>
                  </a:lnTo>
                  <a:cubicBezTo>
                    <a:pt x="2463151" y="1983664"/>
                    <a:pt x="2419836" y="2144938"/>
                    <a:pt x="2293650" y="2217693"/>
                  </a:cubicBezTo>
                  <a:cubicBezTo>
                    <a:pt x="2253616" y="2240775"/>
                    <a:pt x="2208220" y="2252933"/>
                    <a:pt x="2162008" y="2252950"/>
                  </a:cubicBezTo>
                  <a:lnTo>
                    <a:pt x="2162008" y="2252950"/>
                  </a:lnTo>
                  <a:close/>
                  <a:moveTo>
                    <a:pt x="23777" y="1989935"/>
                  </a:moveTo>
                  <a:cubicBezTo>
                    <a:pt x="23777" y="2031159"/>
                    <a:pt x="233192" y="1942325"/>
                    <a:pt x="254885" y="1979876"/>
                  </a:cubicBezTo>
                  <a:cubicBezTo>
                    <a:pt x="298285" y="2054977"/>
                    <a:pt x="177410" y="2229842"/>
                    <a:pt x="264151" y="2229810"/>
                  </a:cubicBezTo>
                  <a:cubicBezTo>
                    <a:pt x="264151" y="2229810"/>
                    <a:pt x="2326372" y="2184248"/>
                    <a:pt x="2369720" y="2109114"/>
                  </a:cubicBezTo>
                  <a:cubicBezTo>
                    <a:pt x="2413067" y="2034999"/>
                    <a:pt x="2413033" y="1943258"/>
                    <a:pt x="2369631" y="1869175"/>
                  </a:cubicBezTo>
                  <a:lnTo>
                    <a:pt x="1420005" y="143304"/>
                  </a:lnTo>
                  <a:cubicBezTo>
                    <a:pt x="1377468" y="68825"/>
                    <a:pt x="1298067" y="23080"/>
                    <a:pt x="1212299" y="23639"/>
                  </a:cubicBezTo>
                  <a:cubicBezTo>
                    <a:pt x="1125596" y="23639"/>
                    <a:pt x="23777" y="1948737"/>
                    <a:pt x="23771" y="1989974"/>
                  </a:cubicBezTo>
                  <a:lnTo>
                    <a:pt x="23771" y="1989974"/>
                  </a:lnTo>
                  <a:close/>
                </a:path>
              </a:pathLst>
            </a:custGeom>
            <a:solidFill>
              <a:srgbClr val="3F3D56"/>
            </a:solidFill>
            <a:ln w="6399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grpSp>
          <p:nvGrpSpPr>
            <p:cNvPr id="189" name="Graphic 167">
              <a:extLst>
                <a:ext uri="{FF2B5EF4-FFF2-40B4-BE49-F238E27FC236}">
                  <a16:creationId xmlns:a16="http://schemas.microsoft.com/office/drawing/2014/main" id="{4F527320-FC14-C8CE-747A-75AC661302B2}"/>
                </a:ext>
              </a:extLst>
            </p:cNvPr>
            <p:cNvGrpSpPr/>
            <p:nvPr/>
          </p:nvGrpSpPr>
          <p:grpSpPr>
            <a:xfrm>
              <a:off x="8240713" y="2368645"/>
              <a:ext cx="1321439" cy="1321439"/>
              <a:chOff x="8240713" y="2368645"/>
              <a:chExt cx="1321439" cy="1321439"/>
            </a:xfrm>
          </p:grpSpPr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7C4B2D78-8A79-847D-D7DE-8665621076DE}"/>
                  </a:ext>
                </a:extLst>
              </p:cNvPr>
              <p:cNvSpPr/>
              <p:nvPr/>
            </p:nvSpPr>
            <p:spPr>
              <a:xfrm>
                <a:off x="8240713" y="2368645"/>
                <a:ext cx="1321439" cy="1321439"/>
              </a:xfrm>
              <a:custGeom>
                <a:avLst/>
                <a:gdLst>
                  <a:gd name="csX0" fmla="*/ 1321534 w 1321439"/>
                  <a:gd name="csY0" fmla="*/ 660831 h 1321439"/>
                  <a:gd name="csX1" fmla="*/ 660814 w 1321439"/>
                  <a:gd name="csY1" fmla="*/ 1321551 h 1321439"/>
                  <a:gd name="csX2" fmla="*/ 94 w 1321439"/>
                  <a:gd name="csY2" fmla="*/ 660831 h 1321439"/>
                  <a:gd name="csX3" fmla="*/ 660814 w 1321439"/>
                  <a:gd name="csY3" fmla="*/ 111 h 1321439"/>
                  <a:gd name="csX4" fmla="*/ 1321534 w 1321439"/>
                  <a:gd name="csY4" fmla="*/ 660831 h 1321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21439" h="1321439">
                    <a:moveTo>
                      <a:pt x="1321534" y="660831"/>
                    </a:moveTo>
                    <a:cubicBezTo>
                      <a:pt x="1321534" y="1025736"/>
                      <a:pt x="1025720" y="1321551"/>
                      <a:pt x="660814" y="1321551"/>
                    </a:cubicBezTo>
                    <a:cubicBezTo>
                      <a:pt x="295908" y="1321551"/>
                      <a:pt x="94" y="1025736"/>
                      <a:pt x="94" y="660831"/>
                    </a:cubicBezTo>
                    <a:cubicBezTo>
                      <a:pt x="94" y="295925"/>
                      <a:pt x="295908" y="111"/>
                      <a:pt x="660814" y="111"/>
                    </a:cubicBezTo>
                    <a:cubicBezTo>
                      <a:pt x="1025720" y="111"/>
                      <a:pt x="1321534" y="295925"/>
                      <a:pt x="1321534" y="660831"/>
                    </a:cubicBezTo>
                    <a:close/>
                  </a:path>
                </a:pathLst>
              </a:custGeom>
              <a:solidFill>
                <a:srgbClr val="6C63FF"/>
              </a:solidFill>
              <a:ln w="63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l-GR"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7F1EB80B-C60E-6DC1-0811-C5AA7CCC60B7}"/>
                  </a:ext>
                </a:extLst>
              </p:cNvPr>
              <p:cNvSpPr/>
              <p:nvPr/>
            </p:nvSpPr>
            <p:spPr>
              <a:xfrm>
                <a:off x="8823746" y="2614944"/>
                <a:ext cx="155416" cy="828877"/>
              </a:xfrm>
              <a:custGeom>
                <a:avLst/>
                <a:gdLst>
                  <a:gd name="csX0" fmla="*/ 25587 w 155416"/>
                  <a:gd name="csY0" fmla="*/ 584290 h 828877"/>
                  <a:gd name="csX1" fmla="*/ 18657 w 155416"/>
                  <a:gd name="csY1" fmla="*/ 233 h 828877"/>
                  <a:gd name="csX2" fmla="*/ 136518 w 155416"/>
                  <a:gd name="csY2" fmla="*/ 233 h 828877"/>
                  <a:gd name="csX3" fmla="*/ 129005 w 155416"/>
                  <a:gd name="csY3" fmla="*/ 584290 h 828877"/>
                  <a:gd name="csX4" fmla="*/ 78163 w 155416"/>
                  <a:gd name="csY4" fmla="*/ 829092 h 828877"/>
                  <a:gd name="csX5" fmla="*/ 22989 w 155416"/>
                  <a:gd name="csY5" fmla="*/ 806273 h 828877"/>
                  <a:gd name="csX6" fmla="*/ 22720 w 155416"/>
                  <a:gd name="csY6" fmla="*/ 696769 h 828877"/>
                  <a:gd name="csX7" fmla="*/ 22989 w 155416"/>
                  <a:gd name="csY7" fmla="*/ 696500 h 828877"/>
                  <a:gd name="csX8" fmla="*/ 78163 w 155416"/>
                  <a:gd name="csY8" fmla="*/ 673681 h 828877"/>
                  <a:gd name="csX9" fmla="*/ 133050 w 155416"/>
                  <a:gd name="csY9" fmla="*/ 696500 h 828877"/>
                  <a:gd name="csX10" fmla="*/ 155581 w 155416"/>
                  <a:gd name="csY10" fmla="*/ 751674 h 828877"/>
                  <a:gd name="csX11" fmla="*/ 133050 w 155416"/>
                  <a:gd name="csY11" fmla="*/ 806279 h 828877"/>
                  <a:gd name="csX12" fmla="*/ 78163 w 155416"/>
                  <a:gd name="csY12" fmla="*/ 829099 h 82887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55416" h="828877">
                    <a:moveTo>
                      <a:pt x="25587" y="584290"/>
                    </a:moveTo>
                    <a:lnTo>
                      <a:pt x="18657" y="233"/>
                    </a:lnTo>
                    <a:lnTo>
                      <a:pt x="136518" y="233"/>
                    </a:lnTo>
                    <a:lnTo>
                      <a:pt x="129005" y="584290"/>
                    </a:lnTo>
                    <a:close/>
                    <a:moveTo>
                      <a:pt x="78163" y="829092"/>
                    </a:moveTo>
                    <a:cubicBezTo>
                      <a:pt x="57410" y="829430"/>
                      <a:pt x="37441" y="821171"/>
                      <a:pt x="22989" y="806273"/>
                    </a:cubicBezTo>
                    <a:cubicBezTo>
                      <a:pt x="-7323" y="776108"/>
                      <a:pt x="-7444" y="727082"/>
                      <a:pt x="22720" y="696769"/>
                    </a:cubicBezTo>
                    <a:cubicBezTo>
                      <a:pt x="22810" y="696680"/>
                      <a:pt x="22899" y="696590"/>
                      <a:pt x="22989" y="696500"/>
                    </a:cubicBezTo>
                    <a:cubicBezTo>
                      <a:pt x="37441" y="681602"/>
                      <a:pt x="57410" y="673343"/>
                      <a:pt x="78163" y="673681"/>
                    </a:cubicBezTo>
                    <a:cubicBezTo>
                      <a:pt x="98839" y="673310"/>
                      <a:pt x="118731" y="681581"/>
                      <a:pt x="133050" y="696500"/>
                    </a:cubicBezTo>
                    <a:cubicBezTo>
                      <a:pt x="147793" y="711034"/>
                      <a:pt x="155937" y="730975"/>
                      <a:pt x="155581" y="751674"/>
                    </a:cubicBezTo>
                    <a:cubicBezTo>
                      <a:pt x="155860" y="772192"/>
                      <a:pt x="147716" y="791928"/>
                      <a:pt x="133050" y="806279"/>
                    </a:cubicBezTo>
                    <a:cubicBezTo>
                      <a:pt x="118731" y="821198"/>
                      <a:pt x="98839" y="829469"/>
                      <a:pt x="78163" y="829099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l-GR"/>
              </a:p>
            </p:txBody>
          </p:sp>
        </p:grpSp>
      </p:grpSp>
      <p:sp>
        <p:nvSpPr>
          <p:cNvPr id="192" name="Rectangle: Rounded Corners 191">
            <a:extLst>
              <a:ext uri="{FF2B5EF4-FFF2-40B4-BE49-F238E27FC236}">
                <a16:creationId xmlns:a16="http://schemas.microsoft.com/office/drawing/2014/main" id="{D4718950-C551-86CE-23B2-4A400F0026A3}"/>
              </a:ext>
            </a:extLst>
          </p:cNvPr>
          <p:cNvSpPr/>
          <p:nvPr/>
        </p:nvSpPr>
        <p:spPr>
          <a:xfrm>
            <a:off x="233436" y="1367406"/>
            <a:ext cx="5430764" cy="2523570"/>
          </a:xfrm>
          <a:prstGeom prst="roundRect">
            <a:avLst>
              <a:gd name="adj" fmla="val 393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sz="1400" dirty="0">
              <a:solidFill>
                <a:schemeClr val="tx1"/>
              </a:solidFill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DD48FF9D-217E-45CC-C786-02F9170C90C0}"/>
              </a:ext>
            </a:extLst>
          </p:cNvPr>
          <p:cNvSpPr txBox="1"/>
          <p:nvPr/>
        </p:nvSpPr>
        <p:spPr>
          <a:xfrm>
            <a:off x="477541" y="1753314"/>
            <a:ext cx="49425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Wherever it was possible to establish ordinal relationship we used ordinal encoding</a:t>
            </a:r>
            <a:endParaRPr lang="el-GR" dirty="0"/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D1EDC25F-9ABE-56AA-277B-24D87DC029E5}"/>
              </a:ext>
            </a:extLst>
          </p:cNvPr>
          <p:cNvSpPr txBox="1"/>
          <p:nvPr/>
        </p:nvSpPr>
        <p:spPr>
          <a:xfrm>
            <a:off x="477541" y="2360480"/>
            <a:ext cx="49425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However not all categorical variables had ordinal relationships. An example of such feature can be the “purpose”.</a:t>
            </a:r>
            <a:endParaRPr lang="el-GR" dirty="0"/>
          </a:p>
        </p:txBody>
      </p: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0ED89864-4AE2-D3ED-D364-597885C4A9CF}"/>
              </a:ext>
            </a:extLst>
          </p:cNvPr>
          <p:cNvGrpSpPr/>
          <p:nvPr/>
        </p:nvGrpSpPr>
        <p:grpSpPr>
          <a:xfrm>
            <a:off x="0" y="0"/>
            <a:ext cx="13393922" cy="7543298"/>
            <a:chOff x="-342065" y="-96253"/>
            <a:chExt cx="13393922" cy="7543298"/>
          </a:xfrm>
          <a:solidFill>
            <a:schemeClr val="bg1"/>
          </a:solidFill>
        </p:grpSpPr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C6DC51CE-17BC-AD82-6AC3-00A962FBECC5}"/>
                </a:ext>
              </a:extLst>
            </p:cNvPr>
            <p:cNvSpPr/>
            <p:nvPr/>
          </p:nvSpPr>
          <p:spPr>
            <a:xfrm>
              <a:off x="-342065" y="-96253"/>
              <a:ext cx="13393922" cy="754329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/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89EED8D7-65A5-1151-26DF-89533D174E8A}"/>
                </a:ext>
              </a:extLst>
            </p:cNvPr>
            <p:cNvSpPr txBox="1"/>
            <p:nvPr/>
          </p:nvSpPr>
          <p:spPr>
            <a:xfrm>
              <a:off x="59500" y="63572"/>
              <a:ext cx="11809122" cy="101566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Data pre-processing techniques</a:t>
              </a:r>
            </a:p>
            <a:p>
              <a:r>
                <a:rPr lang="en-US" sz="2400" dirty="0"/>
                <a:t>Under-sampling</a:t>
              </a:r>
              <a:endParaRPr lang="el-GR" sz="2400" dirty="0"/>
            </a:p>
          </p:txBody>
        </p:sp>
      </p:grpSp>
      <p:pic>
        <p:nvPicPr>
          <p:cNvPr id="203" name="Picture 202">
            <a:extLst>
              <a:ext uri="{FF2B5EF4-FFF2-40B4-BE49-F238E27FC236}">
                <a16:creationId xmlns:a16="http://schemas.microsoft.com/office/drawing/2014/main" id="{E1193A9D-6FC0-0618-65A8-53ED4EB0F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88" y="1250420"/>
            <a:ext cx="12192000" cy="467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4210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D20623E-50E5-1A12-B331-25D356936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347949" cy="2137273"/>
          </a:xfrm>
        </p:spPr>
        <p:txBody>
          <a:bodyPr anchor="b">
            <a:normAutofit/>
          </a:bodyPr>
          <a:lstStyle/>
          <a:p>
            <a:r>
              <a:rPr lang="en-US" dirty="0" err="1"/>
              <a:t>Emp_length</a:t>
            </a:r>
            <a:r>
              <a:rPr lang="en-US" dirty="0"/>
              <a:t> clustering</a:t>
            </a:r>
            <a:endParaRPr lang="en-CY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22C5487-B198-6F6F-2D60-8BA60966A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81785"/>
            <a:ext cx="4347948" cy="3495178"/>
          </a:xfrm>
        </p:spPr>
        <p:txBody>
          <a:bodyPr>
            <a:normAutofit/>
          </a:bodyPr>
          <a:lstStyle/>
          <a:p>
            <a:r>
              <a:rPr lang="en-US" dirty="0"/>
              <a:t>Missing employment length values were filled with clustering based on similar financial profiles, and only originally missing entries were updated.</a:t>
            </a:r>
            <a:endParaRPr lang="en-US" sz="2000" dirty="0"/>
          </a:p>
        </p:txBody>
      </p:sp>
      <p:pic>
        <p:nvPicPr>
          <p:cNvPr id="7" name="Εικόνα 6">
            <a:extLst>
              <a:ext uri="{FF2B5EF4-FFF2-40B4-BE49-F238E27FC236}">
                <a16:creationId xmlns:a16="http://schemas.microsoft.com/office/drawing/2014/main" id="{016E75C9-BE0A-40FC-26CB-AE6E28556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371" y="4254501"/>
            <a:ext cx="3125523" cy="2109728"/>
          </a:xfrm>
          <a:prstGeom prst="rect">
            <a:avLst/>
          </a:prstGeom>
        </p:spPr>
      </p:pic>
      <p:pic>
        <p:nvPicPr>
          <p:cNvPr id="9" name="Εικόνα 8">
            <a:extLst>
              <a:ext uri="{FF2B5EF4-FFF2-40B4-BE49-F238E27FC236}">
                <a16:creationId xmlns:a16="http://schemas.microsoft.com/office/drawing/2014/main" id="{56812233-DF64-77A3-BDFF-AE3E47DF2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2894" y="4254501"/>
            <a:ext cx="3283623" cy="2109727"/>
          </a:xfrm>
          <a:prstGeom prst="rect">
            <a:avLst/>
          </a:prstGeom>
        </p:spPr>
      </p:pic>
      <p:pic>
        <p:nvPicPr>
          <p:cNvPr id="5" name="Θέση περιεχομένου 4">
            <a:extLst>
              <a:ext uri="{FF2B5EF4-FFF2-40B4-BE49-F238E27FC236}">
                <a16:creationId xmlns:a16="http://schemas.microsoft.com/office/drawing/2014/main" id="{8E58949F-A241-3BBE-BB89-B610199E3C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037" y="493772"/>
            <a:ext cx="5258247" cy="3575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0060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BB9C0-D553-0282-D306-2F44C3F13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DE7CF146-4960-D84C-2F24-1F8728C123FE}"/>
              </a:ext>
            </a:extLst>
          </p:cNvPr>
          <p:cNvSpPr/>
          <p:nvPr/>
        </p:nvSpPr>
        <p:spPr>
          <a:xfrm>
            <a:off x="6096000" y="1422400"/>
            <a:ext cx="5740399" cy="5385555"/>
          </a:xfrm>
          <a:prstGeom prst="roundRect">
            <a:avLst>
              <a:gd name="adj" fmla="val 393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sz="14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B7652B-426B-396E-0C5D-47E5EFDA7628}"/>
              </a:ext>
            </a:extLst>
          </p:cNvPr>
          <p:cNvSpPr txBox="1"/>
          <p:nvPr/>
        </p:nvSpPr>
        <p:spPr>
          <a:xfrm>
            <a:off x="278495" y="199029"/>
            <a:ext cx="11809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Data pre-processing techniques</a:t>
            </a:r>
            <a:endParaRPr lang="el-GR" sz="3600" dirty="0"/>
          </a:p>
        </p:txBody>
      </p:sp>
      <p:grpSp>
        <p:nvGrpSpPr>
          <p:cNvPr id="9" name="Graphic 5">
            <a:extLst>
              <a:ext uri="{FF2B5EF4-FFF2-40B4-BE49-F238E27FC236}">
                <a16:creationId xmlns:a16="http://schemas.microsoft.com/office/drawing/2014/main" id="{02C81E27-A38F-CCA5-431F-9FDF72BF3D5A}"/>
              </a:ext>
            </a:extLst>
          </p:cNvPr>
          <p:cNvGrpSpPr/>
          <p:nvPr/>
        </p:nvGrpSpPr>
        <p:grpSpPr>
          <a:xfrm>
            <a:off x="-3532403" y="4331229"/>
            <a:ext cx="3226831" cy="2496181"/>
            <a:chOff x="1514524" y="4311774"/>
            <a:chExt cx="3226831" cy="2496181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019DAEB-29C1-8111-6599-253B42A3652A}"/>
                </a:ext>
              </a:extLst>
            </p:cNvPr>
            <p:cNvSpPr/>
            <p:nvPr/>
          </p:nvSpPr>
          <p:spPr>
            <a:xfrm>
              <a:off x="2039075" y="6795266"/>
              <a:ext cx="2169613" cy="12689"/>
            </a:xfrm>
            <a:custGeom>
              <a:avLst/>
              <a:gdLst>
                <a:gd name="csX0" fmla="*/ 316 w 2169613"/>
                <a:gd name="csY0" fmla="*/ 6527 h 12689"/>
                <a:gd name="csX1" fmla="*/ 4648 w 2169613"/>
                <a:gd name="csY1" fmla="*/ 12871 h 12689"/>
                <a:gd name="csX2" fmla="*/ 2165598 w 2169613"/>
                <a:gd name="csY2" fmla="*/ 12871 h 12689"/>
                <a:gd name="csX3" fmla="*/ 2169930 w 2169613"/>
                <a:gd name="csY3" fmla="*/ 6527 h 12689"/>
                <a:gd name="csX4" fmla="*/ 2165598 w 2169613"/>
                <a:gd name="csY4" fmla="*/ 182 h 12689"/>
                <a:gd name="csX5" fmla="*/ 4648 w 2169613"/>
                <a:gd name="csY5" fmla="*/ 182 h 12689"/>
                <a:gd name="csX6" fmla="*/ 316 w 2169613"/>
                <a:gd name="csY6" fmla="*/ 6527 h 126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169613" h="12689">
                  <a:moveTo>
                    <a:pt x="316" y="6527"/>
                  </a:moveTo>
                  <a:cubicBezTo>
                    <a:pt x="316" y="10051"/>
                    <a:pt x="2249" y="12871"/>
                    <a:pt x="4648" y="12871"/>
                  </a:cubicBezTo>
                  <a:lnTo>
                    <a:pt x="2165598" y="12871"/>
                  </a:lnTo>
                  <a:cubicBezTo>
                    <a:pt x="2168021" y="12871"/>
                    <a:pt x="2169930" y="10045"/>
                    <a:pt x="2169930" y="6527"/>
                  </a:cubicBezTo>
                  <a:cubicBezTo>
                    <a:pt x="2169930" y="3008"/>
                    <a:pt x="2167997" y="182"/>
                    <a:pt x="2165598" y="182"/>
                  </a:cubicBezTo>
                  <a:lnTo>
                    <a:pt x="4648" y="182"/>
                  </a:lnTo>
                  <a:cubicBezTo>
                    <a:pt x="2249" y="182"/>
                    <a:pt x="316" y="3008"/>
                    <a:pt x="316" y="6527"/>
                  </a:cubicBezTo>
                  <a:close/>
                </a:path>
              </a:pathLst>
            </a:custGeom>
            <a:solidFill>
              <a:srgbClr val="CCCCCC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0D39823-5884-C5F5-3A79-25A18FC5FD22}"/>
                </a:ext>
              </a:extLst>
            </p:cNvPr>
            <p:cNvSpPr/>
            <p:nvPr/>
          </p:nvSpPr>
          <p:spPr>
            <a:xfrm>
              <a:off x="2746891" y="6780673"/>
              <a:ext cx="77151" cy="13612"/>
            </a:xfrm>
            <a:custGeom>
              <a:avLst/>
              <a:gdLst>
                <a:gd name="csX0" fmla="*/ 454 w 77151"/>
                <a:gd name="csY0" fmla="*/ 667 h 13612"/>
                <a:gd name="csX1" fmla="*/ 77606 w 77151"/>
                <a:gd name="csY1" fmla="*/ 667 h 13612"/>
                <a:gd name="csX2" fmla="*/ 77606 w 77151"/>
                <a:gd name="csY2" fmla="*/ 14279 h 13612"/>
                <a:gd name="csX3" fmla="*/ 454 w 77151"/>
                <a:gd name="csY3" fmla="*/ 14279 h 13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7151" h="13612">
                  <a:moveTo>
                    <a:pt x="454" y="667"/>
                  </a:moveTo>
                  <a:lnTo>
                    <a:pt x="77606" y="667"/>
                  </a:lnTo>
                  <a:lnTo>
                    <a:pt x="77606" y="14279"/>
                  </a:lnTo>
                  <a:lnTo>
                    <a:pt x="454" y="14279"/>
                  </a:lnTo>
                  <a:close/>
                </a:path>
              </a:pathLst>
            </a:custGeom>
            <a:solidFill>
              <a:srgbClr val="B6B3C5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02D613B-9197-AF1B-7F3D-A2C282CC4221}"/>
                </a:ext>
              </a:extLst>
            </p:cNvPr>
            <p:cNvSpPr/>
            <p:nvPr/>
          </p:nvSpPr>
          <p:spPr>
            <a:xfrm>
              <a:off x="3429916" y="6782946"/>
              <a:ext cx="77151" cy="13612"/>
            </a:xfrm>
            <a:custGeom>
              <a:avLst/>
              <a:gdLst>
                <a:gd name="csX0" fmla="*/ 573 w 77151"/>
                <a:gd name="csY0" fmla="*/ 667 h 13612"/>
                <a:gd name="csX1" fmla="*/ 77724 w 77151"/>
                <a:gd name="csY1" fmla="*/ 667 h 13612"/>
                <a:gd name="csX2" fmla="*/ 77724 w 77151"/>
                <a:gd name="csY2" fmla="*/ 14279 h 13612"/>
                <a:gd name="csX3" fmla="*/ 573 w 77151"/>
                <a:gd name="csY3" fmla="*/ 14279 h 13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7151" h="13612">
                  <a:moveTo>
                    <a:pt x="573" y="667"/>
                  </a:moveTo>
                  <a:lnTo>
                    <a:pt x="77724" y="667"/>
                  </a:lnTo>
                  <a:lnTo>
                    <a:pt x="77724" y="14279"/>
                  </a:lnTo>
                  <a:lnTo>
                    <a:pt x="573" y="14279"/>
                  </a:lnTo>
                  <a:close/>
                </a:path>
              </a:pathLst>
            </a:custGeom>
            <a:solidFill>
              <a:srgbClr val="B6B3C5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37340BA-3103-F426-834E-A52D83D99ECF}"/>
                </a:ext>
              </a:extLst>
            </p:cNvPr>
            <p:cNvSpPr/>
            <p:nvPr/>
          </p:nvSpPr>
          <p:spPr>
            <a:xfrm>
              <a:off x="2737622" y="6174788"/>
              <a:ext cx="780623" cy="608146"/>
            </a:xfrm>
            <a:custGeom>
              <a:avLst/>
              <a:gdLst>
                <a:gd name="csX0" fmla="*/ 500215 w 780623"/>
                <a:gd name="csY0" fmla="*/ 191 h 608146"/>
                <a:gd name="csX1" fmla="*/ 372418 w 780623"/>
                <a:gd name="csY1" fmla="*/ 91765 h 608146"/>
                <a:gd name="csX2" fmla="*/ 280844 w 780623"/>
                <a:gd name="csY2" fmla="*/ 191 h 608146"/>
                <a:gd name="csX3" fmla="*/ 223 w 780623"/>
                <a:gd name="csY3" fmla="*/ 191 h 608146"/>
                <a:gd name="csX4" fmla="*/ 223 w 780623"/>
                <a:gd name="csY4" fmla="*/ 608337 h 608146"/>
                <a:gd name="csX5" fmla="*/ 780847 w 780623"/>
                <a:gd name="csY5" fmla="*/ 608337 h 608146"/>
                <a:gd name="csX6" fmla="*/ 780847 w 780623"/>
                <a:gd name="csY6" fmla="*/ 191 h 608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80623" h="608146">
                  <a:moveTo>
                    <a:pt x="500215" y="191"/>
                  </a:moveTo>
                  <a:cubicBezTo>
                    <a:pt x="490213" y="60768"/>
                    <a:pt x="432996" y="101768"/>
                    <a:pt x="372418" y="91765"/>
                  </a:cubicBezTo>
                  <a:cubicBezTo>
                    <a:pt x="325430" y="84006"/>
                    <a:pt x="288603" y="47179"/>
                    <a:pt x="280844" y="191"/>
                  </a:cubicBezTo>
                  <a:lnTo>
                    <a:pt x="223" y="191"/>
                  </a:lnTo>
                  <a:lnTo>
                    <a:pt x="223" y="608337"/>
                  </a:lnTo>
                  <a:lnTo>
                    <a:pt x="780847" y="608337"/>
                  </a:lnTo>
                  <a:lnTo>
                    <a:pt x="780847" y="191"/>
                  </a:lnTo>
                  <a:close/>
                </a:path>
              </a:pathLst>
            </a:custGeom>
            <a:solidFill>
              <a:srgbClr val="D6D6E3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C9A1903-B5A8-ADFB-7084-6F93BC4C265A}"/>
                </a:ext>
              </a:extLst>
            </p:cNvPr>
            <p:cNvSpPr/>
            <p:nvPr/>
          </p:nvSpPr>
          <p:spPr>
            <a:xfrm>
              <a:off x="2739894" y="6734755"/>
              <a:ext cx="780606" cy="21168"/>
            </a:xfrm>
            <a:custGeom>
              <a:avLst/>
              <a:gdLst>
                <a:gd name="csX0" fmla="*/ 453 w 780606"/>
                <a:gd name="csY0" fmla="*/ 659 h 21168"/>
                <a:gd name="csX1" fmla="*/ 781060 w 780606"/>
                <a:gd name="csY1" fmla="*/ 659 h 21168"/>
                <a:gd name="csX2" fmla="*/ 781060 w 780606"/>
                <a:gd name="csY2" fmla="*/ 21827 h 21168"/>
                <a:gd name="csX3" fmla="*/ 453 w 780606"/>
                <a:gd name="csY3" fmla="*/ 21827 h 211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80606" h="21168">
                  <a:moveTo>
                    <a:pt x="453" y="659"/>
                  </a:moveTo>
                  <a:lnTo>
                    <a:pt x="781060" y="659"/>
                  </a:lnTo>
                  <a:lnTo>
                    <a:pt x="781060" y="21827"/>
                  </a:lnTo>
                  <a:lnTo>
                    <a:pt x="453" y="21827"/>
                  </a:lnTo>
                  <a:close/>
                </a:path>
              </a:pathLst>
            </a:custGeom>
            <a:solidFill>
              <a:srgbClr val="090814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1C831E3-77BB-71AB-E8E5-F7BF1A3CC7E0}"/>
                </a:ext>
              </a:extLst>
            </p:cNvPr>
            <p:cNvSpPr/>
            <p:nvPr/>
          </p:nvSpPr>
          <p:spPr>
            <a:xfrm>
              <a:off x="1514524" y="4311774"/>
              <a:ext cx="3226831" cy="1878910"/>
            </a:xfrm>
            <a:custGeom>
              <a:avLst/>
              <a:gdLst>
                <a:gd name="csX0" fmla="*/ 3183554 w 3226831"/>
                <a:gd name="csY0" fmla="*/ 1879121 h 1878910"/>
                <a:gd name="csX1" fmla="*/ 43759 w 3226831"/>
                <a:gd name="csY1" fmla="*/ 1879121 h 1878910"/>
                <a:gd name="csX2" fmla="*/ 241 w 3226831"/>
                <a:gd name="csY2" fmla="*/ 1835608 h 1878910"/>
                <a:gd name="csX3" fmla="*/ 241 w 3226831"/>
                <a:gd name="csY3" fmla="*/ 43741 h 1878910"/>
                <a:gd name="csX4" fmla="*/ 43759 w 3226831"/>
                <a:gd name="csY4" fmla="*/ 217 h 1878910"/>
                <a:gd name="csX5" fmla="*/ 3183554 w 3226831"/>
                <a:gd name="csY5" fmla="*/ 217 h 1878910"/>
                <a:gd name="csX6" fmla="*/ 3227073 w 3226831"/>
                <a:gd name="csY6" fmla="*/ 43736 h 1878910"/>
                <a:gd name="csX7" fmla="*/ 3227073 w 3226831"/>
                <a:gd name="csY7" fmla="*/ 1835608 h 1878910"/>
                <a:gd name="csX8" fmla="*/ 3183554 w 3226831"/>
                <a:gd name="csY8" fmla="*/ 1879127 h 18789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226831" h="1878910">
                  <a:moveTo>
                    <a:pt x="3183554" y="1879121"/>
                  </a:moveTo>
                  <a:lnTo>
                    <a:pt x="43759" y="1879121"/>
                  </a:lnTo>
                  <a:cubicBezTo>
                    <a:pt x="19737" y="1879096"/>
                    <a:pt x="269" y="1859630"/>
                    <a:pt x="241" y="1835608"/>
                  </a:cubicBezTo>
                  <a:lnTo>
                    <a:pt x="241" y="43741"/>
                  </a:lnTo>
                  <a:cubicBezTo>
                    <a:pt x="263" y="19715"/>
                    <a:pt x="19733" y="242"/>
                    <a:pt x="43759" y="217"/>
                  </a:cubicBezTo>
                  <a:lnTo>
                    <a:pt x="3183554" y="217"/>
                  </a:lnTo>
                  <a:cubicBezTo>
                    <a:pt x="3207577" y="245"/>
                    <a:pt x="3227044" y="19713"/>
                    <a:pt x="3227073" y="43736"/>
                  </a:cubicBezTo>
                  <a:lnTo>
                    <a:pt x="3227073" y="1835608"/>
                  </a:lnTo>
                  <a:cubicBezTo>
                    <a:pt x="3227044" y="1859631"/>
                    <a:pt x="3207577" y="1879099"/>
                    <a:pt x="3183554" y="1879127"/>
                  </a:cubicBezTo>
                  <a:close/>
                </a:path>
              </a:pathLst>
            </a:custGeom>
            <a:solidFill>
              <a:srgbClr val="090814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F5B8AA8-962D-E101-57EB-1C335F96893B}"/>
                </a:ext>
              </a:extLst>
            </p:cNvPr>
            <p:cNvSpPr/>
            <p:nvPr/>
          </p:nvSpPr>
          <p:spPr>
            <a:xfrm>
              <a:off x="1579557" y="4380303"/>
              <a:ext cx="3072505" cy="1733674"/>
            </a:xfrm>
            <a:custGeom>
              <a:avLst/>
              <a:gdLst>
                <a:gd name="csX0" fmla="*/ 252 w 3072505"/>
                <a:gd name="csY0" fmla="*/ 251 h 1733674"/>
                <a:gd name="csX1" fmla="*/ 3072758 w 3072505"/>
                <a:gd name="csY1" fmla="*/ 251 h 1733674"/>
                <a:gd name="csX2" fmla="*/ 3072758 w 3072505"/>
                <a:gd name="csY2" fmla="*/ 1733925 h 1733674"/>
                <a:gd name="csX3" fmla="*/ 252 w 3072505"/>
                <a:gd name="csY3" fmla="*/ 1733925 h 17336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072505" h="1733674">
                  <a:moveTo>
                    <a:pt x="252" y="251"/>
                  </a:moveTo>
                  <a:lnTo>
                    <a:pt x="3072758" y="251"/>
                  </a:lnTo>
                  <a:lnTo>
                    <a:pt x="3072758" y="1733925"/>
                  </a:lnTo>
                  <a:lnTo>
                    <a:pt x="252" y="1733925"/>
                  </a:ln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815D338-D43C-0F97-851E-3E11D55B608E}"/>
                </a:ext>
              </a:extLst>
            </p:cNvPr>
            <p:cNvSpPr/>
            <p:nvPr/>
          </p:nvSpPr>
          <p:spPr>
            <a:xfrm>
              <a:off x="1640080" y="4414645"/>
              <a:ext cx="2975725" cy="1669171"/>
            </a:xfrm>
            <a:custGeom>
              <a:avLst/>
              <a:gdLst>
                <a:gd name="csX0" fmla="*/ 24488 w 2975725"/>
                <a:gd name="csY0" fmla="*/ 257 h 1669171"/>
                <a:gd name="csX1" fmla="*/ 2951763 w 2975725"/>
                <a:gd name="csY1" fmla="*/ 257 h 1669171"/>
                <a:gd name="csX2" fmla="*/ 2975988 w 2975725"/>
                <a:gd name="csY2" fmla="*/ 24482 h 1669171"/>
                <a:gd name="csX3" fmla="*/ 2975988 w 2975725"/>
                <a:gd name="csY3" fmla="*/ 1645203 h 1669171"/>
                <a:gd name="csX4" fmla="*/ 2951763 w 2975725"/>
                <a:gd name="csY4" fmla="*/ 1669428 h 1669171"/>
                <a:gd name="csX5" fmla="*/ 24488 w 2975725"/>
                <a:gd name="csY5" fmla="*/ 1669428 h 1669171"/>
                <a:gd name="csX6" fmla="*/ 262 w 2975725"/>
                <a:gd name="csY6" fmla="*/ 1645203 h 1669171"/>
                <a:gd name="csX7" fmla="*/ 262 w 2975725"/>
                <a:gd name="csY7" fmla="*/ 24482 h 1669171"/>
                <a:gd name="csX8" fmla="*/ 24488 w 2975725"/>
                <a:gd name="csY8" fmla="*/ 257 h 16691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975725" h="1669171">
                  <a:moveTo>
                    <a:pt x="24488" y="257"/>
                  </a:moveTo>
                  <a:lnTo>
                    <a:pt x="2951763" y="257"/>
                  </a:lnTo>
                  <a:cubicBezTo>
                    <a:pt x="2965142" y="257"/>
                    <a:pt x="2975988" y="11103"/>
                    <a:pt x="2975988" y="24482"/>
                  </a:cubicBezTo>
                  <a:lnTo>
                    <a:pt x="2975988" y="1645203"/>
                  </a:lnTo>
                  <a:cubicBezTo>
                    <a:pt x="2975988" y="1658582"/>
                    <a:pt x="2965142" y="1669428"/>
                    <a:pt x="2951763" y="1669428"/>
                  </a:cubicBezTo>
                  <a:lnTo>
                    <a:pt x="24488" y="1669428"/>
                  </a:lnTo>
                  <a:cubicBezTo>
                    <a:pt x="11108" y="1669428"/>
                    <a:pt x="262" y="1658582"/>
                    <a:pt x="262" y="1645203"/>
                  </a:cubicBezTo>
                  <a:lnTo>
                    <a:pt x="262" y="24482"/>
                  </a:lnTo>
                  <a:cubicBezTo>
                    <a:pt x="262" y="11103"/>
                    <a:pt x="11108" y="257"/>
                    <a:pt x="24488" y="257"/>
                  </a:cubicBezTo>
                  <a:close/>
                </a:path>
              </a:pathLst>
            </a:custGeom>
            <a:solidFill>
              <a:srgbClr val="FFFF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FB1B241-0A24-A247-9663-7F5613C67544}"/>
                </a:ext>
              </a:extLst>
            </p:cNvPr>
            <p:cNvSpPr/>
            <p:nvPr/>
          </p:nvSpPr>
          <p:spPr>
            <a:xfrm>
              <a:off x="1881571" y="4755466"/>
              <a:ext cx="726030" cy="484020"/>
            </a:xfrm>
            <a:custGeom>
              <a:avLst/>
              <a:gdLst>
                <a:gd name="csX0" fmla="*/ 32570 w 726030"/>
                <a:gd name="csY0" fmla="*/ 316 h 484020"/>
                <a:gd name="csX1" fmla="*/ 694069 w 726030"/>
                <a:gd name="csY1" fmla="*/ 316 h 484020"/>
                <a:gd name="csX2" fmla="*/ 726335 w 726030"/>
                <a:gd name="csY2" fmla="*/ 32581 h 484020"/>
                <a:gd name="csX3" fmla="*/ 726335 w 726030"/>
                <a:gd name="csY3" fmla="*/ 452070 h 484020"/>
                <a:gd name="csX4" fmla="*/ 694069 w 726030"/>
                <a:gd name="csY4" fmla="*/ 484336 h 484020"/>
                <a:gd name="csX5" fmla="*/ 32570 w 726030"/>
                <a:gd name="csY5" fmla="*/ 484336 h 484020"/>
                <a:gd name="csX6" fmla="*/ 304 w 726030"/>
                <a:gd name="csY6" fmla="*/ 452070 h 484020"/>
                <a:gd name="csX7" fmla="*/ 304 w 726030"/>
                <a:gd name="csY7" fmla="*/ 32581 h 484020"/>
                <a:gd name="csX8" fmla="*/ 32570 w 726030"/>
                <a:gd name="csY8" fmla="*/ 316 h 4840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30" h="484020">
                  <a:moveTo>
                    <a:pt x="32570" y="316"/>
                  </a:moveTo>
                  <a:lnTo>
                    <a:pt x="694069" y="316"/>
                  </a:lnTo>
                  <a:cubicBezTo>
                    <a:pt x="711889" y="316"/>
                    <a:pt x="726335" y="14761"/>
                    <a:pt x="726335" y="32581"/>
                  </a:cubicBezTo>
                  <a:lnTo>
                    <a:pt x="726335" y="452070"/>
                  </a:lnTo>
                  <a:cubicBezTo>
                    <a:pt x="726335" y="469890"/>
                    <a:pt x="711889" y="484336"/>
                    <a:pt x="694069" y="484336"/>
                  </a:cubicBezTo>
                  <a:lnTo>
                    <a:pt x="32570" y="484336"/>
                  </a:lnTo>
                  <a:cubicBezTo>
                    <a:pt x="14750" y="484336"/>
                    <a:pt x="304" y="469890"/>
                    <a:pt x="304" y="452070"/>
                  </a:cubicBezTo>
                  <a:lnTo>
                    <a:pt x="304" y="32581"/>
                  </a:lnTo>
                  <a:cubicBezTo>
                    <a:pt x="304" y="14761"/>
                    <a:pt x="14750" y="316"/>
                    <a:pt x="32570" y="316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B2FB837-CF22-66DA-4614-11542E31EE77}"/>
                </a:ext>
              </a:extLst>
            </p:cNvPr>
            <p:cNvSpPr/>
            <p:nvPr/>
          </p:nvSpPr>
          <p:spPr>
            <a:xfrm>
              <a:off x="2764910" y="4755466"/>
              <a:ext cx="726030" cy="484020"/>
            </a:xfrm>
            <a:custGeom>
              <a:avLst/>
              <a:gdLst>
                <a:gd name="csX0" fmla="*/ 32723 w 726030"/>
                <a:gd name="csY0" fmla="*/ 316 h 484020"/>
                <a:gd name="csX1" fmla="*/ 694222 w 726030"/>
                <a:gd name="csY1" fmla="*/ 316 h 484020"/>
                <a:gd name="csX2" fmla="*/ 726488 w 726030"/>
                <a:gd name="csY2" fmla="*/ 32581 h 484020"/>
                <a:gd name="csX3" fmla="*/ 726488 w 726030"/>
                <a:gd name="csY3" fmla="*/ 452070 h 484020"/>
                <a:gd name="csX4" fmla="*/ 694222 w 726030"/>
                <a:gd name="csY4" fmla="*/ 484336 h 484020"/>
                <a:gd name="csX5" fmla="*/ 32723 w 726030"/>
                <a:gd name="csY5" fmla="*/ 484336 h 484020"/>
                <a:gd name="csX6" fmla="*/ 457 w 726030"/>
                <a:gd name="csY6" fmla="*/ 452070 h 484020"/>
                <a:gd name="csX7" fmla="*/ 457 w 726030"/>
                <a:gd name="csY7" fmla="*/ 32581 h 484020"/>
                <a:gd name="csX8" fmla="*/ 32723 w 726030"/>
                <a:gd name="csY8" fmla="*/ 316 h 4840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30" h="484020">
                  <a:moveTo>
                    <a:pt x="32723" y="316"/>
                  </a:moveTo>
                  <a:lnTo>
                    <a:pt x="694222" y="316"/>
                  </a:lnTo>
                  <a:cubicBezTo>
                    <a:pt x="712042" y="316"/>
                    <a:pt x="726488" y="14761"/>
                    <a:pt x="726488" y="32581"/>
                  </a:cubicBezTo>
                  <a:lnTo>
                    <a:pt x="726488" y="452070"/>
                  </a:lnTo>
                  <a:cubicBezTo>
                    <a:pt x="726488" y="469890"/>
                    <a:pt x="712042" y="484336"/>
                    <a:pt x="694222" y="484336"/>
                  </a:cubicBezTo>
                  <a:lnTo>
                    <a:pt x="32723" y="484336"/>
                  </a:lnTo>
                  <a:cubicBezTo>
                    <a:pt x="14903" y="484336"/>
                    <a:pt x="457" y="469890"/>
                    <a:pt x="457" y="452070"/>
                  </a:cubicBezTo>
                  <a:lnTo>
                    <a:pt x="457" y="32581"/>
                  </a:lnTo>
                  <a:cubicBezTo>
                    <a:pt x="457" y="14761"/>
                    <a:pt x="14903" y="316"/>
                    <a:pt x="32723" y="316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FEE54DD-87EB-16BF-4695-70E61EEE4DC6}"/>
                </a:ext>
              </a:extLst>
            </p:cNvPr>
            <p:cNvSpPr/>
            <p:nvPr/>
          </p:nvSpPr>
          <p:spPr>
            <a:xfrm>
              <a:off x="1881571" y="5396794"/>
              <a:ext cx="726065" cy="80704"/>
            </a:xfrm>
            <a:custGeom>
              <a:avLst/>
              <a:gdLst>
                <a:gd name="csX0" fmla="*/ 16454 w 726065"/>
                <a:gd name="csY0" fmla="*/ 427 h 80704"/>
                <a:gd name="csX1" fmla="*/ 710219 w 726065"/>
                <a:gd name="csY1" fmla="*/ 427 h 80704"/>
                <a:gd name="csX2" fmla="*/ 726370 w 726065"/>
                <a:gd name="csY2" fmla="*/ 16577 h 80704"/>
                <a:gd name="csX3" fmla="*/ 726370 w 726065"/>
                <a:gd name="csY3" fmla="*/ 64981 h 80704"/>
                <a:gd name="csX4" fmla="*/ 710219 w 726065"/>
                <a:gd name="csY4" fmla="*/ 81131 h 80704"/>
                <a:gd name="csX5" fmla="*/ 16454 w 726065"/>
                <a:gd name="csY5" fmla="*/ 81131 h 80704"/>
                <a:gd name="csX6" fmla="*/ 304 w 726065"/>
                <a:gd name="csY6" fmla="*/ 64981 h 80704"/>
                <a:gd name="csX7" fmla="*/ 304 w 726065"/>
                <a:gd name="csY7" fmla="*/ 16577 h 80704"/>
                <a:gd name="csX8" fmla="*/ 16454 w 726065"/>
                <a:gd name="csY8" fmla="*/ 42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454" y="427"/>
                  </a:moveTo>
                  <a:lnTo>
                    <a:pt x="710219" y="427"/>
                  </a:lnTo>
                  <a:cubicBezTo>
                    <a:pt x="719139" y="427"/>
                    <a:pt x="726370" y="7657"/>
                    <a:pt x="726370" y="16577"/>
                  </a:cubicBezTo>
                  <a:lnTo>
                    <a:pt x="726370" y="64981"/>
                  </a:lnTo>
                  <a:cubicBezTo>
                    <a:pt x="726370" y="73901"/>
                    <a:pt x="719139" y="81131"/>
                    <a:pt x="710219" y="81131"/>
                  </a:cubicBezTo>
                  <a:lnTo>
                    <a:pt x="16454" y="81131"/>
                  </a:lnTo>
                  <a:cubicBezTo>
                    <a:pt x="7535" y="81131"/>
                    <a:pt x="304" y="73901"/>
                    <a:pt x="304" y="64981"/>
                  </a:cubicBezTo>
                  <a:lnTo>
                    <a:pt x="304" y="16577"/>
                  </a:lnTo>
                  <a:cubicBezTo>
                    <a:pt x="304" y="7657"/>
                    <a:pt x="7535" y="427"/>
                    <a:pt x="16454" y="427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4E51117-F41D-F881-1337-0C9D924FE3A1}"/>
                </a:ext>
              </a:extLst>
            </p:cNvPr>
            <p:cNvSpPr/>
            <p:nvPr/>
          </p:nvSpPr>
          <p:spPr>
            <a:xfrm>
              <a:off x="1881571" y="5542002"/>
              <a:ext cx="726065" cy="80704"/>
            </a:xfrm>
            <a:custGeom>
              <a:avLst/>
              <a:gdLst>
                <a:gd name="csX0" fmla="*/ 16454 w 726065"/>
                <a:gd name="csY0" fmla="*/ 452 h 80704"/>
                <a:gd name="csX1" fmla="*/ 710219 w 726065"/>
                <a:gd name="csY1" fmla="*/ 452 h 80704"/>
                <a:gd name="csX2" fmla="*/ 726370 w 726065"/>
                <a:gd name="csY2" fmla="*/ 16602 h 80704"/>
                <a:gd name="csX3" fmla="*/ 726370 w 726065"/>
                <a:gd name="csY3" fmla="*/ 65006 h 80704"/>
                <a:gd name="csX4" fmla="*/ 710219 w 726065"/>
                <a:gd name="csY4" fmla="*/ 81157 h 80704"/>
                <a:gd name="csX5" fmla="*/ 16454 w 726065"/>
                <a:gd name="csY5" fmla="*/ 81157 h 80704"/>
                <a:gd name="csX6" fmla="*/ 304 w 726065"/>
                <a:gd name="csY6" fmla="*/ 65006 h 80704"/>
                <a:gd name="csX7" fmla="*/ 304 w 726065"/>
                <a:gd name="csY7" fmla="*/ 16602 h 80704"/>
                <a:gd name="csX8" fmla="*/ 16454 w 726065"/>
                <a:gd name="csY8" fmla="*/ 452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454" y="452"/>
                  </a:moveTo>
                  <a:lnTo>
                    <a:pt x="710219" y="452"/>
                  </a:lnTo>
                  <a:cubicBezTo>
                    <a:pt x="719139" y="452"/>
                    <a:pt x="726370" y="7683"/>
                    <a:pt x="726370" y="16602"/>
                  </a:cubicBezTo>
                  <a:lnTo>
                    <a:pt x="726370" y="65006"/>
                  </a:lnTo>
                  <a:cubicBezTo>
                    <a:pt x="726370" y="73926"/>
                    <a:pt x="719139" y="81157"/>
                    <a:pt x="710219" y="81157"/>
                  </a:cubicBezTo>
                  <a:lnTo>
                    <a:pt x="16454" y="81157"/>
                  </a:lnTo>
                  <a:cubicBezTo>
                    <a:pt x="7535" y="81157"/>
                    <a:pt x="304" y="73926"/>
                    <a:pt x="304" y="65006"/>
                  </a:cubicBezTo>
                  <a:lnTo>
                    <a:pt x="304" y="16602"/>
                  </a:lnTo>
                  <a:cubicBezTo>
                    <a:pt x="304" y="7683"/>
                    <a:pt x="7535" y="452"/>
                    <a:pt x="16454" y="452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DBFF4FF-AF26-B4A3-F6E0-10E5F63B45D2}"/>
                </a:ext>
              </a:extLst>
            </p:cNvPr>
            <p:cNvSpPr/>
            <p:nvPr/>
          </p:nvSpPr>
          <p:spPr>
            <a:xfrm>
              <a:off x="1881571" y="5687209"/>
              <a:ext cx="281716" cy="80704"/>
            </a:xfrm>
            <a:custGeom>
              <a:avLst/>
              <a:gdLst>
                <a:gd name="csX0" fmla="*/ 16454 w 281716"/>
                <a:gd name="csY0" fmla="*/ 477 h 80704"/>
                <a:gd name="csX1" fmla="*/ 265871 w 281716"/>
                <a:gd name="csY1" fmla="*/ 477 h 80704"/>
                <a:gd name="csX2" fmla="*/ 282021 w 281716"/>
                <a:gd name="csY2" fmla="*/ 16627 h 80704"/>
                <a:gd name="csX3" fmla="*/ 282021 w 281716"/>
                <a:gd name="csY3" fmla="*/ 65032 h 80704"/>
                <a:gd name="csX4" fmla="*/ 265871 w 281716"/>
                <a:gd name="csY4" fmla="*/ 81182 h 80704"/>
                <a:gd name="csX5" fmla="*/ 16454 w 281716"/>
                <a:gd name="csY5" fmla="*/ 81182 h 80704"/>
                <a:gd name="csX6" fmla="*/ 304 w 281716"/>
                <a:gd name="csY6" fmla="*/ 65032 h 80704"/>
                <a:gd name="csX7" fmla="*/ 304 w 281716"/>
                <a:gd name="csY7" fmla="*/ 16627 h 80704"/>
                <a:gd name="csX8" fmla="*/ 16454 w 281716"/>
                <a:gd name="csY8" fmla="*/ 47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1716" h="80704">
                  <a:moveTo>
                    <a:pt x="16454" y="477"/>
                  </a:moveTo>
                  <a:lnTo>
                    <a:pt x="265871" y="477"/>
                  </a:lnTo>
                  <a:cubicBezTo>
                    <a:pt x="274790" y="477"/>
                    <a:pt x="282021" y="7708"/>
                    <a:pt x="282021" y="16627"/>
                  </a:cubicBezTo>
                  <a:lnTo>
                    <a:pt x="282021" y="65032"/>
                  </a:lnTo>
                  <a:cubicBezTo>
                    <a:pt x="282021" y="73951"/>
                    <a:pt x="274790" y="81182"/>
                    <a:pt x="265871" y="81182"/>
                  </a:cubicBezTo>
                  <a:lnTo>
                    <a:pt x="16454" y="81182"/>
                  </a:lnTo>
                  <a:cubicBezTo>
                    <a:pt x="7535" y="81182"/>
                    <a:pt x="304" y="73951"/>
                    <a:pt x="304" y="65032"/>
                  </a:cubicBezTo>
                  <a:lnTo>
                    <a:pt x="304" y="16627"/>
                  </a:lnTo>
                  <a:cubicBezTo>
                    <a:pt x="304" y="7708"/>
                    <a:pt x="7535" y="477"/>
                    <a:pt x="16454" y="477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EEB792D-0A92-9212-946D-39A692A17C97}"/>
                </a:ext>
              </a:extLst>
            </p:cNvPr>
            <p:cNvSpPr/>
            <p:nvPr/>
          </p:nvSpPr>
          <p:spPr>
            <a:xfrm>
              <a:off x="2764910" y="5396794"/>
              <a:ext cx="726065" cy="80704"/>
            </a:xfrm>
            <a:custGeom>
              <a:avLst/>
              <a:gdLst>
                <a:gd name="csX0" fmla="*/ 16608 w 726065"/>
                <a:gd name="csY0" fmla="*/ 427 h 80704"/>
                <a:gd name="csX1" fmla="*/ 710373 w 726065"/>
                <a:gd name="csY1" fmla="*/ 427 h 80704"/>
                <a:gd name="csX2" fmla="*/ 726523 w 726065"/>
                <a:gd name="csY2" fmla="*/ 16577 h 80704"/>
                <a:gd name="csX3" fmla="*/ 726523 w 726065"/>
                <a:gd name="csY3" fmla="*/ 64981 h 80704"/>
                <a:gd name="csX4" fmla="*/ 710372 w 726065"/>
                <a:gd name="csY4" fmla="*/ 81131 h 80704"/>
                <a:gd name="csX5" fmla="*/ 16608 w 726065"/>
                <a:gd name="csY5" fmla="*/ 81131 h 80704"/>
                <a:gd name="csX6" fmla="*/ 457 w 726065"/>
                <a:gd name="csY6" fmla="*/ 64981 h 80704"/>
                <a:gd name="csX7" fmla="*/ 457 w 726065"/>
                <a:gd name="csY7" fmla="*/ 16577 h 80704"/>
                <a:gd name="csX8" fmla="*/ 16608 w 726065"/>
                <a:gd name="csY8" fmla="*/ 42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608" y="427"/>
                  </a:moveTo>
                  <a:lnTo>
                    <a:pt x="710373" y="427"/>
                  </a:lnTo>
                  <a:cubicBezTo>
                    <a:pt x="719292" y="427"/>
                    <a:pt x="726523" y="7657"/>
                    <a:pt x="726523" y="16577"/>
                  </a:cubicBezTo>
                  <a:lnTo>
                    <a:pt x="726523" y="64981"/>
                  </a:lnTo>
                  <a:cubicBezTo>
                    <a:pt x="726523" y="73901"/>
                    <a:pt x="719292" y="81131"/>
                    <a:pt x="710372" y="81131"/>
                  </a:cubicBezTo>
                  <a:lnTo>
                    <a:pt x="16608" y="81131"/>
                  </a:lnTo>
                  <a:cubicBezTo>
                    <a:pt x="7688" y="81131"/>
                    <a:pt x="457" y="73901"/>
                    <a:pt x="457" y="64981"/>
                  </a:cubicBezTo>
                  <a:lnTo>
                    <a:pt x="457" y="16577"/>
                  </a:lnTo>
                  <a:cubicBezTo>
                    <a:pt x="457" y="7657"/>
                    <a:pt x="7688" y="427"/>
                    <a:pt x="16608" y="427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758438A-BF6E-561E-0A4A-712F031C9D36}"/>
                </a:ext>
              </a:extLst>
            </p:cNvPr>
            <p:cNvSpPr/>
            <p:nvPr/>
          </p:nvSpPr>
          <p:spPr>
            <a:xfrm>
              <a:off x="2764910" y="5542002"/>
              <a:ext cx="726065" cy="80704"/>
            </a:xfrm>
            <a:custGeom>
              <a:avLst/>
              <a:gdLst>
                <a:gd name="csX0" fmla="*/ 16608 w 726065"/>
                <a:gd name="csY0" fmla="*/ 452 h 80704"/>
                <a:gd name="csX1" fmla="*/ 710373 w 726065"/>
                <a:gd name="csY1" fmla="*/ 452 h 80704"/>
                <a:gd name="csX2" fmla="*/ 726523 w 726065"/>
                <a:gd name="csY2" fmla="*/ 16602 h 80704"/>
                <a:gd name="csX3" fmla="*/ 726523 w 726065"/>
                <a:gd name="csY3" fmla="*/ 65006 h 80704"/>
                <a:gd name="csX4" fmla="*/ 710372 w 726065"/>
                <a:gd name="csY4" fmla="*/ 81157 h 80704"/>
                <a:gd name="csX5" fmla="*/ 16608 w 726065"/>
                <a:gd name="csY5" fmla="*/ 81157 h 80704"/>
                <a:gd name="csX6" fmla="*/ 457 w 726065"/>
                <a:gd name="csY6" fmla="*/ 65006 h 80704"/>
                <a:gd name="csX7" fmla="*/ 457 w 726065"/>
                <a:gd name="csY7" fmla="*/ 16602 h 80704"/>
                <a:gd name="csX8" fmla="*/ 16608 w 726065"/>
                <a:gd name="csY8" fmla="*/ 452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608" y="452"/>
                  </a:moveTo>
                  <a:lnTo>
                    <a:pt x="710373" y="452"/>
                  </a:lnTo>
                  <a:cubicBezTo>
                    <a:pt x="719292" y="452"/>
                    <a:pt x="726523" y="7683"/>
                    <a:pt x="726523" y="16602"/>
                  </a:cubicBezTo>
                  <a:lnTo>
                    <a:pt x="726523" y="65006"/>
                  </a:lnTo>
                  <a:cubicBezTo>
                    <a:pt x="726523" y="73926"/>
                    <a:pt x="719292" y="81157"/>
                    <a:pt x="710372" y="81157"/>
                  </a:cubicBezTo>
                  <a:lnTo>
                    <a:pt x="16608" y="81157"/>
                  </a:lnTo>
                  <a:cubicBezTo>
                    <a:pt x="7688" y="81157"/>
                    <a:pt x="457" y="73926"/>
                    <a:pt x="457" y="65006"/>
                  </a:cubicBezTo>
                  <a:lnTo>
                    <a:pt x="457" y="16602"/>
                  </a:lnTo>
                  <a:cubicBezTo>
                    <a:pt x="457" y="7683"/>
                    <a:pt x="7688" y="452"/>
                    <a:pt x="16608" y="452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457939D-4ED4-88B8-625E-035BDE07CB3F}"/>
                </a:ext>
              </a:extLst>
            </p:cNvPr>
            <p:cNvSpPr/>
            <p:nvPr/>
          </p:nvSpPr>
          <p:spPr>
            <a:xfrm>
              <a:off x="2764910" y="5687209"/>
              <a:ext cx="281716" cy="80704"/>
            </a:xfrm>
            <a:custGeom>
              <a:avLst/>
              <a:gdLst>
                <a:gd name="csX0" fmla="*/ 16608 w 281716"/>
                <a:gd name="csY0" fmla="*/ 477 h 80704"/>
                <a:gd name="csX1" fmla="*/ 266024 w 281716"/>
                <a:gd name="csY1" fmla="*/ 477 h 80704"/>
                <a:gd name="csX2" fmla="*/ 282174 w 281716"/>
                <a:gd name="csY2" fmla="*/ 16627 h 80704"/>
                <a:gd name="csX3" fmla="*/ 282174 w 281716"/>
                <a:gd name="csY3" fmla="*/ 65032 h 80704"/>
                <a:gd name="csX4" fmla="*/ 266024 w 281716"/>
                <a:gd name="csY4" fmla="*/ 81182 h 80704"/>
                <a:gd name="csX5" fmla="*/ 16608 w 281716"/>
                <a:gd name="csY5" fmla="*/ 81182 h 80704"/>
                <a:gd name="csX6" fmla="*/ 457 w 281716"/>
                <a:gd name="csY6" fmla="*/ 65032 h 80704"/>
                <a:gd name="csX7" fmla="*/ 457 w 281716"/>
                <a:gd name="csY7" fmla="*/ 16627 h 80704"/>
                <a:gd name="csX8" fmla="*/ 16608 w 281716"/>
                <a:gd name="csY8" fmla="*/ 47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1716" h="80704">
                  <a:moveTo>
                    <a:pt x="16608" y="477"/>
                  </a:moveTo>
                  <a:lnTo>
                    <a:pt x="266024" y="477"/>
                  </a:lnTo>
                  <a:cubicBezTo>
                    <a:pt x="274943" y="477"/>
                    <a:pt x="282174" y="7708"/>
                    <a:pt x="282174" y="16627"/>
                  </a:cubicBezTo>
                  <a:lnTo>
                    <a:pt x="282174" y="65032"/>
                  </a:lnTo>
                  <a:cubicBezTo>
                    <a:pt x="282174" y="73951"/>
                    <a:pt x="274943" y="81182"/>
                    <a:pt x="266024" y="81182"/>
                  </a:cubicBezTo>
                  <a:lnTo>
                    <a:pt x="16608" y="81182"/>
                  </a:lnTo>
                  <a:cubicBezTo>
                    <a:pt x="7688" y="81182"/>
                    <a:pt x="457" y="73951"/>
                    <a:pt x="457" y="65032"/>
                  </a:cubicBezTo>
                  <a:lnTo>
                    <a:pt x="457" y="16627"/>
                  </a:lnTo>
                  <a:cubicBezTo>
                    <a:pt x="457" y="7708"/>
                    <a:pt x="7688" y="477"/>
                    <a:pt x="16608" y="477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A2D2B36-3E73-59A5-C84E-E5CA72A02B4B}"/>
                </a:ext>
              </a:extLst>
            </p:cNvPr>
            <p:cNvSpPr/>
            <p:nvPr/>
          </p:nvSpPr>
          <p:spPr>
            <a:xfrm>
              <a:off x="3624047" y="4755466"/>
              <a:ext cx="726030" cy="484020"/>
            </a:xfrm>
            <a:custGeom>
              <a:avLst/>
              <a:gdLst>
                <a:gd name="csX0" fmla="*/ 32872 w 726030"/>
                <a:gd name="csY0" fmla="*/ 316 h 484020"/>
                <a:gd name="csX1" fmla="*/ 694371 w 726030"/>
                <a:gd name="csY1" fmla="*/ 316 h 484020"/>
                <a:gd name="csX2" fmla="*/ 726637 w 726030"/>
                <a:gd name="csY2" fmla="*/ 32581 h 484020"/>
                <a:gd name="csX3" fmla="*/ 726637 w 726030"/>
                <a:gd name="csY3" fmla="*/ 452070 h 484020"/>
                <a:gd name="csX4" fmla="*/ 694371 w 726030"/>
                <a:gd name="csY4" fmla="*/ 484336 h 484020"/>
                <a:gd name="csX5" fmla="*/ 32872 w 726030"/>
                <a:gd name="csY5" fmla="*/ 484336 h 484020"/>
                <a:gd name="csX6" fmla="*/ 606 w 726030"/>
                <a:gd name="csY6" fmla="*/ 452070 h 484020"/>
                <a:gd name="csX7" fmla="*/ 606 w 726030"/>
                <a:gd name="csY7" fmla="*/ 32581 h 484020"/>
                <a:gd name="csX8" fmla="*/ 32872 w 726030"/>
                <a:gd name="csY8" fmla="*/ 316 h 4840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30" h="484020">
                  <a:moveTo>
                    <a:pt x="32872" y="316"/>
                  </a:moveTo>
                  <a:lnTo>
                    <a:pt x="694371" y="316"/>
                  </a:lnTo>
                  <a:cubicBezTo>
                    <a:pt x="712191" y="316"/>
                    <a:pt x="726637" y="14761"/>
                    <a:pt x="726637" y="32581"/>
                  </a:cubicBezTo>
                  <a:lnTo>
                    <a:pt x="726637" y="452070"/>
                  </a:lnTo>
                  <a:cubicBezTo>
                    <a:pt x="726637" y="469890"/>
                    <a:pt x="712191" y="484336"/>
                    <a:pt x="694371" y="484336"/>
                  </a:cubicBezTo>
                  <a:lnTo>
                    <a:pt x="32872" y="484336"/>
                  </a:lnTo>
                  <a:cubicBezTo>
                    <a:pt x="15052" y="484336"/>
                    <a:pt x="606" y="469890"/>
                    <a:pt x="606" y="452070"/>
                  </a:cubicBezTo>
                  <a:lnTo>
                    <a:pt x="606" y="32581"/>
                  </a:lnTo>
                  <a:cubicBezTo>
                    <a:pt x="606" y="14761"/>
                    <a:pt x="15052" y="316"/>
                    <a:pt x="32872" y="316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250B13-2F5B-B87F-6C8E-A88DF44FC09A}"/>
                </a:ext>
              </a:extLst>
            </p:cNvPr>
            <p:cNvSpPr/>
            <p:nvPr/>
          </p:nvSpPr>
          <p:spPr>
            <a:xfrm>
              <a:off x="3624047" y="5396794"/>
              <a:ext cx="726065" cy="80704"/>
            </a:xfrm>
            <a:custGeom>
              <a:avLst/>
              <a:gdLst>
                <a:gd name="csX0" fmla="*/ 16756 w 726065"/>
                <a:gd name="csY0" fmla="*/ 427 h 80704"/>
                <a:gd name="csX1" fmla="*/ 710521 w 726065"/>
                <a:gd name="csY1" fmla="*/ 427 h 80704"/>
                <a:gd name="csX2" fmla="*/ 726672 w 726065"/>
                <a:gd name="csY2" fmla="*/ 16577 h 80704"/>
                <a:gd name="csX3" fmla="*/ 726672 w 726065"/>
                <a:gd name="csY3" fmla="*/ 64981 h 80704"/>
                <a:gd name="csX4" fmla="*/ 710521 w 726065"/>
                <a:gd name="csY4" fmla="*/ 81131 h 80704"/>
                <a:gd name="csX5" fmla="*/ 16756 w 726065"/>
                <a:gd name="csY5" fmla="*/ 81131 h 80704"/>
                <a:gd name="csX6" fmla="*/ 606 w 726065"/>
                <a:gd name="csY6" fmla="*/ 64981 h 80704"/>
                <a:gd name="csX7" fmla="*/ 606 w 726065"/>
                <a:gd name="csY7" fmla="*/ 16577 h 80704"/>
                <a:gd name="csX8" fmla="*/ 16756 w 726065"/>
                <a:gd name="csY8" fmla="*/ 42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756" y="427"/>
                  </a:moveTo>
                  <a:lnTo>
                    <a:pt x="710521" y="427"/>
                  </a:lnTo>
                  <a:cubicBezTo>
                    <a:pt x="719441" y="427"/>
                    <a:pt x="726672" y="7657"/>
                    <a:pt x="726672" y="16577"/>
                  </a:cubicBezTo>
                  <a:lnTo>
                    <a:pt x="726672" y="64981"/>
                  </a:lnTo>
                  <a:cubicBezTo>
                    <a:pt x="726672" y="73901"/>
                    <a:pt x="719441" y="81131"/>
                    <a:pt x="710521" y="81131"/>
                  </a:cubicBezTo>
                  <a:lnTo>
                    <a:pt x="16756" y="81131"/>
                  </a:lnTo>
                  <a:cubicBezTo>
                    <a:pt x="7837" y="81131"/>
                    <a:pt x="606" y="73901"/>
                    <a:pt x="606" y="64981"/>
                  </a:cubicBezTo>
                  <a:lnTo>
                    <a:pt x="606" y="16577"/>
                  </a:lnTo>
                  <a:cubicBezTo>
                    <a:pt x="606" y="7657"/>
                    <a:pt x="7837" y="427"/>
                    <a:pt x="16756" y="427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6FD510B-4191-7BA0-804E-C24A10C68B19}"/>
                </a:ext>
              </a:extLst>
            </p:cNvPr>
            <p:cNvSpPr/>
            <p:nvPr/>
          </p:nvSpPr>
          <p:spPr>
            <a:xfrm>
              <a:off x="3624047" y="5542002"/>
              <a:ext cx="726065" cy="80704"/>
            </a:xfrm>
            <a:custGeom>
              <a:avLst/>
              <a:gdLst>
                <a:gd name="csX0" fmla="*/ 16756 w 726065"/>
                <a:gd name="csY0" fmla="*/ 452 h 80704"/>
                <a:gd name="csX1" fmla="*/ 710521 w 726065"/>
                <a:gd name="csY1" fmla="*/ 452 h 80704"/>
                <a:gd name="csX2" fmla="*/ 726672 w 726065"/>
                <a:gd name="csY2" fmla="*/ 16602 h 80704"/>
                <a:gd name="csX3" fmla="*/ 726672 w 726065"/>
                <a:gd name="csY3" fmla="*/ 65006 h 80704"/>
                <a:gd name="csX4" fmla="*/ 710521 w 726065"/>
                <a:gd name="csY4" fmla="*/ 81157 h 80704"/>
                <a:gd name="csX5" fmla="*/ 16756 w 726065"/>
                <a:gd name="csY5" fmla="*/ 81157 h 80704"/>
                <a:gd name="csX6" fmla="*/ 606 w 726065"/>
                <a:gd name="csY6" fmla="*/ 65006 h 80704"/>
                <a:gd name="csX7" fmla="*/ 606 w 726065"/>
                <a:gd name="csY7" fmla="*/ 16602 h 80704"/>
                <a:gd name="csX8" fmla="*/ 16756 w 726065"/>
                <a:gd name="csY8" fmla="*/ 452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756" y="452"/>
                  </a:moveTo>
                  <a:lnTo>
                    <a:pt x="710521" y="452"/>
                  </a:lnTo>
                  <a:cubicBezTo>
                    <a:pt x="719441" y="452"/>
                    <a:pt x="726672" y="7683"/>
                    <a:pt x="726672" y="16602"/>
                  </a:cubicBezTo>
                  <a:lnTo>
                    <a:pt x="726672" y="65006"/>
                  </a:lnTo>
                  <a:cubicBezTo>
                    <a:pt x="726672" y="73926"/>
                    <a:pt x="719441" y="81157"/>
                    <a:pt x="710521" y="81157"/>
                  </a:cubicBezTo>
                  <a:lnTo>
                    <a:pt x="16756" y="81157"/>
                  </a:lnTo>
                  <a:cubicBezTo>
                    <a:pt x="7837" y="81157"/>
                    <a:pt x="606" y="73926"/>
                    <a:pt x="606" y="65006"/>
                  </a:cubicBezTo>
                  <a:lnTo>
                    <a:pt x="606" y="16602"/>
                  </a:lnTo>
                  <a:cubicBezTo>
                    <a:pt x="606" y="7683"/>
                    <a:pt x="7837" y="452"/>
                    <a:pt x="16756" y="452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D35A4AD-9898-2D54-D05C-BADDCB38FAF8}"/>
                </a:ext>
              </a:extLst>
            </p:cNvPr>
            <p:cNvSpPr/>
            <p:nvPr/>
          </p:nvSpPr>
          <p:spPr>
            <a:xfrm>
              <a:off x="3624047" y="5687209"/>
              <a:ext cx="281716" cy="80704"/>
            </a:xfrm>
            <a:custGeom>
              <a:avLst/>
              <a:gdLst>
                <a:gd name="csX0" fmla="*/ 16756 w 281716"/>
                <a:gd name="csY0" fmla="*/ 477 h 80704"/>
                <a:gd name="csX1" fmla="*/ 266173 w 281716"/>
                <a:gd name="csY1" fmla="*/ 477 h 80704"/>
                <a:gd name="csX2" fmla="*/ 282323 w 281716"/>
                <a:gd name="csY2" fmla="*/ 16627 h 80704"/>
                <a:gd name="csX3" fmla="*/ 282323 w 281716"/>
                <a:gd name="csY3" fmla="*/ 65032 h 80704"/>
                <a:gd name="csX4" fmla="*/ 266173 w 281716"/>
                <a:gd name="csY4" fmla="*/ 81182 h 80704"/>
                <a:gd name="csX5" fmla="*/ 16756 w 281716"/>
                <a:gd name="csY5" fmla="*/ 81182 h 80704"/>
                <a:gd name="csX6" fmla="*/ 606 w 281716"/>
                <a:gd name="csY6" fmla="*/ 65032 h 80704"/>
                <a:gd name="csX7" fmla="*/ 606 w 281716"/>
                <a:gd name="csY7" fmla="*/ 16627 h 80704"/>
                <a:gd name="csX8" fmla="*/ 16756 w 281716"/>
                <a:gd name="csY8" fmla="*/ 47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1716" h="80704">
                  <a:moveTo>
                    <a:pt x="16756" y="477"/>
                  </a:moveTo>
                  <a:lnTo>
                    <a:pt x="266173" y="477"/>
                  </a:lnTo>
                  <a:cubicBezTo>
                    <a:pt x="275092" y="477"/>
                    <a:pt x="282323" y="7708"/>
                    <a:pt x="282323" y="16627"/>
                  </a:cubicBezTo>
                  <a:lnTo>
                    <a:pt x="282323" y="65032"/>
                  </a:lnTo>
                  <a:cubicBezTo>
                    <a:pt x="282323" y="73951"/>
                    <a:pt x="275092" y="81182"/>
                    <a:pt x="266173" y="81182"/>
                  </a:cubicBezTo>
                  <a:lnTo>
                    <a:pt x="16756" y="81182"/>
                  </a:lnTo>
                  <a:cubicBezTo>
                    <a:pt x="7837" y="81182"/>
                    <a:pt x="606" y="73951"/>
                    <a:pt x="606" y="65032"/>
                  </a:cubicBezTo>
                  <a:lnTo>
                    <a:pt x="606" y="16627"/>
                  </a:lnTo>
                  <a:cubicBezTo>
                    <a:pt x="606" y="7708"/>
                    <a:pt x="7837" y="477"/>
                    <a:pt x="16756" y="477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31" name="Graphic 5">
            <a:extLst>
              <a:ext uri="{FF2B5EF4-FFF2-40B4-BE49-F238E27FC236}">
                <a16:creationId xmlns:a16="http://schemas.microsoft.com/office/drawing/2014/main" id="{85A4745C-04CD-459B-C553-ED54AA7EF561}"/>
              </a:ext>
            </a:extLst>
          </p:cNvPr>
          <p:cNvGrpSpPr/>
          <p:nvPr/>
        </p:nvGrpSpPr>
        <p:grpSpPr>
          <a:xfrm>
            <a:off x="-7359838" y="3477670"/>
            <a:ext cx="1798436" cy="199823"/>
            <a:chOff x="126999" y="3477670"/>
            <a:chExt cx="1798436" cy="199823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B82B0E8-16CE-6EDB-247E-768F3A573660}"/>
                </a:ext>
              </a:extLst>
            </p:cNvPr>
            <p:cNvSpPr/>
            <p:nvPr/>
          </p:nvSpPr>
          <p:spPr>
            <a:xfrm>
              <a:off x="126999" y="3477670"/>
              <a:ext cx="1798436" cy="199823"/>
            </a:xfrm>
            <a:custGeom>
              <a:avLst/>
              <a:gdLst>
                <a:gd name="csX0" fmla="*/ 59946 w 1798436"/>
                <a:gd name="csY0" fmla="*/ 94 h 199823"/>
                <a:gd name="csX1" fmla="*/ 1738450 w 1798436"/>
                <a:gd name="csY1" fmla="*/ 94 h 199823"/>
                <a:gd name="csX2" fmla="*/ 1798436 w 1798436"/>
                <a:gd name="csY2" fmla="*/ 60000 h 199823"/>
                <a:gd name="csX3" fmla="*/ 1798436 w 1798436"/>
                <a:gd name="csY3" fmla="*/ 60040 h 199823"/>
                <a:gd name="csX4" fmla="*/ 1798436 w 1798436"/>
                <a:gd name="csY4" fmla="*/ 139972 h 199823"/>
                <a:gd name="csX5" fmla="*/ 1738490 w 1798436"/>
                <a:gd name="csY5" fmla="*/ 199918 h 199823"/>
                <a:gd name="csX6" fmla="*/ 1738450 w 1798436"/>
                <a:gd name="csY6" fmla="*/ 199918 h 199823"/>
                <a:gd name="csX7" fmla="*/ 59946 w 1798436"/>
                <a:gd name="csY7" fmla="*/ 199918 h 199823"/>
                <a:gd name="csX8" fmla="*/ 0 w 1798436"/>
                <a:gd name="csY8" fmla="*/ 139972 h 199823"/>
                <a:gd name="csX9" fmla="*/ 0 w 1798436"/>
                <a:gd name="csY9" fmla="*/ 60040 h 199823"/>
                <a:gd name="csX10" fmla="*/ 59946 w 1798436"/>
                <a:gd name="csY10" fmla="*/ 94 h 199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798436" h="199823">
                  <a:moveTo>
                    <a:pt x="59946" y="94"/>
                  </a:moveTo>
                  <a:lnTo>
                    <a:pt x="1738450" y="94"/>
                  </a:lnTo>
                  <a:cubicBezTo>
                    <a:pt x="1771557" y="72"/>
                    <a:pt x="1798414" y="26892"/>
                    <a:pt x="1798436" y="60000"/>
                  </a:cubicBezTo>
                  <a:cubicBezTo>
                    <a:pt x="1798436" y="60013"/>
                    <a:pt x="1798436" y="60027"/>
                    <a:pt x="1798436" y="60040"/>
                  </a:cubicBezTo>
                  <a:lnTo>
                    <a:pt x="1798436" y="139972"/>
                  </a:lnTo>
                  <a:cubicBezTo>
                    <a:pt x="1798436" y="173079"/>
                    <a:pt x="1771598" y="199918"/>
                    <a:pt x="1738490" y="199918"/>
                  </a:cubicBezTo>
                  <a:cubicBezTo>
                    <a:pt x="1738477" y="199918"/>
                    <a:pt x="1738463" y="199918"/>
                    <a:pt x="1738450" y="199918"/>
                  </a:cubicBezTo>
                  <a:lnTo>
                    <a:pt x="59946" y="199918"/>
                  </a:lnTo>
                  <a:cubicBezTo>
                    <a:pt x="26839" y="199918"/>
                    <a:pt x="0" y="173079"/>
                    <a:pt x="0" y="139972"/>
                  </a:cubicBezTo>
                  <a:lnTo>
                    <a:pt x="0" y="60040"/>
                  </a:lnTo>
                  <a:cubicBezTo>
                    <a:pt x="0" y="26933"/>
                    <a:pt x="26839" y="94"/>
                    <a:pt x="59946" y="94"/>
                  </a:cubicBezTo>
                  <a:close/>
                </a:path>
              </a:pathLst>
            </a:custGeom>
            <a:solidFill>
              <a:srgbClr val="FFFF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FBE37A-5782-2F86-6920-D9ACB2A05918}"/>
                </a:ext>
              </a:extLst>
            </p:cNvPr>
            <p:cNvSpPr/>
            <p:nvPr/>
          </p:nvSpPr>
          <p:spPr>
            <a:xfrm>
              <a:off x="126999" y="3477670"/>
              <a:ext cx="1798436" cy="199823"/>
            </a:xfrm>
            <a:custGeom>
              <a:avLst/>
              <a:gdLst>
                <a:gd name="csX0" fmla="*/ 59946 w 1798436"/>
                <a:gd name="csY0" fmla="*/ 10084 h 199823"/>
                <a:gd name="csX1" fmla="*/ 9990 w 1798436"/>
                <a:gd name="csY1" fmla="*/ 60040 h 199823"/>
                <a:gd name="csX2" fmla="*/ 9990 w 1798436"/>
                <a:gd name="csY2" fmla="*/ 139972 h 199823"/>
                <a:gd name="csX3" fmla="*/ 59946 w 1798436"/>
                <a:gd name="csY3" fmla="*/ 189928 h 199823"/>
                <a:gd name="csX4" fmla="*/ 1738450 w 1798436"/>
                <a:gd name="csY4" fmla="*/ 189928 h 199823"/>
                <a:gd name="csX5" fmla="*/ 1788406 w 1798436"/>
                <a:gd name="csY5" fmla="*/ 139972 h 199823"/>
                <a:gd name="csX6" fmla="*/ 1788406 w 1798436"/>
                <a:gd name="csY6" fmla="*/ 60040 h 199823"/>
                <a:gd name="csX7" fmla="*/ 1738450 w 1798436"/>
                <a:gd name="csY7" fmla="*/ 10084 h 199823"/>
                <a:gd name="csX8" fmla="*/ 59946 w 1798436"/>
                <a:gd name="csY8" fmla="*/ 10084 h 199823"/>
                <a:gd name="csX9" fmla="*/ 59946 w 1798436"/>
                <a:gd name="csY9" fmla="*/ 94 h 199823"/>
                <a:gd name="csX10" fmla="*/ 1738450 w 1798436"/>
                <a:gd name="csY10" fmla="*/ 94 h 199823"/>
                <a:gd name="csX11" fmla="*/ 1798436 w 1798436"/>
                <a:gd name="csY11" fmla="*/ 60000 h 199823"/>
                <a:gd name="csX12" fmla="*/ 1798436 w 1798436"/>
                <a:gd name="csY12" fmla="*/ 60040 h 199823"/>
                <a:gd name="csX13" fmla="*/ 1798436 w 1798436"/>
                <a:gd name="csY13" fmla="*/ 139972 h 199823"/>
                <a:gd name="csX14" fmla="*/ 1738490 w 1798436"/>
                <a:gd name="csY14" fmla="*/ 199918 h 199823"/>
                <a:gd name="csX15" fmla="*/ 1738450 w 1798436"/>
                <a:gd name="csY15" fmla="*/ 199918 h 199823"/>
                <a:gd name="csX16" fmla="*/ 59946 w 1798436"/>
                <a:gd name="csY16" fmla="*/ 199918 h 199823"/>
                <a:gd name="csX17" fmla="*/ 0 w 1798436"/>
                <a:gd name="csY17" fmla="*/ 139972 h 199823"/>
                <a:gd name="csX18" fmla="*/ 0 w 1798436"/>
                <a:gd name="csY18" fmla="*/ 60040 h 199823"/>
                <a:gd name="csX19" fmla="*/ 59946 w 1798436"/>
                <a:gd name="csY19" fmla="*/ 94 h 199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798436" h="199823">
                  <a:moveTo>
                    <a:pt x="59946" y="10084"/>
                  </a:moveTo>
                  <a:cubicBezTo>
                    <a:pt x="32369" y="10116"/>
                    <a:pt x="10022" y="32463"/>
                    <a:pt x="9990" y="60040"/>
                  </a:cubicBezTo>
                  <a:lnTo>
                    <a:pt x="9990" y="139972"/>
                  </a:lnTo>
                  <a:cubicBezTo>
                    <a:pt x="10022" y="167549"/>
                    <a:pt x="32369" y="189896"/>
                    <a:pt x="59946" y="189928"/>
                  </a:cubicBezTo>
                  <a:lnTo>
                    <a:pt x="1738450" y="189928"/>
                  </a:lnTo>
                  <a:cubicBezTo>
                    <a:pt x="1766027" y="189896"/>
                    <a:pt x="1788374" y="167549"/>
                    <a:pt x="1788406" y="139972"/>
                  </a:cubicBezTo>
                  <a:lnTo>
                    <a:pt x="1788406" y="60040"/>
                  </a:lnTo>
                  <a:cubicBezTo>
                    <a:pt x="1788374" y="32463"/>
                    <a:pt x="1766027" y="10116"/>
                    <a:pt x="1738450" y="10084"/>
                  </a:cubicBezTo>
                  <a:lnTo>
                    <a:pt x="59946" y="10084"/>
                  </a:lnTo>
                  <a:moveTo>
                    <a:pt x="59946" y="94"/>
                  </a:moveTo>
                  <a:lnTo>
                    <a:pt x="1738450" y="94"/>
                  </a:lnTo>
                  <a:cubicBezTo>
                    <a:pt x="1771557" y="72"/>
                    <a:pt x="1798414" y="26892"/>
                    <a:pt x="1798436" y="60000"/>
                  </a:cubicBezTo>
                  <a:cubicBezTo>
                    <a:pt x="1798436" y="60013"/>
                    <a:pt x="1798436" y="60027"/>
                    <a:pt x="1798436" y="60040"/>
                  </a:cubicBezTo>
                  <a:lnTo>
                    <a:pt x="1798436" y="139972"/>
                  </a:lnTo>
                  <a:cubicBezTo>
                    <a:pt x="1798436" y="173079"/>
                    <a:pt x="1771598" y="199918"/>
                    <a:pt x="1738490" y="199918"/>
                  </a:cubicBezTo>
                  <a:cubicBezTo>
                    <a:pt x="1738477" y="199918"/>
                    <a:pt x="1738463" y="199918"/>
                    <a:pt x="1738450" y="199918"/>
                  </a:cubicBezTo>
                  <a:lnTo>
                    <a:pt x="59946" y="199918"/>
                  </a:lnTo>
                  <a:cubicBezTo>
                    <a:pt x="26839" y="199918"/>
                    <a:pt x="0" y="173079"/>
                    <a:pt x="0" y="139972"/>
                  </a:cubicBezTo>
                  <a:lnTo>
                    <a:pt x="0" y="60040"/>
                  </a:lnTo>
                  <a:cubicBezTo>
                    <a:pt x="0" y="26933"/>
                    <a:pt x="26839" y="94"/>
                    <a:pt x="59946" y="94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A55F646-98D0-CADD-2DEE-1B48DF1B6A86}"/>
                </a:ext>
              </a:extLst>
            </p:cNvPr>
            <p:cNvSpPr/>
            <p:nvPr/>
          </p:nvSpPr>
          <p:spPr>
            <a:xfrm>
              <a:off x="246897" y="3517636"/>
              <a:ext cx="119891" cy="119891"/>
            </a:xfrm>
            <a:custGeom>
              <a:avLst/>
              <a:gdLst>
                <a:gd name="csX0" fmla="*/ 59967 w 119891"/>
                <a:gd name="csY0" fmla="*/ 101 h 119891"/>
                <a:gd name="csX1" fmla="*/ 119913 w 119891"/>
                <a:gd name="csY1" fmla="*/ 60047 h 119891"/>
                <a:gd name="csX2" fmla="*/ 59967 w 119891"/>
                <a:gd name="csY2" fmla="*/ 119993 h 119891"/>
                <a:gd name="csX3" fmla="*/ 21 w 119891"/>
                <a:gd name="csY3" fmla="*/ 60047 h 119891"/>
                <a:gd name="csX4" fmla="*/ 59967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59967" y="101"/>
                  </a:moveTo>
                  <a:cubicBezTo>
                    <a:pt x="93074" y="101"/>
                    <a:pt x="119913" y="26940"/>
                    <a:pt x="119913" y="60047"/>
                  </a:cubicBezTo>
                  <a:cubicBezTo>
                    <a:pt x="119913" y="93154"/>
                    <a:pt x="93074" y="119993"/>
                    <a:pt x="59967" y="119993"/>
                  </a:cubicBezTo>
                  <a:cubicBezTo>
                    <a:pt x="26860" y="119993"/>
                    <a:pt x="21" y="93154"/>
                    <a:pt x="21" y="60047"/>
                  </a:cubicBezTo>
                  <a:cubicBezTo>
                    <a:pt x="21" y="26940"/>
                    <a:pt x="26860" y="101"/>
                    <a:pt x="59967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35544E5-ED2A-E7A0-5DC9-B5204DBCB19E}"/>
                </a:ext>
              </a:extLst>
            </p:cNvPr>
            <p:cNvSpPr/>
            <p:nvPr/>
          </p:nvSpPr>
          <p:spPr>
            <a:xfrm>
              <a:off x="486687" y="3517636"/>
              <a:ext cx="119891" cy="119891"/>
            </a:xfrm>
            <a:custGeom>
              <a:avLst/>
              <a:gdLst>
                <a:gd name="csX0" fmla="*/ 60008 w 119891"/>
                <a:gd name="csY0" fmla="*/ 101 h 119891"/>
                <a:gd name="csX1" fmla="*/ 119954 w 119891"/>
                <a:gd name="csY1" fmla="*/ 60047 h 119891"/>
                <a:gd name="csX2" fmla="*/ 60008 w 119891"/>
                <a:gd name="csY2" fmla="*/ 119993 h 119891"/>
                <a:gd name="csX3" fmla="*/ 62 w 119891"/>
                <a:gd name="csY3" fmla="*/ 60047 h 119891"/>
                <a:gd name="csX4" fmla="*/ 60008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008" y="101"/>
                  </a:moveTo>
                  <a:cubicBezTo>
                    <a:pt x="93116" y="101"/>
                    <a:pt x="119954" y="26940"/>
                    <a:pt x="119954" y="60047"/>
                  </a:cubicBezTo>
                  <a:cubicBezTo>
                    <a:pt x="119954" y="93154"/>
                    <a:pt x="93116" y="119993"/>
                    <a:pt x="60008" y="119993"/>
                  </a:cubicBezTo>
                  <a:cubicBezTo>
                    <a:pt x="26901" y="119993"/>
                    <a:pt x="62" y="93154"/>
                    <a:pt x="62" y="60047"/>
                  </a:cubicBezTo>
                  <a:cubicBezTo>
                    <a:pt x="62" y="26940"/>
                    <a:pt x="26901" y="101"/>
                    <a:pt x="60008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46BDC6DD-2418-65BC-125E-B4DD56FFF6B1}"/>
                </a:ext>
              </a:extLst>
            </p:cNvPr>
            <p:cNvSpPr/>
            <p:nvPr/>
          </p:nvSpPr>
          <p:spPr>
            <a:xfrm>
              <a:off x="726476" y="3517636"/>
              <a:ext cx="119891" cy="119891"/>
            </a:xfrm>
            <a:custGeom>
              <a:avLst/>
              <a:gdLst>
                <a:gd name="csX0" fmla="*/ 60050 w 119891"/>
                <a:gd name="csY0" fmla="*/ 101 h 119891"/>
                <a:gd name="csX1" fmla="*/ 119996 w 119891"/>
                <a:gd name="csY1" fmla="*/ 60047 h 119891"/>
                <a:gd name="csX2" fmla="*/ 60050 w 119891"/>
                <a:gd name="csY2" fmla="*/ 119993 h 119891"/>
                <a:gd name="csX3" fmla="*/ 104 w 119891"/>
                <a:gd name="csY3" fmla="*/ 60047 h 119891"/>
                <a:gd name="csX4" fmla="*/ 60050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050" y="101"/>
                  </a:moveTo>
                  <a:cubicBezTo>
                    <a:pt x="93157" y="101"/>
                    <a:pt x="119996" y="26940"/>
                    <a:pt x="119996" y="60047"/>
                  </a:cubicBezTo>
                  <a:cubicBezTo>
                    <a:pt x="119996" y="93154"/>
                    <a:pt x="93157" y="119993"/>
                    <a:pt x="60050" y="119993"/>
                  </a:cubicBezTo>
                  <a:cubicBezTo>
                    <a:pt x="26943" y="119993"/>
                    <a:pt x="104" y="93154"/>
                    <a:pt x="104" y="60047"/>
                  </a:cubicBezTo>
                  <a:cubicBezTo>
                    <a:pt x="104" y="26940"/>
                    <a:pt x="26943" y="101"/>
                    <a:pt x="60050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7806062F-B77B-6999-5422-B0766541EF92}"/>
                </a:ext>
              </a:extLst>
            </p:cNvPr>
            <p:cNvSpPr/>
            <p:nvPr/>
          </p:nvSpPr>
          <p:spPr>
            <a:xfrm>
              <a:off x="966266" y="3517636"/>
              <a:ext cx="119891" cy="119891"/>
            </a:xfrm>
            <a:custGeom>
              <a:avLst/>
              <a:gdLst>
                <a:gd name="csX0" fmla="*/ 60091 w 119891"/>
                <a:gd name="csY0" fmla="*/ 101 h 119891"/>
                <a:gd name="csX1" fmla="*/ 120037 w 119891"/>
                <a:gd name="csY1" fmla="*/ 60047 h 119891"/>
                <a:gd name="csX2" fmla="*/ 60091 w 119891"/>
                <a:gd name="csY2" fmla="*/ 119993 h 119891"/>
                <a:gd name="csX3" fmla="*/ 146 w 119891"/>
                <a:gd name="csY3" fmla="*/ 60047 h 119891"/>
                <a:gd name="csX4" fmla="*/ 60091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091" y="101"/>
                  </a:moveTo>
                  <a:cubicBezTo>
                    <a:pt x="93199" y="101"/>
                    <a:pt x="120037" y="26940"/>
                    <a:pt x="120037" y="60047"/>
                  </a:cubicBezTo>
                  <a:cubicBezTo>
                    <a:pt x="120037" y="93154"/>
                    <a:pt x="93199" y="119993"/>
                    <a:pt x="60091" y="119993"/>
                  </a:cubicBezTo>
                  <a:cubicBezTo>
                    <a:pt x="26984" y="119993"/>
                    <a:pt x="146" y="93154"/>
                    <a:pt x="146" y="60047"/>
                  </a:cubicBezTo>
                  <a:cubicBezTo>
                    <a:pt x="146" y="26940"/>
                    <a:pt x="26984" y="101"/>
                    <a:pt x="60091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D48C915A-A1C1-56EB-C83D-30C45E456668}"/>
                </a:ext>
              </a:extLst>
            </p:cNvPr>
            <p:cNvSpPr/>
            <p:nvPr/>
          </p:nvSpPr>
          <p:spPr>
            <a:xfrm>
              <a:off x="1206056" y="3517636"/>
              <a:ext cx="119891" cy="119891"/>
            </a:xfrm>
            <a:custGeom>
              <a:avLst/>
              <a:gdLst>
                <a:gd name="csX0" fmla="*/ 60133 w 119891"/>
                <a:gd name="csY0" fmla="*/ 101 h 119891"/>
                <a:gd name="csX1" fmla="*/ 120079 w 119891"/>
                <a:gd name="csY1" fmla="*/ 60047 h 119891"/>
                <a:gd name="csX2" fmla="*/ 60133 w 119891"/>
                <a:gd name="csY2" fmla="*/ 119993 h 119891"/>
                <a:gd name="csX3" fmla="*/ 187 w 119891"/>
                <a:gd name="csY3" fmla="*/ 60047 h 119891"/>
                <a:gd name="csX4" fmla="*/ 60133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133" y="101"/>
                  </a:moveTo>
                  <a:cubicBezTo>
                    <a:pt x="93240" y="101"/>
                    <a:pt x="120079" y="26940"/>
                    <a:pt x="120079" y="60047"/>
                  </a:cubicBezTo>
                  <a:cubicBezTo>
                    <a:pt x="120079" y="93154"/>
                    <a:pt x="93240" y="119993"/>
                    <a:pt x="60133" y="119993"/>
                  </a:cubicBezTo>
                  <a:cubicBezTo>
                    <a:pt x="27026" y="119993"/>
                    <a:pt x="187" y="93154"/>
                    <a:pt x="187" y="60047"/>
                  </a:cubicBezTo>
                  <a:cubicBezTo>
                    <a:pt x="187" y="26940"/>
                    <a:pt x="27026" y="101"/>
                    <a:pt x="60133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1560AC1-604A-A436-5D40-97402806AF59}"/>
                </a:ext>
              </a:extLst>
            </p:cNvPr>
            <p:cNvSpPr/>
            <p:nvPr/>
          </p:nvSpPr>
          <p:spPr>
            <a:xfrm>
              <a:off x="1445845" y="3517636"/>
              <a:ext cx="119891" cy="119891"/>
            </a:xfrm>
            <a:custGeom>
              <a:avLst/>
              <a:gdLst>
                <a:gd name="csX0" fmla="*/ 60175 w 119891"/>
                <a:gd name="csY0" fmla="*/ 101 h 119891"/>
                <a:gd name="csX1" fmla="*/ 120121 w 119891"/>
                <a:gd name="csY1" fmla="*/ 60047 h 119891"/>
                <a:gd name="csX2" fmla="*/ 60175 w 119891"/>
                <a:gd name="csY2" fmla="*/ 119993 h 119891"/>
                <a:gd name="csX3" fmla="*/ 229 w 119891"/>
                <a:gd name="csY3" fmla="*/ 60047 h 119891"/>
                <a:gd name="csX4" fmla="*/ 60175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175" y="101"/>
                  </a:moveTo>
                  <a:cubicBezTo>
                    <a:pt x="93282" y="101"/>
                    <a:pt x="120121" y="26940"/>
                    <a:pt x="120121" y="60047"/>
                  </a:cubicBezTo>
                  <a:cubicBezTo>
                    <a:pt x="120121" y="93154"/>
                    <a:pt x="93282" y="119993"/>
                    <a:pt x="60175" y="119993"/>
                  </a:cubicBezTo>
                  <a:cubicBezTo>
                    <a:pt x="27067" y="119993"/>
                    <a:pt x="229" y="93154"/>
                    <a:pt x="229" y="60047"/>
                  </a:cubicBezTo>
                  <a:cubicBezTo>
                    <a:pt x="229" y="26940"/>
                    <a:pt x="27067" y="101"/>
                    <a:pt x="60175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6B6A003-22E5-BCF5-B32E-18A63CE3E0D5}"/>
                </a:ext>
              </a:extLst>
            </p:cNvPr>
            <p:cNvSpPr/>
            <p:nvPr/>
          </p:nvSpPr>
          <p:spPr>
            <a:xfrm>
              <a:off x="1685635" y="3517636"/>
              <a:ext cx="119891" cy="119891"/>
            </a:xfrm>
            <a:custGeom>
              <a:avLst/>
              <a:gdLst>
                <a:gd name="csX0" fmla="*/ 60216 w 119891"/>
                <a:gd name="csY0" fmla="*/ 101 h 119891"/>
                <a:gd name="csX1" fmla="*/ 120162 w 119891"/>
                <a:gd name="csY1" fmla="*/ 60047 h 119891"/>
                <a:gd name="csX2" fmla="*/ 60216 w 119891"/>
                <a:gd name="csY2" fmla="*/ 119993 h 119891"/>
                <a:gd name="csX3" fmla="*/ 270 w 119891"/>
                <a:gd name="csY3" fmla="*/ 60047 h 119891"/>
                <a:gd name="csX4" fmla="*/ 60216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216" y="101"/>
                  </a:moveTo>
                  <a:cubicBezTo>
                    <a:pt x="93323" y="101"/>
                    <a:pt x="120162" y="26940"/>
                    <a:pt x="120162" y="60047"/>
                  </a:cubicBezTo>
                  <a:cubicBezTo>
                    <a:pt x="120162" y="93154"/>
                    <a:pt x="93323" y="119993"/>
                    <a:pt x="60216" y="119993"/>
                  </a:cubicBezTo>
                  <a:cubicBezTo>
                    <a:pt x="27109" y="119993"/>
                    <a:pt x="270" y="93154"/>
                    <a:pt x="270" y="60047"/>
                  </a:cubicBezTo>
                  <a:cubicBezTo>
                    <a:pt x="270" y="26940"/>
                    <a:pt x="27109" y="101"/>
                    <a:pt x="60216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41" name="Graphic 5">
            <a:extLst>
              <a:ext uri="{FF2B5EF4-FFF2-40B4-BE49-F238E27FC236}">
                <a16:creationId xmlns:a16="http://schemas.microsoft.com/office/drawing/2014/main" id="{B78C7DB4-4962-47AD-D539-E03FDBAF62AB}"/>
              </a:ext>
            </a:extLst>
          </p:cNvPr>
          <p:cNvGrpSpPr/>
          <p:nvPr/>
        </p:nvGrpSpPr>
        <p:grpSpPr>
          <a:xfrm>
            <a:off x="-4344011" y="3301325"/>
            <a:ext cx="472969" cy="467201"/>
            <a:chOff x="2901367" y="3748797"/>
            <a:chExt cx="472969" cy="467201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2A7498B-9771-20E9-8A60-86E0447A62BE}"/>
                </a:ext>
              </a:extLst>
            </p:cNvPr>
            <p:cNvSpPr/>
            <p:nvPr/>
          </p:nvSpPr>
          <p:spPr>
            <a:xfrm>
              <a:off x="2901367" y="3748797"/>
              <a:ext cx="472969" cy="467201"/>
            </a:xfrm>
            <a:custGeom>
              <a:avLst/>
              <a:gdLst>
                <a:gd name="csX0" fmla="*/ 438843 w 472969"/>
                <a:gd name="csY0" fmla="*/ 141 h 467201"/>
                <a:gd name="csX1" fmla="*/ 473450 w 472969"/>
                <a:gd name="csY1" fmla="*/ 141 h 467201"/>
                <a:gd name="csX2" fmla="*/ 473450 w 472969"/>
                <a:gd name="csY2" fmla="*/ 467342 h 467201"/>
                <a:gd name="csX3" fmla="*/ 438843 w 472969"/>
                <a:gd name="csY3" fmla="*/ 467342 h 467201"/>
                <a:gd name="csX4" fmla="*/ 35088 w 472969"/>
                <a:gd name="csY4" fmla="*/ 467342 h 467201"/>
                <a:gd name="csX5" fmla="*/ 481 w 472969"/>
                <a:gd name="csY5" fmla="*/ 467342 h 467201"/>
                <a:gd name="csX6" fmla="*/ 481 w 472969"/>
                <a:gd name="csY6" fmla="*/ 141 h 467201"/>
                <a:gd name="csX7" fmla="*/ 35088 w 472969"/>
                <a:gd name="csY7" fmla="*/ 141 h 4672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72969" h="467201">
                  <a:moveTo>
                    <a:pt x="438843" y="141"/>
                  </a:moveTo>
                  <a:cubicBezTo>
                    <a:pt x="457956" y="141"/>
                    <a:pt x="473450" y="141"/>
                    <a:pt x="473450" y="141"/>
                  </a:cubicBezTo>
                  <a:lnTo>
                    <a:pt x="473450" y="467342"/>
                  </a:lnTo>
                  <a:cubicBezTo>
                    <a:pt x="473450" y="467342"/>
                    <a:pt x="457956" y="467342"/>
                    <a:pt x="438843" y="467342"/>
                  </a:cubicBezTo>
                  <a:lnTo>
                    <a:pt x="35088" y="467342"/>
                  </a:lnTo>
                  <a:cubicBezTo>
                    <a:pt x="15975" y="467342"/>
                    <a:pt x="481" y="467342"/>
                    <a:pt x="481" y="467342"/>
                  </a:cubicBezTo>
                  <a:lnTo>
                    <a:pt x="481" y="141"/>
                  </a:lnTo>
                  <a:cubicBezTo>
                    <a:pt x="481" y="141"/>
                    <a:pt x="15975" y="141"/>
                    <a:pt x="35088" y="141"/>
                  </a:cubicBezTo>
                  <a:close/>
                </a:path>
              </a:pathLst>
            </a:custGeom>
            <a:solidFill>
              <a:srgbClr val="F2F2F2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FC4BDBD8-3EEB-399B-87EC-769126FEFDAD}"/>
                </a:ext>
              </a:extLst>
            </p:cNvPr>
            <p:cNvSpPr/>
            <p:nvPr/>
          </p:nvSpPr>
          <p:spPr>
            <a:xfrm>
              <a:off x="2903115" y="3750654"/>
              <a:ext cx="470852" cy="464317"/>
            </a:xfrm>
            <a:custGeom>
              <a:avLst/>
              <a:gdLst>
                <a:gd name="csX0" fmla="*/ 20092 w 470852"/>
                <a:gd name="csY0" fmla="*/ 9947 h 464317"/>
                <a:gd name="csX1" fmla="*/ 10287 w 470852"/>
                <a:gd name="csY1" fmla="*/ 19752 h 464317"/>
                <a:gd name="csX2" fmla="*/ 10287 w 470852"/>
                <a:gd name="csY2" fmla="*/ 444848 h 464317"/>
                <a:gd name="csX3" fmla="*/ 20092 w 470852"/>
                <a:gd name="csY3" fmla="*/ 454653 h 464317"/>
                <a:gd name="csX4" fmla="*/ 451723 w 470852"/>
                <a:gd name="csY4" fmla="*/ 454653 h 464317"/>
                <a:gd name="csX5" fmla="*/ 461528 w 470852"/>
                <a:gd name="csY5" fmla="*/ 444848 h 464317"/>
                <a:gd name="csX6" fmla="*/ 461528 w 470852"/>
                <a:gd name="csY6" fmla="*/ 19752 h 464317"/>
                <a:gd name="csX7" fmla="*/ 451723 w 470852"/>
                <a:gd name="csY7" fmla="*/ 9947 h 464317"/>
                <a:gd name="csX8" fmla="*/ 20092 w 470852"/>
                <a:gd name="csY8" fmla="*/ 9947 h 464317"/>
                <a:gd name="csX9" fmla="*/ 20092 w 470852"/>
                <a:gd name="csY9" fmla="*/ 141 h 464317"/>
                <a:gd name="csX10" fmla="*/ 451723 w 470852"/>
                <a:gd name="csY10" fmla="*/ 141 h 464317"/>
                <a:gd name="csX11" fmla="*/ 471334 w 470852"/>
                <a:gd name="csY11" fmla="*/ 19752 h 464317"/>
                <a:gd name="csX12" fmla="*/ 471334 w 470852"/>
                <a:gd name="csY12" fmla="*/ 444848 h 464317"/>
                <a:gd name="csX13" fmla="*/ 451723 w 470852"/>
                <a:gd name="csY13" fmla="*/ 464459 h 464317"/>
                <a:gd name="csX14" fmla="*/ 20092 w 470852"/>
                <a:gd name="csY14" fmla="*/ 464459 h 464317"/>
                <a:gd name="csX15" fmla="*/ 481 w 470852"/>
                <a:gd name="csY15" fmla="*/ 444848 h 464317"/>
                <a:gd name="csX16" fmla="*/ 481 w 470852"/>
                <a:gd name="csY16" fmla="*/ 19752 h 464317"/>
                <a:gd name="csX17" fmla="*/ 20092 w 470852"/>
                <a:gd name="csY17" fmla="*/ 141 h 4643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70852" h="464317">
                  <a:moveTo>
                    <a:pt x="20092" y="9947"/>
                  </a:moveTo>
                  <a:cubicBezTo>
                    <a:pt x="14677" y="9947"/>
                    <a:pt x="10287" y="14337"/>
                    <a:pt x="10287" y="19752"/>
                  </a:cubicBezTo>
                  <a:lnTo>
                    <a:pt x="10287" y="444848"/>
                  </a:lnTo>
                  <a:cubicBezTo>
                    <a:pt x="10287" y="450263"/>
                    <a:pt x="14677" y="454653"/>
                    <a:pt x="20092" y="454653"/>
                  </a:cubicBezTo>
                  <a:lnTo>
                    <a:pt x="451723" y="454653"/>
                  </a:lnTo>
                  <a:cubicBezTo>
                    <a:pt x="457138" y="454653"/>
                    <a:pt x="461528" y="450263"/>
                    <a:pt x="461528" y="444848"/>
                  </a:cubicBezTo>
                  <a:lnTo>
                    <a:pt x="461528" y="19752"/>
                  </a:lnTo>
                  <a:cubicBezTo>
                    <a:pt x="461528" y="14337"/>
                    <a:pt x="457138" y="9947"/>
                    <a:pt x="451723" y="9947"/>
                  </a:cubicBezTo>
                  <a:lnTo>
                    <a:pt x="20092" y="9947"/>
                  </a:lnTo>
                  <a:moveTo>
                    <a:pt x="20092" y="141"/>
                  </a:moveTo>
                  <a:lnTo>
                    <a:pt x="451723" y="141"/>
                  </a:lnTo>
                  <a:cubicBezTo>
                    <a:pt x="462554" y="141"/>
                    <a:pt x="471334" y="8921"/>
                    <a:pt x="471334" y="19752"/>
                  </a:cubicBezTo>
                  <a:lnTo>
                    <a:pt x="471334" y="444848"/>
                  </a:lnTo>
                  <a:cubicBezTo>
                    <a:pt x="471334" y="455679"/>
                    <a:pt x="462554" y="464459"/>
                    <a:pt x="451723" y="464459"/>
                  </a:cubicBezTo>
                  <a:lnTo>
                    <a:pt x="20092" y="464459"/>
                  </a:lnTo>
                  <a:cubicBezTo>
                    <a:pt x="9261" y="464459"/>
                    <a:pt x="481" y="455679"/>
                    <a:pt x="481" y="444848"/>
                  </a:cubicBezTo>
                  <a:lnTo>
                    <a:pt x="481" y="19752"/>
                  </a:lnTo>
                  <a:cubicBezTo>
                    <a:pt x="481" y="8921"/>
                    <a:pt x="9261" y="141"/>
                    <a:pt x="20092" y="141"/>
                  </a:cubicBezTo>
                  <a:close/>
                </a:path>
              </a:pathLst>
            </a:custGeom>
            <a:solidFill>
              <a:srgbClr val="090814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14A3472-ACC7-B6D1-43CE-47548C8E425E}"/>
                </a:ext>
              </a:extLst>
            </p:cNvPr>
            <p:cNvSpPr/>
            <p:nvPr/>
          </p:nvSpPr>
          <p:spPr>
            <a:xfrm>
              <a:off x="2981593" y="3829132"/>
              <a:ext cx="313901" cy="19610"/>
            </a:xfrm>
            <a:custGeom>
              <a:avLst/>
              <a:gdLst>
                <a:gd name="csX0" fmla="*/ 10300 w 313901"/>
                <a:gd name="csY0" fmla="*/ 155 h 19610"/>
                <a:gd name="csX1" fmla="*/ 304591 w 313901"/>
                <a:gd name="csY1" fmla="*/ 155 h 19610"/>
                <a:gd name="csX2" fmla="*/ 314396 w 313901"/>
                <a:gd name="csY2" fmla="*/ 9960 h 19610"/>
                <a:gd name="csX3" fmla="*/ 304591 w 313901"/>
                <a:gd name="csY3" fmla="*/ 19766 h 19610"/>
                <a:gd name="csX4" fmla="*/ 10300 w 313901"/>
                <a:gd name="csY4" fmla="*/ 19766 h 19610"/>
                <a:gd name="csX5" fmla="*/ 495 w 313901"/>
                <a:gd name="csY5" fmla="*/ 9960 h 19610"/>
                <a:gd name="csX6" fmla="*/ 10300 w 313901"/>
                <a:gd name="csY6" fmla="*/ 155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300" y="155"/>
                  </a:moveTo>
                  <a:lnTo>
                    <a:pt x="304591" y="155"/>
                  </a:lnTo>
                  <a:cubicBezTo>
                    <a:pt x="310006" y="155"/>
                    <a:pt x="314396" y="4545"/>
                    <a:pt x="314396" y="9960"/>
                  </a:cubicBezTo>
                  <a:cubicBezTo>
                    <a:pt x="314396" y="15376"/>
                    <a:pt x="310006" y="19766"/>
                    <a:pt x="304591" y="19766"/>
                  </a:cubicBezTo>
                  <a:lnTo>
                    <a:pt x="10300" y="19766"/>
                  </a:lnTo>
                  <a:cubicBezTo>
                    <a:pt x="4885" y="19766"/>
                    <a:pt x="495" y="15376"/>
                    <a:pt x="495" y="9960"/>
                  </a:cubicBezTo>
                  <a:cubicBezTo>
                    <a:pt x="495" y="4545"/>
                    <a:pt x="4885" y="155"/>
                    <a:pt x="10300" y="155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2560C83-E667-8EB3-81BE-84904BBFCECB}"/>
                </a:ext>
              </a:extLst>
            </p:cNvPr>
            <p:cNvSpPr/>
            <p:nvPr/>
          </p:nvSpPr>
          <p:spPr>
            <a:xfrm>
              <a:off x="2981593" y="3901070"/>
              <a:ext cx="313901" cy="19610"/>
            </a:xfrm>
            <a:custGeom>
              <a:avLst/>
              <a:gdLst>
                <a:gd name="csX0" fmla="*/ 10300 w 313901"/>
                <a:gd name="csY0" fmla="*/ 167 h 19610"/>
                <a:gd name="csX1" fmla="*/ 304591 w 313901"/>
                <a:gd name="csY1" fmla="*/ 167 h 19610"/>
                <a:gd name="csX2" fmla="*/ 314396 w 313901"/>
                <a:gd name="csY2" fmla="*/ 9973 h 19610"/>
                <a:gd name="csX3" fmla="*/ 304591 w 313901"/>
                <a:gd name="csY3" fmla="*/ 19778 h 19610"/>
                <a:gd name="csX4" fmla="*/ 10300 w 313901"/>
                <a:gd name="csY4" fmla="*/ 19778 h 19610"/>
                <a:gd name="csX5" fmla="*/ 495 w 313901"/>
                <a:gd name="csY5" fmla="*/ 9973 h 19610"/>
                <a:gd name="csX6" fmla="*/ 10300 w 313901"/>
                <a:gd name="csY6" fmla="*/ 167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300" y="167"/>
                  </a:moveTo>
                  <a:lnTo>
                    <a:pt x="304591" y="167"/>
                  </a:lnTo>
                  <a:cubicBezTo>
                    <a:pt x="310006" y="167"/>
                    <a:pt x="314396" y="4558"/>
                    <a:pt x="314396" y="9973"/>
                  </a:cubicBezTo>
                  <a:cubicBezTo>
                    <a:pt x="314396" y="15388"/>
                    <a:pt x="310006" y="19778"/>
                    <a:pt x="304591" y="19778"/>
                  </a:cubicBezTo>
                  <a:lnTo>
                    <a:pt x="10300" y="19778"/>
                  </a:lnTo>
                  <a:cubicBezTo>
                    <a:pt x="4885" y="19778"/>
                    <a:pt x="495" y="15388"/>
                    <a:pt x="495" y="9973"/>
                  </a:cubicBezTo>
                  <a:cubicBezTo>
                    <a:pt x="495" y="4558"/>
                    <a:pt x="4885" y="167"/>
                    <a:pt x="10300" y="167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032399B1-5A7B-46C0-4758-8C02FF352E2D}"/>
                </a:ext>
              </a:extLst>
            </p:cNvPr>
            <p:cNvSpPr/>
            <p:nvPr/>
          </p:nvSpPr>
          <p:spPr>
            <a:xfrm>
              <a:off x="2981593" y="3973007"/>
              <a:ext cx="313901" cy="19610"/>
            </a:xfrm>
            <a:custGeom>
              <a:avLst/>
              <a:gdLst>
                <a:gd name="csX0" fmla="*/ 10300 w 313901"/>
                <a:gd name="csY0" fmla="*/ 180 h 19610"/>
                <a:gd name="csX1" fmla="*/ 304591 w 313901"/>
                <a:gd name="csY1" fmla="*/ 180 h 19610"/>
                <a:gd name="csX2" fmla="*/ 314396 w 313901"/>
                <a:gd name="csY2" fmla="*/ 9985 h 19610"/>
                <a:gd name="csX3" fmla="*/ 304591 w 313901"/>
                <a:gd name="csY3" fmla="*/ 19791 h 19610"/>
                <a:gd name="csX4" fmla="*/ 10300 w 313901"/>
                <a:gd name="csY4" fmla="*/ 19791 h 19610"/>
                <a:gd name="csX5" fmla="*/ 495 w 313901"/>
                <a:gd name="csY5" fmla="*/ 9985 h 19610"/>
                <a:gd name="csX6" fmla="*/ 10300 w 313901"/>
                <a:gd name="csY6" fmla="*/ 180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300" y="180"/>
                  </a:moveTo>
                  <a:lnTo>
                    <a:pt x="304591" y="180"/>
                  </a:lnTo>
                  <a:cubicBezTo>
                    <a:pt x="310006" y="180"/>
                    <a:pt x="314396" y="4570"/>
                    <a:pt x="314396" y="9985"/>
                  </a:cubicBezTo>
                  <a:cubicBezTo>
                    <a:pt x="314396" y="15401"/>
                    <a:pt x="310006" y="19791"/>
                    <a:pt x="304591" y="19791"/>
                  </a:cubicBezTo>
                  <a:lnTo>
                    <a:pt x="10300" y="19791"/>
                  </a:lnTo>
                  <a:cubicBezTo>
                    <a:pt x="4885" y="19791"/>
                    <a:pt x="495" y="15401"/>
                    <a:pt x="495" y="9985"/>
                  </a:cubicBezTo>
                  <a:cubicBezTo>
                    <a:pt x="495" y="4570"/>
                    <a:pt x="4885" y="180"/>
                    <a:pt x="10300" y="180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A77728A-1F74-C1AD-58E8-21D71D6AEF0D}"/>
                </a:ext>
              </a:extLst>
            </p:cNvPr>
            <p:cNvSpPr/>
            <p:nvPr/>
          </p:nvSpPr>
          <p:spPr>
            <a:xfrm>
              <a:off x="2981593" y="4044939"/>
              <a:ext cx="313901" cy="19610"/>
            </a:xfrm>
            <a:custGeom>
              <a:avLst/>
              <a:gdLst>
                <a:gd name="csX0" fmla="*/ 10300 w 313901"/>
                <a:gd name="csY0" fmla="*/ 192 h 19610"/>
                <a:gd name="csX1" fmla="*/ 304591 w 313901"/>
                <a:gd name="csY1" fmla="*/ 192 h 19610"/>
                <a:gd name="csX2" fmla="*/ 314396 w 313901"/>
                <a:gd name="csY2" fmla="*/ 9998 h 19610"/>
                <a:gd name="csX3" fmla="*/ 304591 w 313901"/>
                <a:gd name="csY3" fmla="*/ 19803 h 19610"/>
                <a:gd name="csX4" fmla="*/ 10300 w 313901"/>
                <a:gd name="csY4" fmla="*/ 19803 h 19610"/>
                <a:gd name="csX5" fmla="*/ 495 w 313901"/>
                <a:gd name="csY5" fmla="*/ 9998 h 19610"/>
                <a:gd name="csX6" fmla="*/ 10300 w 313901"/>
                <a:gd name="csY6" fmla="*/ 192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300" y="192"/>
                  </a:moveTo>
                  <a:lnTo>
                    <a:pt x="304591" y="192"/>
                  </a:lnTo>
                  <a:cubicBezTo>
                    <a:pt x="310006" y="192"/>
                    <a:pt x="314396" y="4582"/>
                    <a:pt x="314396" y="9998"/>
                  </a:cubicBezTo>
                  <a:cubicBezTo>
                    <a:pt x="314396" y="15413"/>
                    <a:pt x="310006" y="19803"/>
                    <a:pt x="304591" y="19803"/>
                  </a:cubicBezTo>
                  <a:lnTo>
                    <a:pt x="10300" y="19803"/>
                  </a:lnTo>
                  <a:cubicBezTo>
                    <a:pt x="4885" y="19803"/>
                    <a:pt x="495" y="15413"/>
                    <a:pt x="495" y="9998"/>
                  </a:cubicBezTo>
                  <a:cubicBezTo>
                    <a:pt x="495" y="4582"/>
                    <a:pt x="4885" y="192"/>
                    <a:pt x="10300" y="192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F1F41BE-0364-096B-31EC-0C802686E86E}"/>
                </a:ext>
              </a:extLst>
            </p:cNvPr>
            <p:cNvSpPr/>
            <p:nvPr/>
          </p:nvSpPr>
          <p:spPr>
            <a:xfrm>
              <a:off x="2981593" y="4116876"/>
              <a:ext cx="313901" cy="19610"/>
            </a:xfrm>
            <a:custGeom>
              <a:avLst/>
              <a:gdLst>
                <a:gd name="csX0" fmla="*/ 10300 w 313901"/>
                <a:gd name="csY0" fmla="*/ 205 h 19610"/>
                <a:gd name="csX1" fmla="*/ 304591 w 313901"/>
                <a:gd name="csY1" fmla="*/ 205 h 19610"/>
                <a:gd name="csX2" fmla="*/ 314396 w 313901"/>
                <a:gd name="csY2" fmla="*/ 10010 h 19610"/>
                <a:gd name="csX3" fmla="*/ 304591 w 313901"/>
                <a:gd name="csY3" fmla="*/ 19816 h 19610"/>
                <a:gd name="csX4" fmla="*/ 10300 w 313901"/>
                <a:gd name="csY4" fmla="*/ 19816 h 19610"/>
                <a:gd name="csX5" fmla="*/ 495 w 313901"/>
                <a:gd name="csY5" fmla="*/ 10010 h 19610"/>
                <a:gd name="csX6" fmla="*/ 10300 w 313901"/>
                <a:gd name="csY6" fmla="*/ 205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300" y="205"/>
                  </a:moveTo>
                  <a:lnTo>
                    <a:pt x="304591" y="205"/>
                  </a:lnTo>
                  <a:cubicBezTo>
                    <a:pt x="310006" y="205"/>
                    <a:pt x="314396" y="4595"/>
                    <a:pt x="314396" y="10010"/>
                  </a:cubicBezTo>
                  <a:cubicBezTo>
                    <a:pt x="314396" y="15426"/>
                    <a:pt x="310006" y="19816"/>
                    <a:pt x="304591" y="19816"/>
                  </a:cubicBezTo>
                  <a:lnTo>
                    <a:pt x="10300" y="19816"/>
                  </a:lnTo>
                  <a:cubicBezTo>
                    <a:pt x="4885" y="19816"/>
                    <a:pt x="495" y="15426"/>
                    <a:pt x="495" y="10010"/>
                  </a:cubicBezTo>
                  <a:cubicBezTo>
                    <a:pt x="495" y="4595"/>
                    <a:pt x="4885" y="205"/>
                    <a:pt x="10300" y="205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49" name="Graphic 5">
            <a:extLst>
              <a:ext uri="{FF2B5EF4-FFF2-40B4-BE49-F238E27FC236}">
                <a16:creationId xmlns:a16="http://schemas.microsoft.com/office/drawing/2014/main" id="{5D1B9D0F-F6AB-864F-DCBE-403902734F37}"/>
              </a:ext>
            </a:extLst>
          </p:cNvPr>
          <p:cNvGrpSpPr/>
          <p:nvPr/>
        </p:nvGrpSpPr>
        <p:grpSpPr>
          <a:xfrm>
            <a:off x="-5469907" y="2960809"/>
            <a:ext cx="552061" cy="462165"/>
            <a:chOff x="2172570" y="3194269"/>
            <a:chExt cx="552061" cy="462165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3400F35C-4E5A-675D-164D-46DB4F65780F}"/>
                </a:ext>
              </a:extLst>
            </p:cNvPr>
            <p:cNvSpPr/>
            <p:nvPr/>
          </p:nvSpPr>
          <p:spPr>
            <a:xfrm rot="1200000">
              <a:off x="2213172" y="3265128"/>
              <a:ext cx="470858" cy="320448"/>
            </a:xfrm>
            <a:custGeom>
              <a:avLst/>
              <a:gdLst>
                <a:gd name="csX0" fmla="*/ 436612 w 470858"/>
                <a:gd name="csY0" fmla="*/ 57 h 320448"/>
                <a:gd name="csX1" fmla="*/ 471220 w 470858"/>
                <a:gd name="csY1" fmla="*/ 57 h 320448"/>
                <a:gd name="csX2" fmla="*/ 471220 w 470858"/>
                <a:gd name="csY2" fmla="*/ 320505 h 320448"/>
                <a:gd name="csX3" fmla="*/ 436612 w 470858"/>
                <a:gd name="csY3" fmla="*/ 320505 h 320448"/>
                <a:gd name="csX4" fmla="*/ 34969 w 470858"/>
                <a:gd name="csY4" fmla="*/ 320505 h 320448"/>
                <a:gd name="csX5" fmla="*/ 362 w 470858"/>
                <a:gd name="csY5" fmla="*/ 320505 h 320448"/>
                <a:gd name="csX6" fmla="*/ 362 w 470858"/>
                <a:gd name="csY6" fmla="*/ 57 h 320448"/>
                <a:gd name="csX7" fmla="*/ 34969 w 470858"/>
                <a:gd name="csY7" fmla="*/ 57 h 3204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70858" h="320448">
                  <a:moveTo>
                    <a:pt x="436612" y="57"/>
                  </a:moveTo>
                  <a:cubicBezTo>
                    <a:pt x="455725" y="57"/>
                    <a:pt x="471220" y="57"/>
                    <a:pt x="471220" y="57"/>
                  </a:cubicBezTo>
                  <a:lnTo>
                    <a:pt x="471220" y="320505"/>
                  </a:lnTo>
                  <a:cubicBezTo>
                    <a:pt x="471220" y="320505"/>
                    <a:pt x="455725" y="320505"/>
                    <a:pt x="436612" y="320505"/>
                  </a:cubicBezTo>
                  <a:lnTo>
                    <a:pt x="34969" y="320505"/>
                  </a:lnTo>
                  <a:cubicBezTo>
                    <a:pt x="15856" y="320505"/>
                    <a:pt x="362" y="320505"/>
                    <a:pt x="362" y="320505"/>
                  </a:cubicBezTo>
                  <a:lnTo>
                    <a:pt x="362" y="57"/>
                  </a:lnTo>
                  <a:cubicBezTo>
                    <a:pt x="362" y="57"/>
                    <a:pt x="15856" y="57"/>
                    <a:pt x="34969" y="57"/>
                  </a:cubicBezTo>
                  <a:close/>
                </a:path>
              </a:pathLst>
            </a:custGeom>
            <a:solidFill>
              <a:srgbClr val="F2F2F2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2AA126F-C6A6-577B-B35D-4B600B1C6B5C}"/>
                </a:ext>
              </a:extLst>
            </p:cNvPr>
            <p:cNvSpPr/>
            <p:nvPr/>
          </p:nvSpPr>
          <p:spPr>
            <a:xfrm rot="1200000">
              <a:off x="2213174" y="3265127"/>
              <a:ext cx="470852" cy="320436"/>
            </a:xfrm>
            <a:custGeom>
              <a:avLst/>
              <a:gdLst>
                <a:gd name="csX0" fmla="*/ 19973 w 470852"/>
                <a:gd name="csY0" fmla="*/ 9863 h 320436"/>
                <a:gd name="csX1" fmla="*/ 10167 w 470852"/>
                <a:gd name="csY1" fmla="*/ 19668 h 320436"/>
                <a:gd name="csX2" fmla="*/ 10167 w 470852"/>
                <a:gd name="csY2" fmla="*/ 300883 h 320436"/>
                <a:gd name="csX3" fmla="*/ 19973 w 470852"/>
                <a:gd name="csY3" fmla="*/ 310688 h 320436"/>
                <a:gd name="csX4" fmla="*/ 451603 w 470852"/>
                <a:gd name="csY4" fmla="*/ 310688 h 320436"/>
                <a:gd name="csX5" fmla="*/ 461409 w 470852"/>
                <a:gd name="csY5" fmla="*/ 300883 h 320436"/>
                <a:gd name="csX6" fmla="*/ 461409 w 470852"/>
                <a:gd name="csY6" fmla="*/ 19668 h 320436"/>
                <a:gd name="csX7" fmla="*/ 451603 w 470852"/>
                <a:gd name="csY7" fmla="*/ 9863 h 320436"/>
                <a:gd name="csX8" fmla="*/ 19973 w 470852"/>
                <a:gd name="csY8" fmla="*/ 9863 h 320436"/>
                <a:gd name="csX9" fmla="*/ 19973 w 470852"/>
                <a:gd name="csY9" fmla="*/ 57 h 320436"/>
                <a:gd name="csX10" fmla="*/ 451603 w 470852"/>
                <a:gd name="csY10" fmla="*/ 57 h 320436"/>
                <a:gd name="csX11" fmla="*/ 471214 w 470852"/>
                <a:gd name="csY11" fmla="*/ 19668 h 320436"/>
                <a:gd name="csX12" fmla="*/ 471214 w 470852"/>
                <a:gd name="csY12" fmla="*/ 300883 h 320436"/>
                <a:gd name="csX13" fmla="*/ 451603 w 470852"/>
                <a:gd name="csY13" fmla="*/ 320494 h 320436"/>
                <a:gd name="csX14" fmla="*/ 19973 w 470852"/>
                <a:gd name="csY14" fmla="*/ 320494 h 320436"/>
                <a:gd name="csX15" fmla="*/ 362 w 470852"/>
                <a:gd name="csY15" fmla="*/ 300883 h 320436"/>
                <a:gd name="csX16" fmla="*/ 362 w 470852"/>
                <a:gd name="csY16" fmla="*/ 19668 h 320436"/>
                <a:gd name="csX17" fmla="*/ 19973 w 470852"/>
                <a:gd name="csY17" fmla="*/ 57 h 3204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70852" h="320436">
                  <a:moveTo>
                    <a:pt x="19973" y="9863"/>
                  </a:moveTo>
                  <a:cubicBezTo>
                    <a:pt x="14557" y="9863"/>
                    <a:pt x="10167" y="14253"/>
                    <a:pt x="10167" y="19668"/>
                  </a:cubicBezTo>
                  <a:lnTo>
                    <a:pt x="10167" y="300883"/>
                  </a:lnTo>
                  <a:cubicBezTo>
                    <a:pt x="10167" y="306298"/>
                    <a:pt x="14557" y="310688"/>
                    <a:pt x="19973" y="310688"/>
                  </a:cubicBezTo>
                  <a:lnTo>
                    <a:pt x="451603" y="310688"/>
                  </a:lnTo>
                  <a:cubicBezTo>
                    <a:pt x="457018" y="310688"/>
                    <a:pt x="461409" y="306298"/>
                    <a:pt x="461409" y="300883"/>
                  </a:cubicBezTo>
                  <a:lnTo>
                    <a:pt x="461409" y="19668"/>
                  </a:lnTo>
                  <a:cubicBezTo>
                    <a:pt x="461409" y="14253"/>
                    <a:pt x="457018" y="9863"/>
                    <a:pt x="451603" y="9863"/>
                  </a:cubicBezTo>
                  <a:lnTo>
                    <a:pt x="19973" y="9863"/>
                  </a:lnTo>
                  <a:moveTo>
                    <a:pt x="19973" y="57"/>
                  </a:moveTo>
                  <a:lnTo>
                    <a:pt x="451603" y="57"/>
                  </a:lnTo>
                  <a:cubicBezTo>
                    <a:pt x="462434" y="57"/>
                    <a:pt x="471214" y="8837"/>
                    <a:pt x="471214" y="19668"/>
                  </a:cubicBezTo>
                  <a:lnTo>
                    <a:pt x="471214" y="300883"/>
                  </a:lnTo>
                  <a:cubicBezTo>
                    <a:pt x="471214" y="311714"/>
                    <a:pt x="462434" y="320494"/>
                    <a:pt x="451603" y="320494"/>
                  </a:cubicBezTo>
                  <a:lnTo>
                    <a:pt x="19973" y="320494"/>
                  </a:lnTo>
                  <a:cubicBezTo>
                    <a:pt x="9142" y="320494"/>
                    <a:pt x="362" y="311714"/>
                    <a:pt x="362" y="300883"/>
                  </a:cubicBezTo>
                  <a:lnTo>
                    <a:pt x="362" y="19668"/>
                  </a:lnTo>
                  <a:cubicBezTo>
                    <a:pt x="362" y="8837"/>
                    <a:pt x="9142" y="57"/>
                    <a:pt x="19973" y="57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A31A4043-A0AA-C29D-EE27-E02FF47F4D24}"/>
                </a:ext>
              </a:extLst>
            </p:cNvPr>
            <p:cNvSpPr/>
            <p:nvPr/>
          </p:nvSpPr>
          <p:spPr>
            <a:xfrm rot="1200000">
              <a:off x="2316255" y="3347945"/>
              <a:ext cx="313901" cy="19610"/>
            </a:xfrm>
            <a:custGeom>
              <a:avLst/>
              <a:gdLst>
                <a:gd name="csX0" fmla="*/ 10185 w 313901"/>
                <a:gd name="csY0" fmla="*/ 72 h 19610"/>
                <a:gd name="csX1" fmla="*/ 304476 w 313901"/>
                <a:gd name="csY1" fmla="*/ 72 h 19610"/>
                <a:gd name="csX2" fmla="*/ 314281 w 313901"/>
                <a:gd name="csY2" fmla="*/ 9877 h 19610"/>
                <a:gd name="csX3" fmla="*/ 304476 w 313901"/>
                <a:gd name="csY3" fmla="*/ 19682 h 19610"/>
                <a:gd name="csX4" fmla="*/ 10185 w 313901"/>
                <a:gd name="csY4" fmla="*/ 19682 h 19610"/>
                <a:gd name="csX5" fmla="*/ 380 w 313901"/>
                <a:gd name="csY5" fmla="*/ 9877 h 19610"/>
                <a:gd name="csX6" fmla="*/ 10185 w 313901"/>
                <a:gd name="csY6" fmla="*/ 72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185" y="72"/>
                  </a:moveTo>
                  <a:lnTo>
                    <a:pt x="304476" y="72"/>
                  </a:lnTo>
                  <a:cubicBezTo>
                    <a:pt x="309891" y="72"/>
                    <a:pt x="314281" y="4462"/>
                    <a:pt x="314281" y="9877"/>
                  </a:cubicBezTo>
                  <a:cubicBezTo>
                    <a:pt x="314281" y="15292"/>
                    <a:pt x="309891" y="19682"/>
                    <a:pt x="304476" y="19682"/>
                  </a:cubicBezTo>
                  <a:lnTo>
                    <a:pt x="10185" y="19682"/>
                  </a:lnTo>
                  <a:cubicBezTo>
                    <a:pt x="4770" y="19682"/>
                    <a:pt x="380" y="15292"/>
                    <a:pt x="380" y="9877"/>
                  </a:cubicBezTo>
                  <a:cubicBezTo>
                    <a:pt x="380" y="4462"/>
                    <a:pt x="4770" y="72"/>
                    <a:pt x="10185" y="72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596F7EF2-1C5D-9A5C-369F-543C25D99CBC}"/>
                </a:ext>
              </a:extLst>
            </p:cNvPr>
            <p:cNvSpPr/>
            <p:nvPr/>
          </p:nvSpPr>
          <p:spPr>
            <a:xfrm rot="1200000">
              <a:off x="2291651" y="3415544"/>
              <a:ext cx="313901" cy="19610"/>
            </a:xfrm>
            <a:custGeom>
              <a:avLst/>
              <a:gdLst>
                <a:gd name="csX0" fmla="*/ 10181 w 313901"/>
                <a:gd name="csY0" fmla="*/ 83 h 19610"/>
                <a:gd name="csX1" fmla="*/ 304471 w 313901"/>
                <a:gd name="csY1" fmla="*/ 83 h 19610"/>
                <a:gd name="csX2" fmla="*/ 314277 w 313901"/>
                <a:gd name="csY2" fmla="*/ 9889 h 19610"/>
                <a:gd name="csX3" fmla="*/ 304471 w 313901"/>
                <a:gd name="csY3" fmla="*/ 19694 h 19610"/>
                <a:gd name="csX4" fmla="*/ 10181 w 313901"/>
                <a:gd name="csY4" fmla="*/ 19694 h 19610"/>
                <a:gd name="csX5" fmla="*/ 375 w 313901"/>
                <a:gd name="csY5" fmla="*/ 9889 h 19610"/>
                <a:gd name="csX6" fmla="*/ 10181 w 313901"/>
                <a:gd name="csY6" fmla="*/ 83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181" y="83"/>
                  </a:moveTo>
                  <a:lnTo>
                    <a:pt x="304471" y="83"/>
                  </a:lnTo>
                  <a:cubicBezTo>
                    <a:pt x="309887" y="83"/>
                    <a:pt x="314277" y="4473"/>
                    <a:pt x="314277" y="9889"/>
                  </a:cubicBezTo>
                  <a:cubicBezTo>
                    <a:pt x="314277" y="15304"/>
                    <a:pt x="309887" y="19694"/>
                    <a:pt x="304471" y="19694"/>
                  </a:cubicBezTo>
                  <a:lnTo>
                    <a:pt x="10181" y="19694"/>
                  </a:lnTo>
                  <a:cubicBezTo>
                    <a:pt x="4765" y="19694"/>
                    <a:pt x="375" y="15304"/>
                    <a:pt x="375" y="9889"/>
                  </a:cubicBezTo>
                  <a:cubicBezTo>
                    <a:pt x="375" y="4473"/>
                    <a:pt x="4765" y="83"/>
                    <a:pt x="10181" y="83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44C7E12-54A0-A678-E7C4-C5E5430CDD09}"/>
                </a:ext>
              </a:extLst>
            </p:cNvPr>
            <p:cNvSpPr/>
            <p:nvPr/>
          </p:nvSpPr>
          <p:spPr>
            <a:xfrm rot="1200000">
              <a:off x="2267047" y="3483143"/>
              <a:ext cx="313901" cy="19610"/>
            </a:xfrm>
            <a:custGeom>
              <a:avLst/>
              <a:gdLst>
                <a:gd name="csX0" fmla="*/ 10176 w 313901"/>
                <a:gd name="csY0" fmla="*/ 95 h 19610"/>
                <a:gd name="csX1" fmla="*/ 304467 w 313901"/>
                <a:gd name="csY1" fmla="*/ 95 h 19610"/>
                <a:gd name="csX2" fmla="*/ 314273 w 313901"/>
                <a:gd name="csY2" fmla="*/ 9900 h 19610"/>
                <a:gd name="csX3" fmla="*/ 304467 w 313901"/>
                <a:gd name="csY3" fmla="*/ 19706 h 19610"/>
                <a:gd name="csX4" fmla="*/ 10176 w 313901"/>
                <a:gd name="csY4" fmla="*/ 19706 h 19610"/>
                <a:gd name="csX5" fmla="*/ 371 w 313901"/>
                <a:gd name="csY5" fmla="*/ 9900 h 19610"/>
                <a:gd name="csX6" fmla="*/ 10176 w 313901"/>
                <a:gd name="csY6" fmla="*/ 95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176" y="95"/>
                  </a:moveTo>
                  <a:lnTo>
                    <a:pt x="304467" y="95"/>
                  </a:lnTo>
                  <a:cubicBezTo>
                    <a:pt x="309883" y="95"/>
                    <a:pt x="314273" y="4485"/>
                    <a:pt x="314273" y="9900"/>
                  </a:cubicBezTo>
                  <a:cubicBezTo>
                    <a:pt x="314273" y="15316"/>
                    <a:pt x="309883" y="19706"/>
                    <a:pt x="304467" y="19706"/>
                  </a:cubicBezTo>
                  <a:lnTo>
                    <a:pt x="10176" y="19706"/>
                  </a:lnTo>
                  <a:cubicBezTo>
                    <a:pt x="4761" y="19706"/>
                    <a:pt x="371" y="15316"/>
                    <a:pt x="371" y="9900"/>
                  </a:cubicBezTo>
                  <a:cubicBezTo>
                    <a:pt x="371" y="4485"/>
                    <a:pt x="4761" y="95"/>
                    <a:pt x="10176" y="95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55" name="Graphic 5">
            <a:extLst>
              <a:ext uri="{FF2B5EF4-FFF2-40B4-BE49-F238E27FC236}">
                <a16:creationId xmlns:a16="http://schemas.microsoft.com/office/drawing/2014/main" id="{21AD34B2-CDB5-2DCD-F7BD-A43736025389}"/>
              </a:ext>
            </a:extLst>
          </p:cNvPr>
          <p:cNvGrpSpPr/>
          <p:nvPr/>
        </p:nvGrpSpPr>
        <p:grpSpPr>
          <a:xfrm>
            <a:off x="-6667688" y="3104901"/>
            <a:ext cx="472969" cy="320886"/>
            <a:chOff x="819149" y="3104901"/>
            <a:chExt cx="472969" cy="320886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80B4099-070A-8E5A-9725-B0667E232249}"/>
                </a:ext>
              </a:extLst>
            </p:cNvPr>
            <p:cNvSpPr/>
            <p:nvPr/>
          </p:nvSpPr>
          <p:spPr>
            <a:xfrm>
              <a:off x="819149" y="3108552"/>
              <a:ext cx="472969" cy="317235"/>
            </a:xfrm>
            <a:custGeom>
              <a:avLst/>
              <a:gdLst>
                <a:gd name="csX0" fmla="*/ 438482 w 472969"/>
                <a:gd name="csY0" fmla="*/ 30 h 317235"/>
                <a:gd name="csX1" fmla="*/ 473089 w 472969"/>
                <a:gd name="csY1" fmla="*/ 30 h 317235"/>
                <a:gd name="csX2" fmla="*/ 473089 w 472969"/>
                <a:gd name="csY2" fmla="*/ 317265 h 317235"/>
                <a:gd name="csX3" fmla="*/ 438482 w 472969"/>
                <a:gd name="csY3" fmla="*/ 317265 h 317235"/>
                <a:gd name="csX4" fmla="*/ 34727 w 472969"/>
                <a:gd name="csY4" fmla="*/ 317265 h 317235"/>
                <a:gd name="csX5" fmla="*/ 120 w 472969"/>
                <a:gd name="csY5" fmla="*/ 317265 h 317235"/>
                <a:gd name="csX6" fmla="*/ 120 w 472969"/>
                <a:gd name="csY6" fmla="*/ 30 h 317235"/>
                <a:gd name="csX7" fmla="*/ 34727 w 472969"/>
                <a:gd name="csY7" fmla="*/ 30 h 3172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72969" h="317235">
                  <a:moveTo>
                    <a:pt x="438482" y="30"/>
                  </a:moveTo>
                  <a:cubicBezTo>
                    <a:pt x="457595" y="30"/>
                    <a:pt x="473089" y="30"/>
                    <a:pt x="473089" y="30"/>
                  </a:cubicBezTo>
                  <a:lnTo>
                    <a:pt x="473089" y="317265"/>
                  </a:lnTo>
                  <a:cubicBezTo>
                    <a:pt x="473089" y="317265"/>
                    <a:pt x="457595" y="317265"/>
                    <a:pt x="438482" y="317265"/>
                  </a:cubicBezTo>
                  <a:lnTo>
                    <a:pt x="34727" y="317265"/>
                  </a:lnTo>
                  <a:cubicBezTo>
                    <a:pt x="15614" y="317265"/>
                    <a:pt x="120" y="317265"/>
                    <a:pt x="120" y="317265"/>
                  </a:cubicBezTo>
                  <a:lnTo>
                    <a:pt x="120" y="30"/>
                  </a:lnTo>
                  <a:cubicBezTo>
                    <a:pt x="120" y="30"/>
                    <a:pt x="15614" y="30"/>
                    <a:pt x="34727" y="30"/>
                  </a:cubicBezTo>
                  <a:close/>
                </a:path>
              </a:pathLst>
            </a:custGeom>
            <a:solidFill>
              <a:srgbClr val="F2F2F2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0678675-5B58-C9C7-CBA6-EB5C7AB0BB0F}"/>
                </a:ext>
              </a:extLst>
            </p:cNvPr>
            <p:cNvSpPr/>
            <p:nvPr/>
          </p:nvSpPr>
          <p:spPr>
            <a:xfrm>
              <a:off x="820211" y="3104901"/>
              <a:ext cx="470852" cy="320436"/>
            </a:xfrm>
            <a:custGeom>
              <a:avLst/>
              <a:gdLst>
                <a:gd name="csX0" fmla="*/ 19731 w 470852"/>
                <a:gd name="csY0" fmla="*/ 9835 h 320436"/>
                <a:gd name="csX1" fmla="*/ 9926 w 470852"/>
                <a:gd name="csY1" fmla="*/ 19640 h 320436"/>
                <a:gd name="csX2" fmla="*/ 9926 w 470852"/>
                <a:gd name="csY2" fmla="*/ 300855 h 320436"/>
                <a:gd name="csX3" fmla="*/ 19731 w 470852"/>
                <a:gd name="csY3" fmla="*/ 310661 h 320436"/>
                <a:gd name="csX4" fmla="*/ 451362 w 470852"/>
                <a:gd name="csY4" fmla="*/ 310661 h 320436"/>
                <a:gd name="csX5" fmla="*/ 461167 w 470852"/>
                <a:gd name="csY5" fmla="*/ 300855 h 320436"/>
                <a:gd name="csX6" fmla="*/ 461167 w 470852"/>
                <a:gd name="csY6" fmla="*/ 19640 h 320436"/>
                <a:gd name="csX7" fmla="*/ 451362 w 470852"/>
                <a:gd name="csY7" fmla="*/ 9835 h 320436"/>
                <a:gd name="csX8" fmla="*/ 19731 w 470852"/>
                <a:gd name="csY8" fmla="*/ 9835 h 320436"/>
                <a:gd name="csX9" fmla="*/ 19731 w 470852"/>
                <a:gd name="csY9" fmla="*/ 29 h 320436"/>
                <a:gd name="csX10" fmla="*/ 451362 w 470852"/>
                <a:gd name="csY10" fmla="*/ 29 h 320436"/>
                <a:gd name="csX11" fmla="*/ 470973 w 470852"/>
                <a:gd name="csY11" fmla="*/ 19640 h 320436"/>
                <a:gd name="csX12" fmla="*/ 470973 w 470852"/>
                <a:gd name="csY12" fmla="*/ 300855 h 320436"/>
                <a:gd name="csX13" fmla="*/ 451362 w 470852"/>
                <a:gd name="csY13" fmla="*/ 320466 h 320436"/>
                <a:gd name="csX14" fmla="*/ 19731 w 470852"/>
                <a:gd name="csY14" fmla="*/ 320466 h 320436"/>
                <a:gd name="csX15" fmla="*/ 120 w 470852"/>
                <a:gd name="csY15" fmla="*/ 300855 h 320436"/>
                <a:gd name="csX16" fmla="*/ 120 w 470852"/>
                <a:gd name="csY16" fmla="*/ 19640 h 320436"/>
                <a:gd name="csX17" fmla="*/ 19731 w 470852"/>
                <a:gd name="csY17" fmla="*/ 29 h 3204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70852" h="320436">
                  <a:moveTo>
                    <a:pt x="19731" y="9835"/>
                  </a:moveTo>
                  <a:cubicBezTo>
                    <a:pt x="14316" y="9835"/>
                    <a:pt x="9926" y="14225"/>
                    <a:pt x="9926" y="19640"/>
                  </a:cubicBezTo>
                  <a:lnTo>
                    <a:pt x="9926" y="300855"/>
                  </a:lnTo>
                  <a:cubicBezTo>
                    <a:pt x="9926" y="306271"/>
                    <a:pt x="14316" y="310661"/>
                    <a:pt x="19731" y="310661"/>
                  </a:cubicBezTo>
                  <a:lnTo>
                    <a:pt x="451362" y="310661"/>
                  </a:lnTo>
                  <a:cubicBezTo>
                    <a:pt x="456777" y="310661"/>
                    <a:pt x="461167" y="306271"/>
                    <a:pt x="461167" y="300855"/>
                  </a:cubicBezTo>
                  <a:lnTo>
                    <a:pt x="461167" y="19640"/>
                  </a:lnTo>
                  <a:cubicBezTo>
                    <a:pt x="461167" y="14225"/>
                    <a:pt x="456777" y="9835"/>
                    <a:pt x="451362" y="9835"/>
                  </a:cubicBezTo>
                  <a:lnTo>
                    <a:pt x="19731" y="9835"/>
                  </a:lnTo>
                  <a:moveTo>
                    <a:pt x="19731" y="29"/>
                  </a:moveTo>
                  <a:lnTo>
                    <a:pt x="451362" y="29"/>
                  </a:lnTo>
                  <a:cubicBezTo>
                    <a:pt x="462192" y="29"/>
                    <a:pt x="470973" y="8810"/>
                    <a:pt x="470973" y="19640"/>
                  </a:cubicBezTo>
                  <a:lnTo>
                    <a:pt x="470973" y="300855"/>
                  </a:lnTo>
                  <a:cubicBezTo>
                    <a:pt x="470973" y="311686"/>
                    <a:pt x="462192" y="320466"/>
                    <a:pt x="451362" y="320466"/>
                  </a:cubicBezTo>
                  <a:lnTo>
                    <a:pt x="19731" y="320466"/>
                  </a:lnTo>
                  <a:cubicBezTo>
                    <a:pt x="8900" y="320466"/>
                    <a:pt x="120" y="311686"/>
                    <a:pt x="120" y="300855"/>
                  </a:cubicBezTo>
                  <a:lnTo>
                    <a:pt x="120" y="19640"/>
                  </a:lnTo>
                  <a:cubicBezTo>
                    <a:pt x="120" y="8810"/>
                    <a:pt x="8900" y="29"/>
                    <a:pt x="19731" y="29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E40450C3-1B30-0EAF-E814-802B414E4C5B}"/>
                </a:ext>
              </a:extLst>
            </p:cNvPr>
            <p:cNvSpPr/>
            <p:nvPr/>
          </p:nvSpPr>
          <p:spPr>
            <a:xfrm>
              <a:off x="898689" y="3183379"/>
              <a:ext cx="313901" cy="19610"/>
            </a:xfrm>
            <a:custGeom>
              <a:avLst/>
              <a:gdLst>
                <a:gd name="csX0" fmla="*/ 9939 w 313901"/>
                <a:gd name="csY0" fmla="*/ 43 h 19610"/>
                <a:gd name="csX1" fmla="*/ 304230 w 313901"/>
                <a:gd name="csY1" fmla="*/ 43 h 19610"/>
                <a:gd name="csX2" fmla="*/ 314035 w 313901"/>
                <a:gd name="csY2" fmla="*/ 9848 h 19610"/>
                <a:gd name="csX3" fmla="*/ 304230 w 313901"/>
                <a:gd name="csY3" fmla="*/ 19654 h 19610"/>
                <a:gd name="csX4" fmla="*/ 9939 w 313901"/>
                <a:gd name="csY4" fmla="*/ 19654 h 19610"/>
                <a:gd name="csX5" fmla="*/ 134 w 313901"/>
                <a:gd name="csY5" fmla="*/ 9848 h 19610"/>
                <a:gd name="csX6" fmla="*/ 9939 w 313901"/>
                <a:gd name="csY6" fmla="*/ 43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939" y="43"/>
                  </a:moveTo>
                  <a:lnTo>
                    <a:pt x="304230" y="43"/>
                  </a:lnTo>
                  <a:cubicBezTo>
                    <a:pt x="309645" y="43"/>
                    <a:pt x="314035" y="4433"/>
                    <a:pt x="314035" y="9848"/>
                  </a:cubicBezTo>
                  <a:cubicBezTo>
                    <a:pt x="314035" y="15264"/>
                    <a:pt x="309645" y="19654"/>
                    <a:pt x="304230" y="19654"/>
                  </a:cubicBezTo>
                  <a:lnTo>
                    <a:pt x="9939" y="19654"/>
                  </a:lnTo>
                  <a:cubicBezTo>
                    <a:pt x="4524" y="19654"/>
                    <a:pt x="134" y="15264"/>
                    <a:pt x="134" y="9848"/>
                  </a:cubicBezTo>
                  <a:cubicBezTo>
                    <a:pt x="134" y="4433"/>
                    <a:pt x="4524" y="43"/>
                    <a:pt x="9939" y="43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1CB2730-7D3A-4559-A2C9-2430D8E48FBC}"/>
                </a:ext>
              </a:extLst>
            </p:cNvPr>
            <p:cNvSpPr/>
            <p:nvPr/>
          </p:nvSpPr>
          <p:spPr>
            <a:xfrm>
              <a:off x="898689" y="3255317"/>
              <a:ext cx="313901" cy="19610"/>
            </a:xfrm>
            <a:custGeom>
              <a:avLst/>
              <a:gdLst>
                <a:gd name="csX0" fmla="*/ 9939 w 313901"/>
                <a:gd name="csY0" fmla="*/ 56 h 19610"/>
                <a:gd name="csX1" fmla="*/ 304230 w 313901"/>
                <a:gd name="csY1" fmla="*/ 56 h 19610"/>
                <a:gd name="csX2" fmla="*/ 314035 w 313901"/>
                <a:gd name="csY2" fmla="*/ 9861 h 19610"/>
                <a:gd name="csX3" fmla="*/ 304230 w 313901"/>
                <a:gd name="csY3" fmla="*/ 19666 h 19610"/>
                <a:gd name="csX4" fmla="*/ 9939 w 313901"/>
                <a:gd name="csY4" fmla="*/ 19666 h 19610"/>
                <a:gd name="csX5" fmla="*/ 134 w 313901"/>
                <a:gd name="csY5" fmla="*/ 9861 h 19610"/>
                <a:gd name="csX6" fmla="*/ 9939 w 313901"/>
                <a:gd name="csY6" fmla="*/ 56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939" y="56"/>
                  </a:moveTo>
                  <a:lnTo>
                    <a:pt x="304230" y="56"/>
                  </a:lnTo>
                  <a:cubicBezTo>
                    <a:pt x="309645" y="56"/>
                    <a:pt x="314035" y="4446"/>
                    <a:pt x="314035" y="9861"/>
                  </a:cubicBezTo>
                  <a:cubicBezTo>
                    <a:pt x="314035" y="15276"/>
                    <a:pt x="309645" y="19666"/>
                    <a:pt x="304230" y="19666"/>
                  </a:cubicBezTo>
                  <a:lnTo>
                    <a:pt x="9939" y="19666"/>
                  </a:lnTo>
                  <a:cubicBezTo>
                    <a:pt x="4524" y="19666"/>
                    <a:pt x="134" y="15276"/>
                    <a:pt x="134" y="9861"/>
                  </a:cubicBezTo>
                  <a:cubicBezTo>
                    <a:pt x="134" y="4446"/>
                    <a:pt x="4524" y="56"/>
                    <a:pt x="9939" y="56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353618FB-27FC-CA78-8004-40FB6B081437}"/>
                </a:ext>
              </a:extLst>
            </p:cNvPr>
            <p:cNvSpPr/>
            <p:nvPr/>
          </p:nvSpPr>
          <p:spPr>
            <a:xfrm>
              <a:off x="898689" y="3327254"/>
              <a:ext cx="313901" cy="19610"/>
            </a:xfrm>
            <a:custGeom>
              <a:avLst/>
              <a:gdLst>
                <a:gd name="csX0" fmla="*/ 9939 w 313901"/>
                <a:gd name="csY0" fmla="*/ 68 h 19610"/>
                <a:gd name="csX1" fmla="*/ 304230 w 313901"/>
                <a:gd name="csY1" fmla="*/ 68 h 19610"/>
                <a:gd name="csX2" fmla="*/ 314035 w 313901"/>
                <a:gd name="csY2" fmla="*/ 9873 h 19610"/>
                <a:gd name="csX3" fmla="*/ 304230 w 313901"/>
                <a:gd name="csY3" fmla="*/ 19679 h 19610"/>
                <a:gd name="csX4" fmla="*/ 9939 w 313901"/>
                <a:gd name="csY4" fmla="*/ 19679 h 19610"/>
                <a:gd name="csX5" fmla="*/ 134 w 313901"/>
                <a:gd name="csY5" fmla="*/ 9873 h 19610"/>
                <a:gd name="csX6" fmla="*/ 9939 w 313901"/>
                <a:gd name="csY6" fmla="*/ 68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939" y="68"/>
                  </a:moveTo>
                  <a:lnTo>
                    <a:pt x="304230" y="68"/>
                  </a:lnTo>
                  <a:cubicBezTo>
                    <a:pt x="309645" y="68"/>
                    <a:pt x="314035" y="4458"/>
                    <a:pt x="314035" y="9873"/>
                  </a:cubicBezTo>
                  <a:cubicBezTo>
                    <a:pt x="314035" y="15289"/>
                    <a:pt x="309645" y="19679"/>
                    <a:pt x="304230" y="19679"/>
                  </a:cubicBezTo>
                  <a:lnTo>
                    <a:pt x="9939" y="19679"/>
                  </a:lnTo>
                  <a:cubicBezTo>
                    <a:pt x="4524" y="19679"/>
                    <a:pt x="134" y="15289"/>
                    <a:pt x="134" y="9873"/>
                  </a:cubicBezTo>
                  <a:cubicBezTo>
                    <a:pt x="134" y="4458"/>
                    <a:pt x="4524" y="68"/>
                    <a:pt x="9939" y="68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61" name="Graphic 5">
            <a:extLst>
              <a:ext uri="{FF2B5EF4-FFF2-40B4-BE49-F238E27FC236}">
                <a16:creationId xmlns:a16="http://schemas.microsoft.com/office/drawing/2014/main" id="{05E39D9F-D7B2-B6B1-962B-F25A9D69D1E7}"/>
              </a:ext>
            </a:extLst>
          </p:cNvPr>
          <p:cNvGrpSpPr/>
          <p:nvPr/>
        </p:nvGrpSpPr>
        <p:grpSpPr>
          <a:xfrm>
            <a:off x="-5970365" y="2958011"/>
            <a:ext cx="494490" cy="467548"/>
            <a:chOff x="1516472" y="2958011"/>
            <a:chExt cx="494490" cy="467548"/>
          </a:xfrm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616D2F68-CF95-951F-87CC-423F583075DA}"/>
                </a:ext>
              </a:extLst>
            </p:cNvPr>
            <p:cNvSpPr/>
            <p:nvPr/>
          </p:nvSpPr>
          <p:spPr>
            <a:xfrm rot="361440">
              <a:off x="1537745" y="2958011"/>
              <a:ext cx="473217" cy="467446"/>
            </a:xfrm>
            <a:custGeom>
              <a:avLst/>
              <a:gdLst>
                <a:gd name="csX0" fmla="*/ 438833 w 473217"/>
                <a:gd name="csY0" fmla="*/ 4 h 467446"/>
                <a:gd name="csX1" fmla="*/ 473458 w 473217"/>
                <a:gd name="csY1" fmla="*/ 4 h 467446"/>
                <a:gd name="csX2" fmla="*/ 473458 w 473217"/>
                <a:gd name="csY2" fmla="*/ 467451 h 467446"/>
                <a:gd name="csX3" fmla="*/ 438833 w 473217"/>
                <a:gd name="csY3" fmla="*/ 467451 h 467446"/>
                <a:gd name="csX4" fmla="*/ 34867 w 473217"/>
                <a:gd name="csY4" fmla="*/ 467451 h 467446"/>
                <a:gd name="csX5" fmla="*/ 241 w 473217"/>
                <a:gd name="csY5" fmla="*/ 467451 h 467446"/>
                <a:gd name="csX6" fmla="*/ 241 w 473217"/>
                <a:gd name="csY6" fmla="*/ 4 h 467446"/>
                <a:gd name="csX7" fmla="*/ 34867 w 473217"/>
                <a:gd name="csY7" fmla="*/ 4 h 4674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73217" h="467446">
                  <a:moveTo>
                    <a:pt x="438833" y="4"/>
                  </a:moveTo>
                  <a:cubicBezTo>
                    <a:pt x="457956" y="4"/>
                    <a:pt x="473458" y="4"/>
                    <a:pt x="473458" y="4"/>
                  </a:cubicBezTo>
                  <a:lnTo>
                    <a:pt x="473458" y="467451"/>
                  </a:lnTo>
                  <a:cubicBezTo>
                    <a:pt x="473458" y="467451"/>
                    <a:pt x="457956" y="467451"/>
                    <a:pt x="438833" y="467451"/>
                  </a:cubicBezTo>
                  <a:lnTo>
                    <a:pt x="34867" y="467451"/>
                  </a:lnTo>
                  <a:cubicBezTo>
                    <a:pt x="15743" y="467451"/>
                    <a:pt x="241" y="467451"/>
                    <a:pt x="241" y="467451"/>
                  </a:cubicBezTo>
                  <a:lnTo>
                    <a:pt x="241" y="4"/>
                  </a:lnTo>
                  <a:cubicBezTo>
                    <a:pt x="241" y="4"/>
                    <a:pt x="15743" y="4"/>
                    <a:pt x="34867" y="4"/>
                  </a:cubicBezTo>
                  <a:close/>
                </a:path>
              </a:pathLst>
            </a:custGeom>
            <a:solidFill>
              <a:srgbClr val="F2F2F2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EA39407-E983-4EAD-C355-320DEEF9CC81}"/>
                </a:ext>
              </a:extLst>
            </p:cNvPr>
            <p:cNvSpPr/>
            <p:nvPr/>
          </p:nvSpPr>
          <p:spPr>
            <a:xfrm rot="361440">
              <a:off x="1516472" y="2960999"/>
              <a:ext cx="471099" cy="464560"/>
            </a:xfrm>
            <a:custGeom>
              <a:avLst/>
              <a:gdLst>
                <a:gd name="csX0" fmla="*/ 19862 w 471099"/>
                <a:gd name="csY0" fmla="*/ 9815 h 464560"/>
                <a:gd name="csX1" fmla="*/ 10052 w 471099"/>
                <a:gd name="csY1" fmla="*/ 19626 h 464560"/>
                <a:gd name="csX2" fmla="*/ 10052 w 471099"/>
                <a:gd name="csY2" fmla="*/ 444944 h 464560"/>
                <a:gd name="csX3" fmla="*/ 19862 w 471099"/>
                <a:gd name="csY3" fmla="*/ 454755 h 464560"/>
                <a:gd name="csX4" fmla="*/ 451719 w 471099"/>
                <a:gd name="csY4" fmla="*/ 454755 h 464560"/>
                <a:gd name="csX5" fmla="*/ 461530 w 471099"/>
                <a:gd name="csY5" fmla="*/ 444944 h 464560"/>
                <a:gd name="csX6" fmla="*/ 461530 w 471099"/>
                <a:gd name="csY6" fmla="*/ 19626 h 464560"/>
                <a:gd name="csX7" fmla="*/ 451719 w 471099"/>
                <a:gd name="csY7" fmla="*/ 9815 h 464560"/>
                <a:gd name="csX8" fmla="*/ 19862 w 471099"/>
                <a:gd name="csY8" fmla="*/ 9815 h 464560"/>
                <a:gd name="csX9" fmla="*/ 19862 w 471099"/>
                <a:gd name="csY9" fmla="*/ 4 h 464560"/>
                <a:gd name="csX10" fmla="*/ 451719 w 471099"/>
                <a:gd name="csY10" fmla="*/ 4 h 464560"/>
                <a:gd name="csX11" fmla="*/ 471340 w 471099"/>
                <a:gd name="csY11" fmla="*/ 19626 h 464560"/>
                <a:gd name="csX12" fmla="*/ 471340 w 471099"/>
                <a:gd name="csY12" fmla="*/ 444944 h 464560"/>
                <a:gd name="csX13" fmla="*/ 451719 w 471099"/>
                <a:gd name="csY13" fmla="*/ 464565 h 464560"/>
                <a:gd name="csX14" fmla="*/ 19862 w 471099"/>
                <a:gd name="csY14" fmla="*/ 464565 h 464560"/>
                <a:gd name="csX15" fmla="*/ 241 w 471099"/>
                <a:gd name="csY15" fmla="*/ 444944 h 464560"/>
                <a:gd name="csX16" fmla="*/ 241 w 471099"/>
                <a:gd name="csY16" fmla="*/ 19626 h 464560"/>
                <a:gd name="csX17" fmla="*/ 19862 w 471099"/>
                <a:gd name="csY17" fmla="*/ 4 h 4645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71099" h="464560">
                  <a:moveTo>
                    <a:pt x="19862" y="9815"/>
                  </a:moveTo>
                  <a:cubicBezTo>
                    <a:pt x="14444" y="9815"/>
                    <a:pt x="10052" y="14207"/>
                    <a:pt x="10052" y="19626"/>
                  </a:cubicBezTo>
                  <a:lnTo>
                    <a:pt x="10052" y="444944"/>
                  </a:lnTo>
                  <a:cubicBezTo>
                    <a:pt x="10052" y="450363"/>
                    <a:pt x="14444" y="454755"/>
                    <a:pt x="19862" y="454755"/>
                  </a:cubicBezTo>
                  <a:lnTo>
                    <a:pt x="451719" y="454755"/>
                  </a:lnTo>
                  <a:cubicBezTo>
                    <a:pt x="457137" y="454755"/>
                    <a:pt x="461530" y="450363"/>
                    <a:pt x="461530" y="444944"/>
                  </a:cubicBezTo>
                  <a:lnTo>
                    <a:pt x="461530" y="19626"/>
                  </a:lnTo>
                  <a:cubicBezTo>
                    <a:pt x="461530" y="14207"/>
                    <a:pt x="457137" y="9815"/>
                    <a:pt x="451719" y="9815"/>
                  </a:cubicBezTo>
                  <a:lnTo>
                    <a:pt x="19862" y="9815"/>
                  </a:lnTo>
                  <a:moveTo>
                    <a:pt x="19862" y="4"/>
                  </a:moveTo>
                  <a:lnTo>
                    <a:pt x="451719" y="4"/>
                  </a:lnTo>
                  <a:cubicBezTo>
                    <a:pt x="462556" y="4"/>
                    <a:pt x="471340" y="8789"/>
                    <a:pt x="471340" y="19626"/>
                  </a:cubicBezTo>
                  <a:lnTo>
                    <a:pt x="471340" y="444944"/>
                  </a:lnTo>
                  <a:cubicBezTo>
                    <a:pt x="471340" y="455781"/>
                    <a:pt x="462556" y="464565"/>
                    <a:pt x="451719" y="464565"/>
                  </a:cubicBezTo>
                  <a:lnTo>
                    <a:pt x="19862" y="464565"/>
                  </a:lnTo>
                  <a:cubicBezTo>
                    <a:pt x="9026" y="464565"/>
                    <a:pt x="241" y="455781"/>
                    <a:pt x="241" y="444944"/>
                  </a:cubicBezTo>
                  <a:lnTo>
                    <a:pt x="241" y="19626"/>
                  </a:lnTo>
                  <a:cubicBezTo>
                    <a:pt x="241" y="8789"/>
                    <a:pt x="9026" y="4"/>
                    <a:pt x="19862" y="4"/>
                  </a:cubicBezTo>
                  <a:close/>
                </a:path>
              </a:pathLst>
            </a:custGeom>
            <a:solidFill>
              <a:srgbClr val="E6E6E6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3F7973E3-C411-BB15-926E-545DA7E98F22}"/>
                </a:ext>
              </a:extLst>
            </p:cNvPr>
            <p:cNvSpPr/>
            <p:nvPr/>
          </p:nvSpPr>
          <p:spPr>
            <a:xfrm rot="361440">
              <a:off x="1610099" y="3040308"/>
              <a:ext cx="314066" cy="19621"/>
            </a:xfrm>
            <a:custGeom>
              <a:avLst/>
              <a:gdLst>
                <a:gd name="csX0" fmla="*/ 10068 w 314066"/>
                <a:gd name="csY0" fmla="*/ 18 h 19621"/>
                <a:gd name="csX1" fmla="*/ 304513 w 314066"/>
                <a:gd name="csY1" fmla="*/ 18 h 19621"/>
                <a:gd name="csX2" fmla="*/ 314323 w 314066"/>
                <a:gd name="csY2" fmla="*/ 9829 h 19621"/>
                <a:gd name="csX3" fmla="*/ 304513 w 314066"/>
                <a:gd name="csY3" fmla="*/ 19639 h 19621"/>
                <a:gd name="csX4" fmla="*/ 10068 w 314066"/>
                <a:gd name="csY4" fmla="*/ 19639 h 19621"/>
                <a:gd name="csX5" fmla="*/ 257 w 314066"/>
                <a:gd name="csY5" fmla="*/ 9829 h 19621"/>
                <a:gd name="csX6" fmla="*/ 10068 w 314066"/>
                <a:gd name="csY6" fmla="*/ 18 h 1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4066" h="19621">
                  <a:moveTo>
                    <a:pt x="10068" y="18"/>
                  </a:moveTo>
                  <a:lnTo>
                    <a:pt x="304513" y="18"/>
                  </a:lnTo>
                  <a:cubicBezTo>
                    <a:pt x="309931" y="18"/>
                    <a:pt x="314323" y="4411"/>
                    <a:pt x="314323" y="9829"/>
                  </a:cubicBezTo>
                  <a:cubicBezTo>
                    <a:pt x="314323" y="15247"/>
                    <a:pt x="309931" y="19639"/>
                    <a:pt x="304513" y="19639"/>
                  </a:cubicBezTo>
                  <a:lnTo>
                    <a:pt x="10068" y="19639"/>
                  </a:lnTo>
                  <a:cubicBezTo>
                    <a:pt x="4650" y="19639"/>
                    <a:pt x="257" y="15247"/>
                    <a:pt x="257" y="9829"/>
                  </a:cubicBezTo>
                  <a:cubicBezTo>
                    <a:pt x="257" y="4411"/>
                    <a:pt x="4650" y="18"/>
                    <a:pt x="10068" y="18"/>
                  </a:cubicBezTo>
                  <a:close/>
                </a:path>
              </a:pathLst>
            </a:custGeom>
            <a:solidFill>
              <a:srgbClr val="6C63FF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F26D431-F029-1EF1-794D-5C4CCD0F89F8}"/>
                </a:ext>
              </a:extLst>
            </p:cNvPr>
            <p:cNvSpPr/>
            <p:nvPr/>
          </p:nvSpPr>
          <p:spPr>
            <a:xfrm rot="361440">
              <a:off x="1602546" y="3111886"/>
              <a:ext cx="314066" cy="19621"/>
            </a:xfrm>
            <a:custGeom>
              <a:avLst/>
              <a:gdLst>
                <a:gd name="csX0" fmla="*/ 10066 w 314066"/>
                <a:gd name="csY0" fmla="*/ 31 h 19621"/>
                <a:gd name="csX1" fmla="*/ 304512 w 314066"/>
                <a:gd name="csY1" fmla="*/ 31 h 19621"/>
                <a:gd name="csX2" fmla="*/ 314322 w 314066"/>
                <a:gd name="csY2" fmla="*/ 9841 h 19621"/>
                <a:gd name="csX3" fmla="*/ 304512 w 314066"/>
                <a:gd name="csY3" fmla="*/ 19652 h 19621"/>
                <a:gd name="csX4" fmla="*/ 10066 w 314066"/>
                <a:gd name="csY4" fmla="*/ 19652 h 19621"/>
                <a:gd name="csX5" fmla="*/ 256 w 314066"/>
                <a:gd name="csY5" fmla="*/ 9841 h 19621"/>
                <a:gd name="csX6" fmla="*/ 10066 w 314066"/>
                <a:gd name="csY6" fmla="*/ 31 h 1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4066" h="19621">
                  <a:moveTo>
                    <a:pt x="10066" y="31"/>
                  </a:moveTo>
                  <a:lnTo>
                    <a:pt x="304512" y="31"/>
                  </a:lnTo>
                  <a:cubicBezTo>
                    <a:pt x="309930" y="31"/>
                    <a:pt x="314322" y="4423"/>
                    <a:pt x="314322" y="9841"/>
                  </a:cubicBezTo>
                  <a:cubicBezTo>
                    <a:pt x="314322" y="15259"/>
                    <a:pt x="309930" y="19652"/>
                    <a:pt x="304512" y="19652"/>
                  </a:cubicBezTo>
                  <a:lnTo>
                    <a:pt x="10066" y="19652"/>
                  </a:lnTo>
                  <a:cubicBezTo>
                    <a:pt x="4648" y="19652"/>
                    <a:pt x="256" y="15259"/>
                    <a:pt x="256" y="9841"/>
                  </a:cubicBezTo>
                  <a:cubicBezTo>
                    <a:pt x="256" y="4423"/>
                    <a:pt x="4648" y="31"/>
                    <a:pt x="10066" y="31"/>
                  </a:cubicBezTo>
                  <a:close/>
                </a:path>
              </a:pathLst>
            </a:custGeom>
            <a:solidFill>
              <a:srgbClr val="6C63FF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E6A08302-2EBE-28F7-D5C0-BB9BE51E8C1F}"/>
                </a:ext>
              </a:extLst>
            </p:cNvPr>
            <p:cNvSpPr/>
            <p:nvPr/>
          </p:nvSpPr>
          <p:spPr>
            <a:xfrm rot="361440">
              <a:off x="1594992" y="3183463"/>
              <a:ext cx="314066" cy="19621"/>
            </a:xfrm>
            <a:custGeom>
              <a:avLst/>
              <a:gdLst>
                <a:gd name="csX0" fmla="*/ 10065 w 314066"/>
                <a:gd name="csY0" fmla="*/ 43 h 19621"/>
                <a:gd name="csX1" fmla="*/ 304510 w 314066"/>
                <a:gd name="csY1" fmla="*/ 43 h 19621"/>
                <a:gd name="csX2" fmla="*/ 314321 w 314066"/>
                <a:gd name="csY2" fmla="*/ 9854 h 19621"/>
                <a:gd name="csX3" fmla="*/ 304510 w 314066"/>
                <a:gd name="csY3" fmla="*/ 19664 h 19621"/>
                <a:gd name="csX4" fmla="*/ 10065 w 314066"/>
                <a:gd name="csY4" fmla="*/ 19664 h 19621"/>
                <a:gd name="csX5" fmla="*/ 255 w 314066"/>
                <a:gd name="csY5" fmla="*/ 9854 h 19621"/>
                <a:gd name="csX6" fmla="*/ 10065 w 314066"/>
                <a:gd name="csY6" fmla="*/ 43 h 1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4066" h="19621">
                  <a:moveTo>
                    <a:pt x="10065" y="43"/>
                  </a:moveTo>
                  <a:lnTo>
                    <a:pt x="304510" y="43"/>
                  </a:lnTo>
                  <a:cubicBezTo>
                    <a:pt x="309928" y="43"/>
                    <a:pt x="314321" y="4435"/>
                    <a:pt x="314321" y="9854"/>
                  </a:cubicBezTo>
                  <a:cubicBezTo>
                    <a:pt x="314321" y="15272"/>
                    <a:pt x="309928" y="19664"/>
                    <a:pt x="304510" y="19664"/>
                  </a:cubicBezTo>
                  <a:lnTo>
                    <a:pt x="10065" y="19664"/>
                  </a:lnTo>
                  <a:cubicBezTo>
                    <a:pt x="4647" y="19664"/>
                    <a:pt x="255" y="15272"/>
                    <a:pt x="255" y="9854"/>
                  </a:cubicBezTo>
                  <a:cubicBezTo>
                    <a:pt x="255" y="4435"/>
                    <a:pt x="4647" y="43"/>
                    <a:pt x="10065" y="43"/>
                  </a:cubicBezTo>
                  <a:close/>
                </a:path>
              </a:pathLst>
            </a:custGeom>
            <a:solidFill>
              <a:srgbClr val="6C63FF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3815BDFE-729D-27F2-5CDB-FE25BC30802F}"/>
                </a:ext>
              </a:extLst>
            </p:cNvPr>
            <p:cNvSpPr/>
            <p:nvPr/>
          </p:nvSpPr>
          <p:spPr>
            <a:xfrm rot="361440">
              <a:off x="1587439" y="3255041"/>
              <a:ext cx="314066" cy="19621"/>
            </a:xfrm>
            <a:custGeom>
              <a:avLst/>
              <a:gdLst>
                <a:gd name="csX0" fmla="*/ 10064 w 314066"/>
                <a:gd name="csY0" fmla="*/ 55 h 19621"/>
                <a:gd name="csX1" fmla="*/ 304509 w 314066"/>
                <a:gd name="csY1" fmla="*/ 55 h 19621"/>
                <a:gd name="csX2" fmla="*/ 314320 w 314066"/>
                <a:gd name="csY2" fmla="*/ 9866 h 19621"/>
                <a:gd name="csX3" fmla="*/ 304509 w 314066"/>
                <a:gd name="csY3" fmla="*/ 19677 h 19621"/>
                <a:gd name="csX4" fmla="*/ 10064 w 314066"/>
                <a:gd name="csY4" fmla="*/ 19677 h 19621"/>
                <a:gd name="csX5" fmla="*/ 253 w 314066"/>
                <a:gd name="csY5" fmla="*/ 9866 h 19621"/>
                <a:gd name="csX6" fmla="*/ 10064 w 314066"/>
                <a:gd name="csY6" fmla="*/ 55 h 1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4066" h="19621">
                  <a:moveTo>
                    <a:pt x="10064" y="55"/>
                  </a:moveTo>
                  <a:lnTo>
                    <a:pt x="304509" y="55"/>
                  </a:lnTo>
                  <a:cubicBezTo>
                    <a:pt x="309927" y="55"/>
                    <a:pt x="314320" y="4448"/>
                    <a:pt x="314320" y="9866"/>
                  </a:cubicBezTo>
                  <a:cubicBezTo>
                    <a:pt x="314320" y="15284"/>
                    <a:pt x="309927" y="19677"/>
                    <a:pt x="304509" y="19677"/>
                  </a:cubicBezTo>
                  <a:lnTo>
                    <a:pt x="10064" y="19677"/>
                  </a:lnTo>
                  <a:cubicBezTo>
                    <a:pt x="4646" y="19677"/>
                    <a:pt x="253" y="15284"/>
                    <a:pt x="253" y="9866"/>
                  </a:cubicBezTo>
                  <a:cubicBezTo>
                    <a:pt x="253" y="4448"/>
                    <a:pt x="4646" y="55"/>
                    <a:pt x="10064" y="55"/>
                  </a:cubicBezTo>
                  <a:close/>
                </a:path>
              </a:pathLst>
            </a:custGeom>
            <a:solidFill>
              <a:srgbClr val="6C63FF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A15A6942-1002-97F1-9BF0-2F63E7038B16}"/>
                </a:ext>
              </a:extLst>
            </p:cNvPr>
            <p:cNvSpPr/>
            <p:nvPr/>
          </p:nvSpPr>
          <p:spPr>
            <a:xfrm rot="361440">
              <a:off x="1579885" y="3326619"/>
              <a:ext cx="314066" cy="19621"/>
            </a:xfrm>
            <a:custGeom>
              <a:avLst/>
              <a:gdLst>
                <a:gd name="csX0" fmla="*/ 10063 w 314066"/>
                <a:gd name="csY0" fmla="*/ 68 h 19621"/>
                <a:gd name="csX1" fmla="*/ 304508 w 314066"/>
                <a:gd name="csY1" fmla="*/ 68 h 19621"/>
                <a:gd name="csX2" fmla="*/ 314318 w 314066"/>
                <a:gd name="csY2" fmla="*/ 9878 h 19621"/>
                <a:gd name="csX3" fmla="*/ 304508 w 314066"/>
                <a:gd name="csY3" fmla="*/ 19689 h 19621"/>
                <a:gd name="csX4" fmla="*/ 10063 w 314066"/>
                <a:gd name="csY4" fmla="*/ 19689 h 19621"/>
                <a:gd name="csX5" fmla="*/ 252 w 314066"/>
                <a:gd name="csY5" fmla="*/ 9878 h 19621"/>
                <a:gd name="csX6" fmla="*/ 10063 w 314066"/>
                <a:gd name="csY6" fmla="*/ 68 h 1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4066" h="19621">
                  <a:moveTo>
                    <a:pt x="10063" y="68"/>
                  </a:moveTo>
                  <a:lnTo>
                    <a:pt x="304508" y="68"/>
                  </a:lnTo>
                  <a:cubicBezTo>
                    <a:pt x="309926" y="68"/>
                    <a:pt x="314318" y="4460"/>
                    <a:pt x="314318" y="9878"/>
                  </a:cubicBezTo>
                  <a:cubicBezTo>
                    <a:pt x="314318" y="15297"/>
                    <a:pt x="309926" y="19689"/>
                    <a:pt x="304508" y="19689"/>
                  </a:cubicBezTo>
                  <a:lnTo>
                    <a:pt x="10063" y="19689"/>
                  </a:lnTo>
                  <a:cubicBezTo>
                    <a:pt x="4644" y="19689"/>
                    <a:pt x="252" y="15297"/>
                    <a:pt x="252" y="9878"/>
                  </a:cubicBezTo>
                  <a:cubicBezTo>
                    <a:pt x="252" y="4460"/>
                    <a:pt x="4644" y="68"/>
                    <a:pt x="10063" y="68"/>
                  </a:cubicBezTo>
                  <a:close/>
                </a:path>
              </a:pathLst>
            </a:custGeom>
            <a:solidFill>
              <a:srgbClr val="6C63FF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69" name="Graphic 5">
            <a:extLst>
              <a:ext uri="{FF2B5EF4-FFF2-40B4-BE49-F238E27FC236}">
                <a16:creationId xmlns:a16="http://schemas.microsoft.com/office/drawing/2014/main" id="{934B0C45-168F-2E10-4F1F-2040F601335A}"/>
              </a:ext>
            </a:extLst>
          </p:cNvPr>
          <p:cNvGrpSpPr/>
          <p:nvPr/>
        </p:nvGrpSpPr>
        <p:grpSpPr>
          <a:xfrm>
            <a:off x="-7359837" y="2958598"/>
            <a:ext cx="470852" cy="467201"/>
            <a:chOff x="127000" y="2958598"/>
            <a:chExt cx="470852" cy="467201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31B2964-7393-FA18-A41E-2B0704A80C5F}"/>
                </a:ext>
              </a:extLst>
            </p:cNvPr>
            <p:cNvSpPr/>
            <p:nvPr/>
          </p:nvSpPr>
          <p:spPr>
            <a:xfrm>
              <a:off x="127000" y="2958598"/>
              <a:ext cx="467201" cy="467201"/>
            </a:xfrm>
            <a:custGeom>
              <a:avLst/>
              <a:gdLst>
                <a:gd name="csX0" fmla="*/ 432594 w 467201"/>
                <a:gd name="csY0" fmla="*/ 4 h 467201"/>
                <a:gd name="csX1" fmla="*/ 467201 w 467201"/>
                <a:gd name="csY1" fmla="*/ 4 h 467201"/>
                <a:gd name="csX2" fmla="*/ 467201 w 467201"/>
                <a:gd name="csY2" fmla="*/ 467205 h 467201"/>
                <a:gd name="csX3" fmla="*/ 432594 w 467201"/>
                <a:gd name="csY3" fmla="*/ 467205 h 467201"/>
                <a:gd name="csX4" fmla="*/ 34607 w 467201"/>
                <a:gd name="csY4" fmla="*/ 467205 h 467201"/>
                <a:gd name="csX5" fmla="*/ 0 w 467201"/>
                <a:gd name="csY5" fmla="*/ 467205 h 467201"/>
                <a:gd name="csX6" fmla="*/ 0 w 467201"/>
                <a:gd name="csY6" fmla="*/ 4 h 467201"/>
                <a:gd name="csX7" fmla="*/ 34607 w 467201"/>
                <a:gd name="csY7" fmla="*/ 4 h 4672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67201" h="467201">
                  <a:moveTo>
                    <a:pt x="432594" y="4"/>
                  </a:moveTo>
                  <a:cubicBezTo>
                    <a:pt x="451707" y="4"/>
                    <a:pt x="467201" y="4"/>
                    <a:pt x="467201" y="4"/>
                  </a:cubicBezTo>
                  <a:lnTo>
                    <a:pt x="467201" y="467205"/>
                  </a:lnTo>
                  <a:cubicBezTo>
                    <a:pt x="467201" y="467205"/>
                    <a:pt x="451707" y="467205"/>
                    <a:pt x="432594" y="467205"/>
                  </a:cubicBezTo>
                  <a:lnTo>
                    <a:pt x="34607" y="467205"/>
                  </a:lnTo>
                  <a:cubicBezTo>
                    <a:pt x="15494" y="467205"/>
                    <a:pt x="0" y="467205"/>
                    <a:pt x="0" y="467205"/>
                  </a:cubicBezTo>
                  <a:lnTo>
                    <a:pt x="0" y="4"/>
                  </a:lnTo>
                  <a:cubicBezTo>
                    <a:pt x="0" y="4"/>
                    <a:pt x="15494" y="4"/>
                    <a:pt x="34607" y="4"/>
                  </a:cubicBezTo>
                  <a:close/>
                </a:path>
              </a:pathLst>
            </a:custGeom>
            <a:solidFill>
              <a:srgbClr val="F2F2F2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5207B230-E55D-5388-A4A3-44EC66BEC5EF}"/>
                </a:ext>
              </a:extLst>
            </p:cNvPr>
            <p:cNvSpPr/>
            <p:nvPr/>
          </p:nvSpPr>
          <p:spPr>
            <a:xfrm>
              <a:off x="127000" y="2961032"/>
              <a:ext cx="470852" cy="464317"/>
            </a:xfrm>
            <a:custGeom>
              <a:avLst/>
              <a:gdLst>
                <a:gd name="csX0" fmla="*/ 19611 w 470852"/>
                <a:gd name="csY0" fmla="*/ 9810 h 464317"/>
                <a:gd name="csX1" fmla="*/ 9805 w 470852"/>
                <a:gd name="csY1" fmla="*/ 19615 h 464317"/>
                <a:gd name="csX2" fmla="*/ 9805 w 470852"/>
                <a:gd name="csY2" fmla="*/ 444711 h 464317"/>
                <a:gd name="csX3" fmla="*/ 19611 w 470852"/>
                <a:gd name="csY3" fmla="*/ 454516 h 464317"/>
                <a:gd name="csX4" fmla="*/ 451241 w 470852"/>
                <a:gd name="csY4" fmla="*/ 454516 h 464317"/>
                <a:gd name="csX5" fmla="*/ 461047 w 470852"/>
                <a:gd name="csY5" fmla="*/ 444711 h 464317"/>
                <a:gd name="csX6" fmla="*/ 461047 w 470852"/>
                <a:gd name="csY6" fmla="*/ 19615 h 464317"/>
                <a:gd name="csX7" fmla="*/ 451241 w 470852"/>
                <a:gd name="csY7" fmla="*/ 9810 h 464317"/>
                <a:gd name="csX8" fmla="*/ 19611 w 470852"/>
                <a:gd name="csY8" fmla="*/ 9810 h 464317"/>
                <a:gd name="csX9" fmla="*/ 19611 w 470852"/>
                <a:gd name="csY9" fmla="*/ 4 h 464317"/>
                <a:gd name="csX10" fmla="*/ 451241 w 470852"/>
                <a:gd name="csY10" fmla="*/ 4 h 464317"/>
                <a:gd name="csX11" fmla="*/ 470852 w 470852"/>
                <a:gd name="csY11" fmla="*/ 19615 h 464317"/>
                <a:gd name="csX12" fmla="*/ 470852 w 470852"/>
                <a:gd name="csY12" fmla="*/ 444711 h 464317"/>
                <a:gd name="csX13" fmla="*/ 451241 w 470852"/>
                <a:gd name="csY13" fmla="*/ 464322 h 464317"/>
                <a:gd name="csX14" fmla="*/ 19611 w 470852"/>
                <a:gd name="csY14" fmla="*/ 464322 h 464317"/>
                <a:gd name="csX15" fmla="*/ 0 w 470852"/>
                <a:gd name="csY15" fmla="*/ 444711 h 464317"/>
                <a:gd name="csX16" fmla="*/ 0 w 470852"/>
                <a:gd name="csY16" fmla="*/ 19615 h 464317"/>
                <a:gd name="csX17" fmla="*/ 19611 w 470852"/>
                <a:gd name="csY17" fmla="*/ 4 h 4643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70852" h="464317">
                  <a:moveTo>
                    <a:pt x="19611" y="9810"/>
                  </a:moveTo>
                  <a:cubicBezTo>
                    <a:pt x="14196" y="9810"/>
                    <a:pt x="9805" y="14200"/>
                    <a:pt x="9805" y="19615"/>
                  </a:cubicBezTo>
                  <a:lnTo>
                    <a:pt x="9805" y="444711"/>
                  </a:lnTo>
                  <a:cubicBezTo>
                    <a:pt x="9805" y="450126"/>
                    <a:pt x="14196" y="454516"/>
                    <a:pt x="19611" y="454516"/>
                  </a:cubicBezTo>
                  <a:lnTo>
                    <a:pt x="451241" y="454516"/>
                  </a:lnTo>
                  <a:cubicBezTo>
                    <a:pt x="456657" y="454516"/>
                    <a:pt x="461047" y="450126"/>
                    <a:pt x="461047" y="444711"/>
                  </a:cubicBezTo>
                  <a:lnTo>
                    <a:pt x="461047" y="19615"/>
                  </a:lnTo>
                  <a:cubicBezTo>
                    <a:pt x="461047" y="14200"/>
                    <a:pt x="456657" y="9810"/>
                    <a:pt x="451241" y="9810"/>
                  </a:cubicBezTo>
                  <a:lnTo>
                    <a:pt x="19611" y="9810"/>
                  </a:lnTo>
                  <a:moveTo>
                    <a:pt x="19611" y="4"/>
                  </a:moveTo>
                  <a:lnTo>
                    <a:pt x="451241" y="4"/>
                  </a:lnTo>
                  <a:cubicBezTo>
                    <a:pt x="462072" y="4"/>
                    <a:pt x="470852" y="8785"/>
                    <a:pt x="470852" y="19615"/>
                  </a:cubicBezTo>
                  <a:lnTo>
                    <a:pt x="470852" y="444711"/>
                  </a:lnTo>
                  <a:cubicBezTo>
                    <a:pt x="470852" y="455542"/>
                    <a:pt x="462072" y="464322"/>
                    <a:pt x="451241" y="464322"/>
                  </a:cubicBezTo>
                  <a:lnTo>
                    <a:pt x="19611" y="464322"/>
                  </a:lnTo>
                  <a:cubicBezTo>
                    <a:pt x="8780" y="464322"/>
                    <a:pt x="0" y="455542"/>
                    <a:pt x="0" y="444711"/>
                  </a:cubicBezTo>
                  <a:lnTo>
                    <a:pt x="0" y="19615"/>
                  </a:lnTo>
                  <a:cubicBezTo>
                    <a:pt x="0" y="8785"/>
                    <a:pt x="8780" y="4"/>
                    <a:pt x="19611" y="4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65745C5F-F402-72C3-8257-0FD070703088}"/>
                </a:ext>
              </a:extLst>
            </p:cNvPr>
            <p:cNvSpPr/>
            <p:nvPr/>
          </p:nvSpPr>
          <p:spPr>
            <a:xfrm>
              <a:off x="205478" y="3039505"/>
              <a:ext cx="313901" cy="19610"/>
            </a:xfrm>
            <a:custGeom>
              <a:avLst/>
              <a:gdLst>
                <a:gd name="csX0" fmla="*/ 9819 w 313901"/>
                <a:gd name="csY0" fmla="*/ 18 h 19610"/>
                <a:gd name="csX1" fmla="*/ 304110 w 313901"/>
                <a:gd name="csY1" fmla="*/ 18 h 19610"/>
                <a:gd name="csX2" fmla="*/ 313915 w 313901"/>
                <a:gd name="csY2" fmla="*/ 9824 h 19610"/>
                <a:gd name="csX3" fmla="*/ 304110 w 313901"/>
                <a:gd name="csY3" fmla="*/ 19629 h 19610"/>
                <a:gd name="csX4" fmla="*/ 9819 w 313901"/>
                <a:gd name="csY4" fmla="*/ 19629 h 19610"/>
                <a:gd name="csX5" fmla="*/ 14 w 313901"/>
                <a:gd name="csY5" fmla="*/ 9824 h 19610"/>
                <a:gd name="csX6" fmla="*/ 9819 w 313901"/>
                <a:gd name="csY6" fmla="*/ 18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819" y="18"/>
                  </a:moveTo>
                  <a:lnTo>
                    <a:pt x="304110" y="18"/>
                  </a:lnTo>
                  <a:cubicBezTo>
                    <a:pt x="309525" y="18"/>
                    <a:pt x="313915" y="4408"/>
                    <a:pt x="313915" y="9824"/>
                  </a:cubicBezTo>
                  <a:cubicBezTo>
                    <a:pt x="313915" y="15239"/>
                    <a:pt x="309525" y="19629"/>
                    <a:pt x="304110" y="19629"/>
                  </a:cubicBezTo>
                  <a:lnTo>
                    <a:pt x="9819" y="19629"/>
                  </a:lnTo>
                  <a:cubicBezTo>
                    <a:pt x="4404" y="19629"/>
                    <a:pt x="14" y="15239"/>
                    <a:pt x="14" y="9824"/>
                  </a:cubicBezTo>
                  <a:cubicBezTo>
                    <a:pt x="14" y="4408"/>
                    <a:pt x="4404" y="18"/>
                    <a:pt x="9819" y="18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467CC76-5EF6-6886-1F5C-80DB5FF332C2}"/>
                </a:ext>
              </a:extLst>
            </p:cNvPr>
            <p:cNvSpPr/>
            <p:nvPr/>
          </p:nvSpPr>
          <p:spPr>
            <a:xfrm>
              <a:off x="205478" y="3111442"/>
              <a:ext cx="313901" cy="19610"/>
            </a:xfrm>
            <a:custGeom>
              <a:avLst/>
              <a:gdLst>
                <a:gd name="csX0" fmla="*/ 9819 w 313901"/>
                <a:gd name="csY0" fmla="*/ 31 h 19610"/>
                <a:gd name="csX1" fmla="*/ 304110 w 313901"/>
                <a:gd name="csY1" fmla="*/ 31 h 19610"/>
                <a:gd name="csX2" fmla="*/ 313915 w 313901"/>
                <a:gd name="csY2" fmla="*/ 9836 h 19610"/>
                <a:gd name="csX3" fmla="*/ 304110 w 313901"/>
                <a:gd name="csY3" fmla="*/ 19641 h 19610"/>
                <a:gd name="csX4" fmla="*/ 9819 w 313901"/>
                <a:gd name="csY4" fmla="*/ 19641 h 19610"/>
                <a:gd name="csX5" fmla="*/ 14 w 313901"/>
                <a:gd name="csY5" fmla="*/ 9836 h 19610"/>
                <a:gd name="csX6" fmla="*/ 9819 w 313901"/>
                <a:gd name="csY6" fmla="*/ 31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819" y="31"/>
                  </a:moveTo>
                  <a:lnTo>
                    <a:pt x="304110" y="31"/>
                  </a:lnTo>
                  <a:cubicBezTo>
                    <a:pt x="309525" y="31"/>
                    <a:pt x="313915" y="4421"/>
                    <a:pt x="313915" y="9836"/>
                  </a:cubicBezTo>
                  <a:cubicBezTo>
                    <a:pt x="313915" y="15251"/>
                    <a:pt x="309525" y="19641"/>
                    <a:pt x="304110" y="19641"/>
                  </a:cubicBezTo>
                  <a:lnTo>
                    <a:pt x="9819" y="19641"/>
                  </a:lnTo>
                  <a:cubicBezTo>
                    <a:pt x="4404" y="19641"/>
                    <a:pt x="14" y="15251"/>
                    <a:pt x="14" y="9836"/>
                  </a:cubicBezTo>
                  <a:cubicBezTo>
                    <a:pt x="14" y="4421"/>
                    <a:pt x="4404" y="31"/>
                    <a:pt x="9819" y="31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80BE342-48EA-70E3-5279-7D2DD09BDC2C}"/>
                </a:ext>
              </a:extLst>
            </p:cNvPr>
            <p:cNvSpPr/>
            <p:nvPr/>
          </p:nvSpPr>
          <p:spPr>
            <a:xfrm>
              <a:off x="205478" y="3183379"/>
              <a:ext cx="313901" cy="19610"/>
            </a:xfrm>
            <a:custGeom>
              <a:avLst/>
              <a:gdLst>
                <a:gd name="csX0" fmla="*/ 9819 w 313901"/>
                <a:gd name="csY0" fmla="*/ 43 h 19610"/>
                <a:gd name="csX1" fmla="*/ 304110 w 313901"/>
                <a:gd name="csY1" fmla="*/ 43 h 19610"/>
                <a:gd name="csX2" fmla="*/ 313915 w 313901"/>
                <a:gd name="csY2" fmla="*/ 9848 h 19610"/>
                <a:gd name="csX3" fmla="*/ 304110 w 313901"/>
                <a:gd name="csY3" fmla="*/ 19654 h 19610"/>
                <a:gd name="csX4" fmla="*/ 9819 w 313901"/>
                <a:gd name="csY4" fmla="*/ 19654 h 19610"/>
                <a:gd name="csX5" fmla="*/ 14 w 313901"/>
                <a:gd name="csY5" fmla="*/ 9848 h 19610"/>
                <a:gd name="csX6" fmla="*/ 9819 w 313901"/>
                <a:gd name="csY6" fmla="*/ 43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819" y="43"/>
                  </a:moveTo>
                  <a:lnTo>
                    <a:pt x="304110" y="43"/>
                  </a:lnTo>
                  <a:cubicBezTo>
                    <a:pt x="309525" y="43"/>
                    <a:pt x="313915" y="4433"/>
                    <a:pt x="313915" y="9848"/>
                  </a:cubicBezTo>
                  <a:cubicBezTo>
                    <a:pt x="313915" y="15264"/>
                    <a:pt x="309525" y="19654"/>
                    <a:pt x="304110" y="19654"/>
                  </a:cubicBezTo>
                  <a:lnTo>
                    <a:pt x="9819" y="19654"/>
                  </a:lnTo>
                  <a:cubicBezTo>
                    <a:pt x="4404" y="19654"/>
                    <a:pt x="14" y="15264"/>
                    <a:pt x="14" y="9848"/>
                  </a:cubicBezTo>
                  <a:cubicBezTo>
                    <a:pt x="14" y="4433"/>
                    <a:pt x="4404" y="43"/>
                    <a:pt x="9819" y="43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7FF468A4-A875-A50C-B4DF-46AD8BD03B03}"/>
                </a:ext>
              </a:extLst>
            </p:cNvPr>
            <p:cNvSpPr/>
            <p:nvPr/>
          </p:nvSpPr>
          <p:spPr>
            <a:xfrm>
              <a:off x="205478" y="3255317"/>
              <a:ext cx="313901" cy="19610"/>
            </a:xfrm>
            <a:custGeom>
              <a:avLst/>
              <a:gdLst>
                <a:gd name="csX0" fmla="*/ 9819 w 313901"/>
                <a:gd name="csY0" fmla="*/ 56 h 19610"/>
                <a:gd name="csX1" fmla="*/ 304110 w 313901"/>
                <a:gd name="csY1" fmla="*/ 56 h 19610"/>
                <a:gd name="csX2" fmla="*/ 313915 w 313901"/>
                <a:gd name="csY2" fmla="*/ 9861 h 19610"/>
                <a:gd name="csX3" fmla="*/ 304110 w 313901"/>
                <a:gd name="csY3" fmla="*/ 19666 h 19610"/>
                <a:gd name="csX4" fmla="*/ 9819 w 313901"/>
                <a:gd name="csY4" fmla="*/ 19666 h 19610"/>
                <a:gd name="csX5" fmla="*/ 14 w 313901"/>
                <a:gd name="csY5" fmla="*/ 9861 h 19610"/>
                <a:gd name="csX6" fmla="*/ 9819 w 313901"/>
                <a:gd name="csY6" fmla="*/ 56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819" y="56"/>
                  </a:moveTo>
                  <a:lnTo>
                    <a:pt x="304110" y="56"/>
                  </a:lnTo>
                  <a:cubicBezTo>
                    <a:pt x="309525" y="56"/>
                    <a:pt x="313915" y="4446"/>
                    <a:pt x="313915" y="9861"/>
                  </a:cubicBezTo>
                  <a:cubicBezTo>
                    <a:pt x="313915" y="15276"/>
                    <a:pt x="309525" y="19666"/>
                    <a:pt x="304110" y="19666"/>
                  </a:cubicBezTo>
                  <a:lnTo>
                    <a:pt x="9819" y="19666"/>
                  </a:lnTo>
                  <a:cubicBezTo>
                    <a:pt x="4404" y="19666"/>
                    <a:pt x="14" y="15276"/>
                    <a:pt x="14" y="9861"/>
                  </a:cubicBezTo>
                  <a:cubicBezTo>
                    <a:pt x="14" y="4446"/>
                    <a:pt x="4404" y="56"/>
                    <a:pt x="9819" y="56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8B022FC1-ED17-A5F0-9021-D7767DD3E719}"/>
                </a:ext>
              </a:extLst>
            </p:cNvPr>
            <p:cNvSpPr/>
            <p:nvPr/>
          </p:nvSpPr>
          <p:spPr>
            <a:xfrm>
              <a:off x="205478" y="3327254"/>
              <a:ext cx="313901" cy="19610"/>
            </a:xfrm>
            <a:custGeom>
              <a:avLst/>
              <a:gdLst>
                <a:gd name="csX0" fmla="*/ 9819 w 313901"/>
                <a:gd name="csY0" fmla="*/ 68 h 19610"/>
                <a:gd name="csX1" fmla="*/ 304110 w 313901"/>
                <a:gd name="csY1" fmla="*/ 68 h 19610"/>
                <a:gd name="csX2" fmla="*/ 313915 w 313901"/>
                <a:gd name="csY2" fmla="*/ 9873 h 19610"/>
                <a:gd name="csX3" fmla="*/ 304110 w 313901"/>
                <a:gd name="csY3" fmla="*/ 19679 h 19610"/>
                <a:gd name="csX4" fmla="*/ 9819 w 313901"/>
                <a:gd name="csY4" fmla="*/ 19679 h 19610"/>
                <a:gd name="csX5" fmla="*/ 14 w 313901"/>
                <a:gd name="csY5" fmla="*/ 9873 h 19610"/>
                <a:gd name="csX6" fmla="*/ 9819 w 313901"/>
                <a:gd name="csY6" fmla="*/ 68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819" y="68"/>
                  </a:moveTo>
                  <a:lnTo>
                    <a:pt x="304110" y="68"/>
                  </a:lnTo>
                  <a:cubicBezTo>
                    <a:pt x="309525" y="68"/>
                    <a:pt x="313915" y="4458"/>
                    <a:pt x="313915" y="9873"/>
                  </a:cubicBezTo>
                  <a:cubicBezTo>
                    <a:pt x="313915" y="15289"/>
                    <a:pt x="309525" y="19679"/>
                    <a:pt x="304110" y="19679"/>
                  </a:cubicBezTo>
                  <a:lnTo>
                    <a:pt x="9819" y="19679"/>
                  </a:lnTo>
                  <a:cubicBezTo>
                    <a:pt x="4404" y="19679"/>
                    <a:pt x="14" y="15289"/>
                    <a:pt x="14" y="9873"/>
                  </a:cubicBezTo>
                  <a:cubicBezTo>
                    <a:pt x="14" y="4458"/>
                    <a:pt x="4404" y="68"/>
                    <a:pt x="9819" y="68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sp>
        <p:nvSpPr>
          <p:cNvPr id="113" name="Freeform: Shape 112">
            <a:extLst>
              <a:ext uri="{FF2B5EF4-FFF2-40B4-BE49-F238E27FC236}">
                <a16:creationId xmlns:a16="http://schemas.microsoft.com/office/drawing/2014/main" id="{07AA6CEC-B97D-3DFB-024B-1DC476ED8B66}"/>
              </a:ext>
            </a:extLst>
          </p:cNvPr>
          <p:cNvSpPr/>
          <p:nvPr/>
        </p:nvSpPr>
        <p:spPr>
          <a:xfrm>
            <a:off x="-979916" y="6838134"/>
            <a:ext cx="8025610" cy="15892"/>
          </a:xfrm>
          <a:custGeom>
            <a:avLst/>
            <a:gdLst>
              <a:gd name="csX0" fmla="*/ 8017569 w 8025610"/>
              <a:gd name="csY0" fmla="*/ 15828 h 15892"/>
              <a:gd name="csX1" fmla="*/ 7851 w 8025610"/>
              <a:gd name="csY1" fmla="*/ 15828 h 15892"/>
              <a:gd name="csX2" fmla="*/ -95 w 8025610"/>
              <a:gd name="csY2" fmla="*/ 7881 h 15892"/>
              <a:gd name="csX3" fmla="*/ 7851 w 8025610"/>
              <a:gd name="csY3" fmla="*/ -65 h 15892"/>
              <a:gd name="csX4" fmla="*/ 8017569 w 8025610"/>
              <a:gd name="csY4" fmla="*/ -65 h 15892"/>
              <a:gd name="csX5" fmla="*/ 8025515 w 8025610"/>
              <a:gd name="csY5" fmla="*/ 7881 h 15892"/>
              <a:gd name="csX6" fmla="*/ 8017569 w 8025610"/>
              <a:gd name="csY6" fmla="*/ 15828 h 158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025610" h="15892">
                <a:moveTo>
                  <a:pt x="8017569" y="15828"/>
                </a:moveTo>
                <a:lnTo>
                  <a:pt x="7851" y="15828"/>
                </a:lnTo>
                <a:cubicBezTo>
                  <a:pt x="3463" y="15828"/>
                  <a:pt x="-95" y="12270"/>
                  <a:pt x="-95" y="7881"/>
                </a:cubicBezTo>
                <a:cubicBezTo>
                  <a:pt x="-95" y="3493"/>
                  <a:pt x="3463" y="-65"/>
                  <a:pt x="7851" y="-65"/>
                </a:cubicBezTo>
                <a:lnTo>
                  <a:pt x="8017569" y="-65"/>
                </a:lnTo>
                <a:cubicBezTo>
                  <a:pt x="8021957" y="-65"/>
                  <a:pt x="8025515" y="3493"/>
                  <a:pt x="8025515" y="7881"/>
                </a:cubicBezTo>
                <a:cubicBezTo>
                  <a:pt x="8025515" y="12270"/>
                  <a:pt x="8021957" y="15828"/>
                  <a:pt x="8017569" y="15828"/>
                </a:cubicBezTo>
                <a:close/>
              </a:path>
            </a:pathLst>
          </a:custGeom>
          <a:solidFill>
            <a:srgbClr val="3F3D56"/>
          </a:solidFill>
          <a:ln w="7941" cap="flat">
            <a:noFill/>
            <a:prstDash val="solid"/>
            <a:miter/>
          </a:ln>
        </p:spPr>
        <p:txBody>
          <a:bodyPr/>
          <a:lstStyle/>
          <a:p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2648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D18AB-E56A-A3C9-F2C9-AD3264D3F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E4F7C6-D9EB-FBB0-9F53-F360A5F05B9E}"/>
              </a:ext>
            </a:extLst>
          </p:cNvPr>
          <p:cNvSpPr txBox="1"/>
          <p:nvPr/>
        </p:nvSpPr>
        <p:spPr>
          <a:xfrm>
            <a:off x="278495" y="199029"/>
            <a:ext cx="11809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Data pre-processing techniques</a:t>
            </a:r>
            <a:endParaRPr lang="el-GR" sz="3600" dirty="0"/>
          </a:p>
        </p:txBody>
      </p:sp>
      <p:grpSp>
        <p:nvGrpSpPr>
          <p:cNvPr id="9" name="Graphic 5">
            <a:extLst>
              <a:ext uri="{FF2B5EF4-FFF2-40B4-BE49-F238E27FC236}">
                <a16:creationId xmlns:a16="http://schemas.microsoft.com/office/drawing/2014/main" id="{95B8EDED-569C-EF97-2631-C93EB70241F9}"/>
              </a:ext>
            </a:extLst>
          </p:cNvPr>
          <p:cNvGrpSpPr/>
          <p:nvPr/>
        </p:nvGrpSpPr>
        <p:grpSpPr>
          <a:xfrm>
            <a:off x="1514524" y="4311774"/>
            <a:ext cx="3226831" cy="2496181"/>
            <a:chOff x="1514524" y="4311774"/>
            <a:chExt cx="3226831" cy="2496181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0C77C42-F74B-6B46-7A2A-C96FDB040863}"/>
                </a:ext>
              </a:extLst>
            </p:cNvPr>
            <p:cNvSpPr/>
            <p:nvPr/>
          </p:nvSpPr>
          <p:spPr>
            <a:xfrm>
              <a:off x="2039075" y="6795266"/>
              <a:ext cx="2169613" cy="12689"/>
            </a:xfrm>
            <a:custGeom>
              <a:avLst/>
              <a:gdLst>
                <a:gd name="csX0" fmla="*/ 316 w 2169613"/>
                <a:gd name="csY0" fmla="*/ 6527 h 12689"/>
                <a:gd name="csX1" fmla="*/ 4648 w 2169613"/>
                <a:gd name="csY1" fmla="*/ 12871 h 12689"/>
                <a:gd name="csX2" fmla="*/ 2165598 w 2169613"/>
                <a:gd name="csY2" fmla="*/ 12871 h 12689"/>
                <a:gd name="csX3" fmla="*/ 2169930 w 2169613"/>
                <a:gd name="csY3" fmla="*/ 6527 h 12689"/>
                <a:gd name="csX4" fmla="*/ 2165598 w 2169613"/>
                <a:gd name="csY4" fmla="*/ 182 h 12689"/>
                <a:gd name="csX5" fmla="*/ 4648 w 2169613"/>
                <a:gd name="csY5" fmla="*/ 182 h 12689"/>
                <a:gd name="csX6" fmla="*/ 316 w 2169613"/>
                <a:gd name="csY6" fmla="*/ 6527 h 126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169613" h="12689">
                  <a:moveTo>
                    <a:pt x="316" y="6527"/>
                  </a:moveTo>
                  <a:cubicBezTo>
                    <a:pt x="316" y="10051"/>
                    <a:pt x="2249" y="12871"/>
                    <a:pt x="4648" y="12871"/>
                  </a:cubicBezTo>
                  <a:lnTo>
                    <a:pt x="2165598" y="12871"/>
                  </a:lnTo>
                  <a:cubicBezTo>
                    <a:pt x="2168021" y="12871"/>
                    <a:pt x="2169930" y="10045"/>
                    <a:pt x="2169930" y="6527"/>
                  </a:cubicBezTo>
                  <a:cubicBezTo>
                    <a:pt x="2169930" y="3008"/>
                    <a:pt x="2167997" y="182"/>
                    <a:pt x="2165598" y="182"/>
                  </a:cubicBezTo>
                  <a:lnTo>
                    <a:pt x="4648" y="182"/>
                  </a:lnTo>
                  <a:cubicBezTo>
                    <a:pt x="2249" y="182"/>
                    <a:pt x="316" y="3008"/>
                    <a:pt x="316" y="6527"/>
                  </a:cubicBezTo>
                  <a:close/>
                </a:path>
              </a:pathLst>
            </a:custGeom>
            <a:solidFill>
              <a:srgbClr val="CCCCCC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7C9D9DF-80B0-A0FA-0B00-91D810EF3685}"/>
                </a:ext>
              </a:extLst>
            </p:cNvPr>
            <p:cNvSpPr/>
            <p:nvPr/>
          </p:nvSpPr>
          <p:spPr>
            <a:xfrm>
              <a:off x="2746891" y="6780673"/>
              <a:ext cx="77151" cy="13612"/>
            </a:xfrm>
            <a:custGeom>
              <a:avLst/>
              <a:gdLst>
                <a:gd name="csX0" fmla="*/ 454 w 77151"/>
                <a:gd name="csY0" fmla="*/ 667 h 13612"/>
                <a:gd name="csX1" fmla="*/ 77606 w 77151"/>
                <a:gd name="csY1" fmla="*/ 667 h 13612"/>
                <a:gd name="csX2" fmla="*/ 77606 w 77151"/>
                <a:gd name="csY2" fmla="*/ 14279 h 13612"/>
                <a:gd name="csX3" fmla="*/ 454 w 77151"/>
                <a:gd name="csY3" fmla="*/ 14279 h 13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7151" h="13612">
                  <a:moveTo>
                    <a:pt x="454" y="667"/>
                  </a:moveTo>
                  <a:lnTo>
                    <a:pt x="77606" y="667"/>
                  </a:lnTo>
                  <a:lnTo>
                    <a:pt x="77606" y="14279"/>
                  </a:lnTo>
                  <a:lnTo>
                    <a:pt x="454" y="14279"/>
                  </a:lnTo>
                  <a:close/>
                </a:path>
              </a:pathLst>
            </a:custGeom>
            <a:solidFill>
              <a:srgbClr val="B6B3C5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CFE6072-9BC8-4AC7-A26B-F1ED7547862D}"/>
                </a:ext>
              </a:extLst>
            </p:cNvPr>
            <p:cNvSpPr/>
            <p:nvPr/>
          </p:nvSpPr>
          <p:spPr>
            <a:xfrm>
              <a:off x="3429916" y="6782946"/>
              <a:ext cx="77151" cy="13612"/>
            </a:xfrm>
            <a:custGeom>
              <a:avLst/>
              <a:gdLst>
                <a:gd name="csX0" fmla="*/ 573 w 77151"/>
                <a:gd name="csY0" fmla="*/ 667 h 13612"/>
                <a:gd name="csX1" fmla="*/ 77724 w 77151"/>
                <a:gd name="csY1" fmla="*/ 667 h 13612"/>
                <a:gd name="csX2" fmla="*/ 77724 w 77151"/>
                <a:gd name="csY2" fmla="*/ 14279 h 13612"/>
                <a:gd name="csX3" fmla="*/ 573 w 77151"/>
                <a:gd name="csY3" fmla="*/ 14279 h 13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7151" h="13612">
                  <a:moveTo>
                    <a:pt x="573" y="667"/>
                  </a:moveTo>
                  <a:lnTo>
                    <a:pt x="77724" y="667"/>
                  </a:lnTo>
                  <a:lnTo>
                    <a:pt x="77724" y="14279"/>
                  </a:lnTo>
                  <a:lnTo>
                    <a:pt x="573" y="14279"/>
                  </a:lnTo>
                  <a:close/>
                </a:path>
              </a:pathLst>
            </a:custGeom>
            <a:solidFill>
              <a:srgbClr val="B6B3C5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C2B99A4-5F75-EBD3-DEAE-D23E20957B2C}"/>
                </a:ext>
              </a:extLst>
            </p:cNvPr>
            <p:cNvSpPr/>
            <p:nvPr/>
          </p:nvSpPr>
          <p:spPr>
            <a:xfrm>
              <a:off x="2737622" y="6174788"/>
              <a:ext cx="780623" cy="608146"/>
            </a:xfrm>
            <a:custGeom>
              <a:avLst/>
              <a:gdLst>
                <a:gd name="csX0" fmla="*/ 500215 w 780623"/>
                <a:gd name="csY0" fmla="*/ 191 h 608146"/>
                <a:gd name="csX1" fmla="*/ 372418 w 780623"/>
                <a:gd name="csY1" fmla="*/ 91765 h 608146"/>
                <a:gd name="csX2" fmla="*/ 280844 w 780623"/>
                <a:gd name="csY2" fmla="*/ 191 h 608146"/>
                <a:gd name="csX3" fmla="*/ 223 w 780623"/>
                <a:gd name="csY3" fmla="*/ 191 h 608146"/>
                <a:gd name="csX4" fmla="*/ 223 w 780623"/>
                <a:gd name="csY4" fmla="*/ 608337 h 608146"/>
                <a:gd name="csX5" fmla="*/ 780847 w 780623"/>
                <a:gd name="csY5" fmla="*/ 608337 h 608146"/>
                <a:gd name="csX6" fmla="*/ 780847 w 780623"/>
                <a:gd name="csY6" fmla="*/ 191 h 608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80623" h="608146">
                  <a:moveTo>
                    <a:pt x="500215" y="191"/>
                  </a:moveTo>
                  <a:cubicBezTo>
                    <a:pt x="490213" y="60768"/>
                    <a:pt x="432996" y="101768"/>
                    <a:pt x="372418" y="91765"/>
                  </a:cubicBezTo>
                  <a:cubicBezTo>
                    <a:pt x="325430" y="84006"/>
                    <a:pt x="288603" y="47179"/>
                    <a:pt x="280844" y="191"/>
                  </a:cubicBezTo>
                  <a:lnTo>
                    <a:pt x="223" y="191"/>
                  </a:lnTo>
                  <a:lnTo>
                    <a:pt x="223" y="608337"/>
                  </a:lnTo>
                  <a:lnTo>
                    <a:pt x="780847" y="608337"/>
                  </a:lnTo>
                  <a:lnTo>
                    <a:pt x="780847" y="191"/>
                  </a:lnTo>
                  <a:close/>
                </a:path>
              </a:pathLst>
            </a:custGeom>
            <a:solidFill>
              <a:srgbClr val="D6D6E3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08C6B83-F2DC-1576-9D08-84FE9932D8C1}"/>
                </a:ext>
              </a:extLst>
            </p:cNvPr>
            <p:cNvSpPr/>
            <p:nvPr/>
          </p:nvSpPr>
          <p:spPr>
            <a:xfrm>
              <a:off x="2739894" y="6734755"/>
              <a:ext cx="780606" cy="21168"/>
            </a:xfrm>
            <a:custGeom>
              <a:avLst/>
              <a:gdLst>
                <a:gd name="csX0" fmla="*/ 453 w 780606"/>
                <a:gd name="csY0" fmla="*/ 659 h 21168"/>
                <a:gd name="csX1" fmla="*/ 781060 w 780606"/>
                <a:gd name="csY1" fmla="*/ 659 h 21168"/>
                <a:gd name="csX2" fmla="*/ 781060 w 780606"/>
                <a:gd name="csY2" fmla="*/ 21827 h 21168"/>
                <a:gd name="csX3" fmla="*/ 453 w 780606"/>
                <a:gd name="csY3" fmla="*/ 21827 h 211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80606" h="21168">
                  <a:moveTo>
                    <a:pt x="453" y="659"/>
                  </a:moveTo>
                  <a:lnTo>
                    <a:pt x="781060" y="659"/>
                  </a:lnTo>
                  <a:lnTo>
                    <a:pt x="781060" y="21827"/>
                  </a:lnTo>
                  <a:lnTo>
                    <a:pt x="453" y="21827"/>
                  </a:lnTo>
                  <a:close/>
                </a:path>
              </a:pathLst>
            </a:custGeom>
            <a:solidFill>
              <a:srgbClr val="090814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E421940-6626-A51A-13FD-851210DA5E79}"/>
                </a:ext>
              </a:extLst>
            </p:cNvPr>
            <p:cNvSpPr/>
            <p:nvPr/>
          </p:nvSpPr>
          <p:spPr>
            <a:xfrm>
              <a:off x="1514524" y="4311774"/>
              <a:ext cx="3226831" cy="1878910"/>
            </a:xfrm>
            <a:custGeom>
              <a:avLst/>
              <a:gdLst>
                <a:gd name="csX0" fmla="*/ 3183554 w 3226831"/>
                <a:gd name="csY0" fmla="*/ 1879121 h 1878910"/>
                <a:gd name="csX1" fmla="*/ 43759 w 3226831"/>
                <a:gd name="csY1" fmla="*/ 1879121 h 1878910"/>
                <a:gd name="csX2" fmla="*/ 241 w 3226831"/>
                <a:gd name="csY2" fmla="*/ 1835608 h 1878910"/>
                <a:gd name="csX3" fmla="*/ 241 w 3226831"/>
                <a:gd name="csY3" fmla="*/ 43741 h 1878910"/>
                <a:gd name="csX4" fmla="*/ 43759 w 3226831"/>
                <a:gd name="csY4" fmla="*/ 217 h 1878910"/>
                <a:gd name="csX5" fmla="*/ 3183554 w 3226831"/>
                <a:gd name="csY5" fmla="*/ 217 h 1878910"/>
                <a:gd name="csX6" fmla="*/ 3227073 w 3226831"/>
                <a:gd name="csY6" fmla="*/ 43736 h 1878910"/>
                <a:gd name="csX7" fmla="*/ 3227073 w 3226831"/>
                <a:gd name="csY7" fmla="*/ 1835608 h 1878910"/>
                <a:gd name="csX8" fmla="*/ 3183554 w 3226831"/>
                <a:gd name="csY8" fmla="*/ 1879127 h 18789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226831" h="1878910">
                  <a:moveTo>
                    <a:pt x="3183554" y="1879121"/>
                  </a:moveTo>
                  <a:lnTo>
                    <a:pt x="43759" y="1879121"/>
                  </a:lnTo>
                  <a:cubicBezTo>
                    <a:pt x="19737" y="1879096"/>
                    <a:pt x="269" y="1859630"/>
                    <a:pt x="241" y="1835608"/>
                  </a:cubicBezTo>
                  <a:lnTo>
                    <a:pt x="241" y="43741"/>
                  </a:lnTo>
                  <a:cubicBezTo>
                    <a:pt x="263" y="19715"/>
                    <a:pt x="19733" y="242"/>
                    <a:pt x="43759" y="217"/>
                  </a:cubicBezTo>
                  <a:lnTo>
                    <a:pt x="3183554" y="217"/>
                  </a:lnTo>
                  <a:cubicBezTo>
                    <a:pt x="3207577" y="245"/>
                    <a:pt x="3227044" y="19713"/>
                    <a:pt x="3227073" y="43736"/>
                  </a:cubicBezTo>
                  <a:lnTo>
                    <a:pt x="3227073" y="1835608"/>
                  </a:lnTo>
                  <a:cubicBezTo>
                    <a:pt x="3227044" y="1859631"/>
                    <a:pt x="3207577" y="1879099"/>
                    <a:pt x="3183554" y="1879127"/>
                  </a:cubicBezTo>
                  <a:close/>
                </a:path>
              </a:pathLst>
            </a:custGeom>
            <a:solidFill>
              <a:srgbClr val="090814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70FD8B8-9CDC-7679-2A04-6E889D461E90}"/>
                </a:ext>
              </a:extLst>
            </p:cNvPr>
            <p:cNvSpPr/>
            <p:nvPr/>
          </p:nvSpPr>
          <p:spPr>
            <a:xfrm>
              <a:off x="1579557" y="4380303"/>
              <a:ext cx="3072505" cy="1733674"/>
            </a:xfrm>
            <a:custGeom>
              <a:avLst/>
              <a:gdLst>
                <a:gd name="csX0" fmla="*/ 252 w 3072505"/>
                <a:gd name="csY0" fmla="*/ 251 h 1733674"/>
                <a:gd name="csX1" fmla="*/ 3072758 w 3072505"/>
                <a:gd name="csY1" fmla="*/ 251 h 1733674"/>
                <a:gd name="csX2" fmla="*/ 3072758 w 3072505"/>
                <a:gd name="csY2" fmla="*/ 1733925 h 1733674"/>
                <a:gd name="csX3" fmla="*/ 252 w 3072505"/>
                <a:gd name="csY3" fmla="*/ 1733925 h 17336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072505" h="1733674">
                  <a:moveTo>
                    <a:pt x="252" y="251"/>
                  </a:moveTo>
                  <a:lnTo>
                    <a:pt x="3072758" y="251"/>
                  </a:lnTo>
                  <a:lnTo>
                    <a:pt x="3072758" y="1733925"/>
                  </a:lnTo>
                  <a:lnTo>
                    <a:pt x="252" y="1733925"/>
                  </a:ln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7DCAA37-F133-1589-F797-57AC0B7F09C7}"/>
                </a:ext>
              </a:extLst>
            </p:cNvPr>
            <p:cNvSpPr/>
            <p:nvPr/>
          </p:nvSpPr>
          <p:spPr>
            <a:xfrm>
              <a:off x="1640080" y="4414645"/>
              <a:ext cx="2975725" cy="1669171"/>
            </a:xfrm>
            <a:custGeom>
              <a:avLst/>
              <a:gdLst>
                <a:gd name="csX0" fmla="*/ 24488 w 2975725"/>
                <a:gd name="csY0" fmla="*/ 257 h 1669171"/>
                <a:gd name="csX1" fmla="*/ 2951763 w 2975725"/>
                <a:gd name="csY1" fmla="*/ 257 h 1669171"/>
                <a:gd name="csX2" fmla="*/ 2975988 w 2975725"/>
                <a:gd name="csY2" fmla="*/ 24482 h 1669171"/>
                <a:gd name="csX3" fmla="*/ 2975988 w 2975725"/>
                <a:gd name="csY3" fmla="*/ 1645203 h 1669171"/>
                <a:gd name="csX4" fmla="*/ 2951763 w 2975725"/>
                <a:gd name="csY4" fmla="*/ 1669428 h 1669171"/>
                <a:gd name="csX5" fmla="*/ 24488 w 2975725"/>
                <a:gd name="csY5" fmla="*/ 1669428 h 1669171"/>
                <a:gd name="csX6" fmla="*/ 262 w 2975725"/>
                <a:gd name="csY6" fmla="*/ 1645203 h 1669171"/>
                <a:gd name="csX7" fmla="*/ 262 w 2975725"/>
                <a:gd name="csY7" fmla="*/ 24482 h 1669171"/>
                <a:gd name="csX8" fmla="*/ 24488 w 2975725"/>
                <a:gd name="csY8" fmla="*/ 257 h 16691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975725" h="1669171">
                  <a:moveTo>
                    <a:pt x="24488" y="257"/>
                  </a:moveTo>
                  <a:lnTo>
                    <a:pt x="2951763" y="257"/>
                  </a:lnTo>
                  <a:cubicBezTo>
                    <a:pt x="2965142" y="257"/>
                    <a:pt x="2975988" y="11103"/>
                    <a:pt x="2975988" y="24482"/>
                  </a:cubicBezTo>
                  <a:lnTo>
                    <a:pt x="2975988" y="1645203"/>
                  </a:lnTo>
                  <a:cubicBezTo>
                    <a:pt x="2975988" y="1658582"/>
                    <a:pt x="2965142" y="1669428"/>
                    <a:pt x="2951763" y="1669428"/>
                  </a:cubicBezTo>
                  <a:lnTo>
                    <a:pt x="24488" y="1669428"/>
                  </a:lnTo>
                  <a:cubicBezTo>
                    <a:pt x="11108" y="1669428"/>
                    <a:pt x="262" y="1658582"/>
                    <a:pt x="262" y="1645203"/>
                  </a:cubicBezTo>
                  <a:lnTo>
                    <a:pt x="262" y="24482"/>
                  </a:lnTo>
                  <a:cubicBezTo>
                    <a:pt x="262" y="11103"/>
                    <a:pt x="11108" y="257"/>
                    <a:pt x="24488" y="257"/>
                  </a:cubicBezTo>
                  <a:close/>
                </a:path>
              </a:pathLst>
            </a:custGeom>
            <a:solidFill>
              <a:srgbClr val="FFFF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224DB38-462C-191B-7209-B54106BA8FE2}"/>
                </a:ext>
              </a:extLst>
            </p:cNvPr>
            <p:cNvSpPr/>
            <p:nvPr/>
          </p:nvSpPr>
          <p:spPr>
            <a:xfrm>
              <a:off x="1881571" y="4755466"/>
              <a:ext cx="726030" cy="484020"/>
            </a:xfrm>
            <a:custGeom>
              <a:avLst/>
              <a:gdLst>
                <a:gd name="csX0" fmla="*/ 32570 w 726030"/>
                <a:gd name="csY0" fmla="*/ 316 h 484020"/>
                <a:gd name="csX1" fmla="*/ 694069 w 726030"/>
                <a:gd name="csY1" fmla="*/ 316 h 484020"/>
                <a:gd name="csX2" fmla="*/ 726335 w 726030"/>
                <a:gd name="csY2" fmla="*/ 32581 h 484020"/>
                <a:gd name="csX3" fmla="*/ 726335 w 726030"/>
                <a:gd name="csY3" fmla="*/ 452070 h 484020"/>
                <a:gd name="csX4" fmla="*/ 694069 w 726030"/>
                <a:gd name="csY4" fmla="*/ 484336 h 484020"/>
                <a:gd name="csX5" fmla="*/ 32570 w 726030"/>
                <a:gd name="csY5" fmla="*/ 484336 h 484020"/>
                <a:gd name="csX6" fmla="*/ 304 w 726030"/>
                <a:gd name="csY6" fmla="*/ 452070 h 484020"/>
                <a:gd name="csX7" fmla="*/ 304 w 726030"/>
                <a:gd name="csY7" fmla="*/ 32581 h 484020"/>
                <a:gd name="csX8" fmla="*/ 32570 w 726030"/>
                <a:gd name="csY8" fmla="*/ 316 h 4840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30" h="484020">
                  <a:moveTo>
                    <a:pt x="32570" y="316"/>
                  </a:moveTo>
                  <a:lnTo>
                    <a:pt x="694069" y="316"/>
                  </a:lnTo>
                  <a:cubicBezTo>
                    <a:pt x="711889" y="316"/>
                    <a:pt x="726335" y="14761"/>
                    <a:pt x="726335" y="32581"/>
                  </a:cubicBezTo>
                  <a:lnTo>
                    <a:pt x="726335" y="452070"/>
                  </a:lnTo>
                  <a:cubicBezTo>
                    <a:pt x="726335" y="469890"/>
                    <a:pt x="711889" y="484336"/>
                    <a:pt x="694069" y="484336"/>
                  </a:cubicBezTo>
                  <a:lnTo>
                    <a:pt x="32570" y="484336"/>
                  </a:lnTo>
                  <a:cubicBezTo>
                    <a:pt x="14750" y="484336"/>
                    <a:pt x="304" y="469890"/>
                    <a:pt x="304" y="452070"/>
                  </a:cubicBezTo>
                  <a:lnTo>
                    <a:pt x="304" y="32581"/>
                  </a:lnTo>
                  <a:cubicBezTo>
                    <a:pt x="304" y="14761"/>
                    <a:pt x="14750" y="316"/>
                    <a:pt x="32570" y="316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155237E-3AC6-2452-A7D8-D8EE1F173DC4}"/>
                </a:ext>
              </a:extLst>
            </p:cNvPr>
            <p:cNvSpPr/>
            <p:nvPr/>
          </p:nvSpPr>
          <p:spPr>
            <a:xfrm>
              <a:off x="2764910" y="4755466"/>
              <a:ext cx="726030" cy="484020"/>
            </a:xfrm>
            <a:custGeom>
              <a:avLst/>
              <a:gdLst>
                <a:gd name="csX0" fmla="*/ 32723 w 726030"/>
                <a:gd name="csY0" fmla="*/ 316 h 484020"/>
                <a:gd name="csX1" fmla="*/ 694222 w 726030"/>
                <a:gd name="csY1" fmla="*/ 316 h 484020"/>
                <a:gd name="csX2" fmla="*/ 726488 w 726030"/>
                <a:gd name="csY2" fmla="*/ 32581 h 484020"/>
                <a:gd name="csX3" fmla="*/ 726488 w 726030"/>
                <a:gd name="csY3" fmla="*/ 452070 h 484020"/>
                <a:gd name="csX4" fmla="*/ 694222 w 726030"/>
                <a:gd name="csY4" fmla="*/ 484336 h 484020"/>
                <a:gd name="csX5" fmla="*/ 32723 w 726030"/>
                <a:gd name="csY5" fmla="*/ 484336 h 484020"/>
                <a:gd name="csX6" fmla="*/ 457 w 726030"/>
                <a:gd name="csY6" fmla="*/ 452070 h 484020"/>
                <a:gd name="csX7" fmla="*/ 457 w 726030"/>
                <a:gd name="csY7" fmla="*/ 32581 h 484020"/>
                <a:gd name="csX8" fmla="*/ 32723 w 726030"/>
                <a:gd name="csY8" fmla="*/ 316 h 4840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30" h="484020">
                  <a:moveTo>
                    <a:pt x="32723" y="316"/>
                  </a:moveTo>
                  <a:lnTo>
                    <a:pt x="694222" y="316"/>
                  </a:lnTo>
                  <a:cubicBezTo>
                    <a:pt x="712042" y="316"/>
                    <a:pt x="726488" y="14761"/>
                    <a:pt x="726488" y="32581"/>
                  </a:cubicBezTo>
                  <a:lnTo>
                    <a:pt x="726488" y="452070"/>
                  </a:lnTo>
                  <a:cubicBezTo>
                    <a:pt x="726488" y="469890"/>
                    <a:pt x="712042" y="484336"/>
                    <a:pt x="694222" y="484336"/>
                  </a:cubicBezTo>
                  <a:lnTo>
                    <a:pt x="32723" y="484336"/>
                  </a:lnTo>
                  <a:cubicBezTo>
                    <a:pt x="14903" y="484336"/>
                    <a:pt x="457" y="469890"/>
                    <a:pt x="457" y="452070"/>
                  </a:cubicBezTo>
                  <a:lnTo>
                    <a:pt x="457" y="32581"/>
                  </a:lnTo>
                  <a:cubicBezTo>
                    <a:pt x="457" y="14761"/>
                    <a:pt x="14903" y="316"/>
                    <a:pt x="32723" y="316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5CC575D-7768-4388-6A04-FFE4EAEDBE2A}"/>
                </a:ext>
              </a:extLst>
            </p:cNvPr>
            <p:cNvSpPr/>
            <p:nvPr/>
          </p:nvSpPr>
          <p:spPr>
            <a:xfrm>
              <a:off x="1881571" y="5396794"/>
              <a:ext cx="726065" cy="80704"/>
            </a:xfrm>
            <a:custGeom>
              <a:avLst/>
              <a:gdLst>
                <a:gd name="csX0" fmla="*/ 16454 w 726065"/>
                <a:gd name="csY0" fmla="*/ 427 h 80704"/>
                <a:gd name="csX1" fmla="*/ 710219 w 726065"/>
                <a:gd name="csY1" fmla="*/ 427 h 80704"/>
                <a:gd name="csX2" fmla="*/ 726370 w 726065"/>
                <a:gd name="csY2" fmla="*/ 16577 h 80704"/>
                <a:gd name="csX3" fmla="*/ 726370 w 726065"/>
                <a:gd name="csY3" fmla="*/ 64981 h 80704"/>
                <a:gd name="csX4" fmla="*/ 710219 w 726065"/>
                <a:gd name="csY4" fmla="*/ 81131 h 80704"/>
                <a:gd name="csX5" fmla="*/ 16454 w 726065"/>
                <a:gd name="csY5" fmla="*/ 81131 h 80704"/>
                <a:gd name="csX6" fmla="*/ 304 w 726065"/>
                <a:gd name="csY6" fmla="*/ 64981 h 80704"/>
                <a:gd name="csX7" fmla="*/ 304 w 726065"/>
                <a:gd name="csY7" fmla="*/ 16577 h 80704"/>
                <a:gd name="csX8" fmla="*/ 16454 w 726065"/>
                <a:gd name="csY8" fmla="*/ 42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454" y="427"/>
                  </a:moveTo>
                  <a:lnTo>
                    <a:pt x="710219" y="427"/>
                  </a:lnTo>
                  <a:cubicBezTo>
                    <a:pt x="719139" y="427"/>
                    <a:pt x="726370" y="7657"/>
                    <a:pt x="726370" y="16577"/>
                  </a:cubicBezTo>
                  <a:lnTo>
                    <a:pt x="726370" y="64981"/>
                  </a:lnTo>
                  <a:cubicBezTo>
                    <a:pt x="726370" y="73901"/>
                    <a:pt x="719139" y="81131"/>
                    <a:pt x="710219" y="81131"/>
                  </a:cubicBezTo>
                  <a:lnTo>
                    <a:pt x="16454" y="81131"/>
                  </a:lnTo>
                  <a:cubicBezTo>
                    <a:pt x="7535" y="81131"/>
                    <a:pt x="304" y="73901"/>
                    <a:pt x="304" y="64981"/>
                  </a:cubicBezTo>
                  <a:lnTo>
                    <a:pt x="304" y="16577"/>
                  </a:lnTo>
                  <a:cubicBezTo>
                    <a:pt x="304" y="7657"/>
                    <a:pt x="7535" y="427"/>
                    <a:pt x="16454" y="427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64867FC-D429-EC33-29CD-735F1A17D50B}"/>
                </a:ext>
              </a:extLst>
            </p:cNvPr>
            <p:cNvSpPr/>
            <p:nvPr/>
          </p:nvSpPr>
          <p:spPr>
            <a:xfrm>
              <a:off x="1881571" y="5542002"/>
              <a:ext cx="726065" cy="80704"/>
            </a:xfrm>
            <a:custGeom>
              <a:avLst/>
              <a:gdLst>
                <a:gd name="csX0" fmla="*/ 16454 w 726065"/>
                <a:gd name="csY0" fmla="*/ 452 h 80704"/>
                <a:gd name="csX1" fmla="*/ 710219 w 726065"/>
                <a:gd name="csY1" fmla="*/ 452 h 80704"/>
                <a:gd name="csX2" fmla="*/ 726370 w 726065"/>
                <a:gd name="csY2" fmla="*/ 16602 h 80704"/>
                <a:gd name="csX3" fmla="*/ 726370 w 726065"/>
                <a:gd name="csY3" fmla="*/ 65006 h 80704"/>
                <a:gd name="csX4" fmla="*/ 710219 w 726065"/>
                <a:gd name="csY4" fmla="*/ 81157 h 80704"/>
                <a:gd name="csX5" fmla="*/ 16454 w 726065"/>
                <a:gd name="csY5" fmla="*/ 81157 h 80704"/>
                <a:gd name="csX6" fmla="*/ 304 w 726065"/>
                <a:gd name="csY6" fmla="*/ 65006 h 80704"/>
                <a:gd name="csX7" fmla="*/ 304 w 726065"/>
                <a:gd name="csY7" fmla="*/ 16602 h 80704"/>
                <a:gd name="csX8" fmla="*/ 16454 w 726065"/>
                <a:gd name="csY8" fmla="*/ 452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454" y="452"/>
                  </a:moveTo>
                  <a:lnTo>
                    <a:pt x="710219" y="452"/>
                  </a:lnTo>
                  <a:cubicBezTo>
                    <a:pt x="719139" y="452"/>
                    <a:pt x="726370" y="7683"/>
                    <a:pt x="726370" y="16602"/>
                  </a:cubicBezTo>
                  <a:lnTo>
                    <a:pt x="726370" y="65006"/>
                  </a:lnTo>
                  <a:cubicBezTo>
                    <a:pt x="726370" y="73926"/>
                    <a:pt x="719139" y="81157"/>
                    <a:pt x="710219" y="81157"/>
                  </a:cubicBezTo>
                  <a:lnTo>
                    <a:pt x="16454" y="81157"/>
                  </a:lnTo>
                  <a:cubicBezTo>
                    <a:pt x="7535" y="81157"/>
                    <a:pt x="304" y="73926"/>
                    <a:pt x="304" y="65006"/>
                  </a:cubicBezTo>
                  <a:lnTo>
                    <a:pt x="304" y="16602"/>
                  </a:lnTo>
                  <a:cubicBezTo>
                    <a:pt x="304" y="7683"/>
                    <a:pt x="7535" y="452"/>
                    <a:pt x="16454" y="452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9D78C37-3783-D06E-4A6C-0295EBADF85D}"/>
                </a:ext>
              </a:extLst>
            </p:cNvPr>
            <p:cNvSpPr/>
            <p:nvPr/>
          </p:nvSpPr>
          <p:spPr>
            <a:xfrm>
              <a:off x="1881571" y="5687209"/>
              <a:ext cx="281716" cy="80704"/>
            </a:xfrm>
            <a:custGeom>
              <a:avLst/>
              <a:gdLst>
                <a:gd name="csX0" fmla="*/ 16454 w 281716"/>
                <a:gd name="csY0" fmla="*/ 477 h 80704"/>
                <a:gd name="csX1" fmla="*/ 265871 w 281716"/>
                <a:gd name="csY1" fmla="*/ 477 h 80704"/>
                <a:gd name="csX2" fmla="*/ 282021 w 281716"/>
                <a:gd name="csY2" fmla="*/ 16627 h 80704"/>
                <a:gd name="csX3" fmla="*/ 282021 w 281716"/>
                <a:gd name="csY3" fmla="*/ 65032 h 80704"/>
                <a:gd name="csX4" fmla="*/ 265871 w 281716"/>
                <a:gd name="csY4" fmla="*/ 81182 h 80704"/>
                <a:gd name="csX5" fmla="*/ 16454 w 281716"/>
                <a:gd name="csY5" fmla="*/ 81182 h 80704"/>
                <a:gd name="csX6" fmla="*/ 304 w 281716"/>
                <a:gd name="csY6" fmla="*/ 65032 h 80704"/>
                <a:gd name="csX7" fmla="*/ 304 w 281716"/>
                <a:gd name="csY7" fmla="*/ 16627 h 80704"/>
                <a:gd name="csX8" fmla="*/ 16454 w 281716"/>
                <a:gd name="csY8" fmla="*/ 47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1716" h="80704">
                  <a:moveTo>
                    <a:pt x="16454" y="477"/>
                  </a:moveTo>
                  <a:lnTo>
                    <a:pt x="265871" y="477"/>
                  </a:lnTo>
                  <a:cubicBezTo>
                    <a:pt x="274790" y="477"/>
                    <a:pt x="282021" y="7708"/>
                    <a:pt x="282021" y="16627"/>
                  </a:cubicBezTo>
                  <a:lnTo>
                    <a:pt x="282021" y="65032"/>
                  </a:lnTo>
                  <a:cubicBezTo>
                    <a:pt x="282021" y="73951"/>
                    <a:pt x="274790" y="81182"/>
                    <a:pt x="265871" y="81182"/>
                  </a:cubicBezTo>
                  <a:lnTo>
                    <a:pt x="16454" y="81182"/>
                  </a:lnTo>
                  <a:cubicBezTo>
                    <a:pt x="7535" y="81182"/>
                    <a:pt x="304" y="73951"/>
                    <a:pt x="304" y="65032"/>
                  </a:cubicBezTo>
                  <a:lnTo>
                    <a:pt x="304" y="16627"/>
                  </a:lnTo>
                  <a:cubicBezTo>
                    <a:pt x="304" y="7708"/>
                    <a:pt x="7535" y="477"/>
                    <a:pt x="16454" y="477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59C4A94-9827-6D20-AB06-B2212D062A1F}"/>
                </a:ext>
              </a:extLst>
            </p:cNvPr>
            <p:cNvSpPr/>
            <p:nvPr/>
          </p:nvSpPr>
          <p:spPr>
            <a:xfrm>
              <a:off x="2764910" y="5396794"/>
              <a:ext cx="726065" cy="80704"/>
            </a:xfrm>
            <a:custGeom>
              <a:avLst/>
              <a:gdLst>
                <a:gd name="csX0" fmla="*/ 16608 w 726065"/>
                <a:gd name="csY0" fmla="*/ 427 h 80704"/>
                <a:gd name="csX1" fmla="*/ 710373 w 726065"/>
                <a:gd name="csY1" fmla="*/ 427 h 80704"/>
                <a:gd name="csX2" fmla="*/ 726523 w 726065"/>
                <a:gd name="csY2" fmla="*/ 16577 h 80704"/>
                <a:gd name="csX3" fmla="*/ 726523 w 726065"/>
                <a:gd name="csY3" fmla="*/ 64981 h 80704"/>
                <a:gd name="csX4" fmla="*/ 710372 w 726065"/>
                <a:gd name="csY4" fmla="*/ 81131 h 80704"/>
                <a:gd name="csX5" fmla="*/ 16608 w 726065"/>
                <a:gd name="csY5" fmla="*/ 81131 h 80704"/>
                <a:gd name="csX6" fmla="*/ 457 w 726065"/>
                <a:gd name="csY6" fmla="*/ 64981 h 80704"/>
                <a:gd name="csX7" fmla="*/ 457 w 726065"/>
                <a:gd name="csY7" fmla="*/ 16577 h 80704"/>
                <a:gd name="csX8" fmla="*/ 16608 w 726065"/>
                <a:gd name="csY8" fmla="*/ 42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608" y="427"/>
                  </a:moveTo>
                  <a:lnTo>
                    <a:pt x="710373" y="427"/>
                  </a:lnTo>
                  <a:cubicBezTo>
                    <a:pt x="719292" y="427"/>
                    <a:pt x="726523" y="7657"/>
                    <a:pt x="726523" y="16577"/>
                  </a:cubicBezTo>
                  <a:lnTo>
                    <a:pt x="726523" y="64981"/>
                  </a:lnTo>
                  <a:cubicBezTo>
                    <a:pt x="726523" y="73901"/>
                    <a:pt x="719292" y="81131"/>
                    <a:pt x="710372" y="81131"/>
                  </a:cubicBezTo>
                  <a:lnTo>
                    <a:pt x="16608" y="81131"/>
                  </a:lnTo>
                  <a:cubicBezTo>
                    <a:pt x="7688" y="81131"/>
                    <a:pt x="457" y="73901"/>
                    <a:pt x="457" y="64981"/>
                  </a:cubicBezTo>
                  <a:lnTo>
                    <a:pt x="457" y="16577"/>
                  </a:lnTo>
                  <a:cubicBezTo>
                    <a:pt x="457" y="7657"/>
                    <a:pt x="7688" y="427"/>
                    <a:pt x="16608" y="427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A1854EA-98B9-EC53-E274-CBCCCC3F4C4A}"/>
                </a:ext>
              </a:extLst>
            </p:cNvPr>
            <p:cNvSpPr/>
            <p:nvPr/>
          </p:nvSpPr>
          <p:spPr>
            <a:xfrm>
              <a:off x="2764910" y="5542002"/>
              <a:ext cx="726065" cy="80704"/>
            </a:xfrm>
            <a:custGeom>
              <a:avLst/>
              <a:gdLst>
                <a:gd name="csX0" fmla="*/ 16608 w 726065"/>
                <a:gd name="csY0" fmla="*/ 452 h 80704"/>
                <a:gd name="csX1" fmla="*/ 710373 w 726065"/>
                <a:gd name="csY1" fmla="*/ 452 h 80704"/>
                <a:gd name="csX2" fmla="*/ 726523 w 726065"/>
                <a:gd name="csY2" fmla="*/ 16602 h 80704"/>
                <a:gd name="csX3" fmla="*/ 726523 w 726065"/>
                <a:gd name="csY3" fmla="*/ 65006 h 80704"/>
                <a:gd name="csX4" fmla="*/ 710372 w 726065"/>
                <a:gd name="csY4" fmla="*/ 81157 h 80704"/>
                <a:gd name="csX5" fmla="*/ 16608 w 726065"/>
                <a:gd name="csY5" fmla="*/ 81157 h 80704"/>
                <a:gd name="csX6" fmla="*/ 457 w 726065"/>
                <a:gd name="csY6" fmla="*/ 65006 h 80704"/>
                <a:gd name="csX7" fmla="*/ 457 w 726065"/>
                <a:gd name="csY7" fmla="*/ 16602 h 80704"/>
                <a:gd name="csX8" fmla="*/ 16608 w 726065"/>
                <a:gd name="csY8" fmla="*/ 452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608" y="452"/>
                  </a:moveTo>
                  <a:lnTo>
                    <a:pt x="710373" y="452"/>
                  </a:lnTo>
                  <a:cubicBezTo>
                    <a:pt x="719292" y="452"/>
                    <a:pt x="726523" y="7683"/>
                    <a:pt x="726523" y="16602"/>
                  </a:cubicBezTo>
                  <a:lnTo>
                    <a:pt x="726523" y="65006"/>
                  </a:lnTo>
                  <a:cubicBezTo>
                    <a:pt x="726523" y="73926"/>
                    <a:pt x="719292" y="81157"/>
                    <a:pt x="710372" y="81157"/>
                  </a:cubicBezTo>
                  <a:lnTo>
                    <a:pt x="16608" y="81157"/>
                  </a:lnTo>
                  <a:cubicBezTo>
                    <a:pt x="7688" y="81157"/>
                    <a:pt x="457" y="73926"/>
                    <a:pt x="457" y="65006"/>
                  </a:cubicBezTo>
                  <a:lnTo>
                    <a:pt x="457" y="16602"/>
                  </a:lnTo>
                  <a:cubicBezTo>
                    <a:pt x="457" y="7683"/>
                    <a:pt x="7688" y="452"/>
                    <a:pt x="16608" y="452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6C61F3F-8E64-808E-37FA-EF648F5F4B85}"/>
                </a:ext>
              </a:extLst>
            </p:cNvPr>
            <p:cNvSpPr/>
            <p:nvPr/>
          </p:nvSpPr>
          <p:spPr>
            <a:xfrm>
              <a:off x="2764910" y="5687209"/>
              <a:ext cx="281716" cy="80704"/>
            </a:xfrm>
            <a:custGeom>
              <a:avLst/>
              <a:gdLst>
                <a:gd name="csX0" fmla="*/ 16608 w 281716"/>
                <a:gd name="csY0" fmla="*/ 477 h 80704"/>
                <a:gd name="csX1" fmla="*/ 266024 w 281716"/>
                <a:gd name="csY1" fmla="*/ 477 h 80704"/>
                <a:gd name="csX2" fmla="*/ 282174 w 281716"/>
                <a:gd name="csY2" fmla="*/ 16627 h 80704"/>
                <a:gd name="csX3" fmla="*/ 282174 w 281716"/>
                <a:gd name="csY3" fmla="*/ 65032 h 80704"/>
                <a:gd name="csX4" fmla="*/ 266024 w 281716"/>
                <a:gd name="csY4" fmla="*/ 81182 h 80704"/>
                <a:gd name="csX5" fmla="*/ 16608 w 281716"/>
                <a:gd name="csY5" fmla="*/ 81182 h 80704"/>
                <a:gd name="csX6" fmla="*/ 457 w 281716"/>
                <a:gd name="csY6" fmla="*/ 65032 h 80704"/>
                <a:gd name="csX7" fmla="*/ 457 w 281716"/>
                <a:gd name="csY7" fmla="*/ 16627 h 80704"/>
                <a:gd name="csX8" fmla="*/ 16608 w 281716"/>
                <a:gd name="csY8" fmla="*/ 47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1716" h="80704">
                  <a:moveTo>
                    <a:pt x="16608" y="477"/>
                  </a:moveTo>
                  <a:lnTo>
                    <a:pt x="266024" y="477"/>
                  </a:lnTo>
                  <a:cubicBezTo>
                    <a:pt x="274943" y="477"/>
                    <a:pt x="282174" y="7708"/>
                    <a:pt x="282174" y="16627"/>
                  </a:cubicBezTo>
                  <a:lnTo>
                    <a:pt x="282174" y="65032"/>
                  </a:lnTo>
                  <a:cubicBezTo>
                    <a:pt x="282174" y="73951"/>
                    <a:pt x="274943" y="81182"/>
                    <a:pt x="266024" y="81182"/>
                  </a:cubicBezTo>
                  <a:lnTo>
                    <a:pt x="16608" y="81182"/>
                  </a:lnTo>
                  <a:cubicBezTo>
                    <a:pt x="7688" y="81182"/>
                    <a:pt x="457" y="73951"/>
                    <a:pt x="457" y="65032"/>
                  </a:cubicBezTo>
                  <a:lnTo>
                    <a:pt x="457" y="16627"/>
                  </a:lnTo>
                  <a:cubicBezTo>
                    <a:pt x="457" y="7708"/>
                    <a:pt x="7688" y="477"/>
                    <a:pt x="16608" y="477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6FF94A5-8A59-DE2F-D9F0-0554757DC42A}"/>
                </a:ext>
              </a:extLst>
            </p:cNvPr>
            <p:cNvSpPr/>
            <p:nvPr/>
          </p:nvSpPr>
          <p:spPr>
            <a:xfrm>
              <a:off x="3624047" y="4755466"/>
              <a:ext cx="726030" cy="484020"/>
            </a:xfrm>
            <a:custGeom>
              <a:avLst/>
              <a:gdLst>
                <a:gd name="csX0" fmla="*/ 32872 w 726030"/>
                <a:gd name="csY0" fmla="*/ 316 h 484020"/>
                <a:gd name="csX1" fmla="*/ 694371 w 726030"/>
                <a:gd name="csY1" fmla="*/ 316 h 484020"/>
                <a:gd name="csX2" fmla="*/ 726637 w 726030"/>
                <a:gd name="csY2" fmla="*/ 32581 h 484020"/>
                <a:gd name="csX3" fmla="*/ 726637 w 726030"/>
                <a:gd name="csY3" fmla="*/ 452070 h 484020"/>
                <a:gd name="csX4" fmla="*/ 694371 w 726030"/>
                <a:gd name="csY4" fmla="*/ 484336 h 484020"/>
                <a:gd name="csX5" fmla="*/ 32872 w 726030"/>
                <a:gd name="csY5" fmla="*/ 484336 h 484020"/>
                <a:gd name="csX6" fmla="*/ 606 w 726030"/>
                <a:gd name="csY6" fmla="*/ 452070 h 484020"/>
                <a:gd name="csX7" fmla="*/ 606 w 726030"/>
                <a:gd name="csY7" fmla="*/ 32581 h 484020"/>
                <a:gd name="csX8" fmla="*/ 32872 w 726030"/>
                <a:gd name="csY8" fmla="*/ 316 h 4840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30" h="484020">
                  <a:moveTo>
                    <a:pt x="32872" y="316"/>
                  </a:moveTo>
                  <a:lnTo>
                    <a:pt x="694371" y="316"/>
                  </a:lnTo>
                  <a:cubicBezTo>
                    <a:pt x="712191" y="316"/>
                    <a:pt x="726637" y="14761"/>
                    <a:pt x="726637" y="32581"/>
                  </a:cubicBezTo>
                  <a:lnTo>
                    <a:pt x="726637" y="452070"/>
                  </a:lnTo>
                  <a:cubicBezTo>
                    <a:pt x="726637" y="469890"/>
                    <a:pt x="712191" y="484336"/>
                    <a:pt x="694371" y="484336"/>
                  </a:cubicBezTo>
                  <a:lnTo>
                    <a:pt x="32872" y="484336"/>
                  </a:lnTo>
                  <a:cubicBezTo>
                    <a:pt x="15052" y="484336"/>
                    <a:pt x="606" y="469890"/>
                    <a:pt x="606" y="452070"/>
                  </a:cubicBezTo>
                  <a:lnTo>
                    <a:pt x="606" y="32581"/>
                  </a:lnTo>
                  <a:cubicBezTo>
                    <a:pt x="606" y="14761"/>
                    <a:pt x="15052" y="316"/>
                    <a:pt x="32872" y="316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A69781A-3B32-B685-C20A-310330FADCD0}"/>
                </a:ext>
              </a:extLst>
            </p:cNvPr>
            <p:cNvSpPr/>
            <p:nvPr/>
          </p:nvSpPr>
          <p:spPr>
            <a:xfrm>
              <a:off x="3624047" y="5396794"/>
              <a:ext cx="726065" cy="80704"/>
            </a:xfrm>
            <a:custGeom>
              <a:avLst/>
              <a:gdLst>
                <a:gd name="csX0" fmla="*/ 16756 w 726065"/>
                <a:gd name="csY0" fmla="*/ 427 h 80704"/>
                <a:gd name="csX1" fmla="*/ 710521 w 726065"/>
                <a:gd name="csY1" fmla="*/ 427 h 80704"/>
                <a:gd name="csX2" fmla="*/ 726672 w 726065"/>
                <a:gd name="csY2" fmla="*/ 16577 h 80704"/>
                <a:gd name="csX3" fmla="*/ 726672 w 726065"/>
                <a:gd name="csY3" fmla="*/ 64981 h 80704"/>
                <a:gd name="csX4" fmla="*/ 710521 w 726065"/>
                <a:gd name="csY4" fmla="*/ 81131 h 80704"/>
                <a:gd name="csX5" fmla="*/ 16756 w 726065"/>
                <a:gd name="csY5" fmla="*/ 81131 h 80704"/>
                <a:gd name="csX6" fmla="*/ 606 w 726065"/>
                <a:gd name="csY6" fmla="*/ 64981 h 80704"/>
                <a:gd name="csX7" fmla="*/ 606 w 726065"/>
                <a:gd name="csY7" fmla="*/ 16577 h 80704"/>
                <a:gd name="csX8" fmla="*/ 16756 w 726065"/>
                <a:gd name="csY8" fmla="*/ 42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756" y="427"/>
                  </a:moveTo>
                  <a:lnTo>
                    <a:pt x="710521" y="427"/>
                  </a:lnTo>
                  <a:cubicBezTo>
                    <a:pt x="719441" y="427"/>
                    <a:pt x="726672" y="7657"/>
                    <a:pt x="726672" y="16577"/>
                  </a:cubicBezTo>
                  <a:lnTo>
                    <a:pt x="726672" y="64981"/>
                  </a:lnTo>
                  <a:cubicBezTo>
                    <a:pt x="726672" y="73901"/>
                    <a:pt x="719441" y="81131"/>
                    <a:pt x="710521" y="81131"/>
                  </a:cubicBezTo>
                  <a:lnTo>
                    <a:pt x="16756" y="81131"/>
                  </a:lnTo>
                  <a:cubicBezTo>
                    <a:pt x="7837" y="81131"/>
                    <a:pt x="606" y="73901"/>
                    <a:pt x="606" y="64981"/>
                  </a:cubicBezTo>
                  <a:lnTo>
                    <a:pt x="606" y="16577"/>
                  </a:lnTo>
                  <a:cubicBezTo>
                    <a:pt x="606" y="7657"/>
                    <a:pt x="7837" y="427"/>
                    <a:pt x="16756" y="427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505D1F7-CAE1-0D5C-DAD5-BB7531B42AD5}"/>
                </a:ext>
              </a:extLst>
            </p:cNvPr>
            <p:cNvSpPr/>
            <p:nvPr/>
          </p:nvSpPr>
          <p:spPr>
            <a:xfrm>
              <a:off x="3624047" y="5542002"/>
              <a:ext cx="726065" cy="80704"/>
            </a:xfrm>
            <a:custGeom>
              <a:avLst/>
              <a:gdLst>
                <a:gd name="csX0" fmla="*/ 16756 w 726065"/>
                <a:gd name="csY0" fmla="*/ 452 h 80704"/>
                <a:gd name="csX1" fmla="*/ 710521 w 726065"/>
                <a:gd name="csY1" fmla="*/ 452 h 80704"/>
                <a:gd name="csX2" fmla="*/ 726672 w 726065"/>
                <a:gd name="csY2" fmla="*/ 16602 h 80704"/>
                <a:gd name="csX3" fmla="*/ 726672 w 726065"/>
                <a:gd name="csY3" fmla="*/ 65006 h 80704"/>
                <a:gd name="csX4" fmla="*/ 710521 w 726065"/>
                <a:gd name="csY4" fmla="*/ 81157 h 80704"/>
                <a:gd name="csX5" fmla="*/ 16756 w 726065"/>
                <a:gd name="csY5" fmla="*/ 81157 h 80704"/>
                <a:gd name="csX6" fmla="*/ 606 w 726065"/>
                <a:gd name="csY6" fmla="*/ 65006 h 80704"/>
                <a:gd name="csX7" fmla="*/ 606 w 726065"/>
                <a:gd name="csY7" fmla="*/ 16602 h 80704"/>
                <a:gd name="csX8" fmla="*/ 16756 w 726065"/>
                <a:gd name="csY8" fmla="*/ 452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756" y="452"/>
                  </a:moveTo>
                  <a:lnTo>
                    <a:pt x="710521" y="452"/>
                  </a:lnTo>
                  <a:cubicBezTo>
                    <a:pt x="719441" y="452"/>
                    <a:pt x="726672" y="7683"/>
                    <a:pt x="726672" y="16602"/>
                  </a:cubicBezTo>
                  <a:lnTo>
                    <a:pt x="726672" y="65006"/>
                  </a:lnTo>
                  <a:cubicBezTo>
                    <a:pt x="726672" y="73926"/>
                    <a:pt x="719441" y="81157"/>
                    <a:pt x="710521" y="81157"/>
                  </a:cubicBezTo>
                  <a:lnTo>
                    <a:pt x="16756" y="81157"/>
                  </a:lnTo>
                  <a:cubicBezTo>
                    <a:pt x="7837" y="81157"/>
                    <a:pt x="606" y="73926"/>
                    <a:pt x="606" y="65006"/>
                  </a:cubicBezTo>
                  <a:lnTo>
                    <a:pt x="606" y="16602"/>
                  </a:lnTo>
                  <a:cubicBezTo>
                    <a:pt x="606" y="7683"/>
                    <a:pt x="7837" y="452"/>
                    <a:pt x="16756" y="452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AAC3F0B-2466-3B29-457C-9FA72FED4A1A}"/>
                </a:ext>
              </a:extLst>
            </p:cNvPr>
            <p:cNvSpPr/>
            <p:nvPr/>
          </p:nvSpPr>
          <p:spPr>
            <a:xfrm>
              <a:off x="3624047" y="5687209"/>
              <a:ext cx="281716" cy="80704"/>
            </a:xfrm>
            <a:custGeom>
              <a:avLst/>
              <a:gdLst>
                <a:gd name="csX0" fmla="*/ 16756 w 281716"/>
                <a:gd name="csY0" fmla="*/ 477 h 80704"/>
                <a:gd name="csX1" fmla="*/ 266173 w 281716"/>
                <a:gd name="csY1" fmla="*/ 477 h 80704"/>
                <a:gd name="csX2" fmla="*/ 282323 w 281716"/>
                <a:gd name="csY2" fmla="*/ 16627 h 80704"/>
                <a:gd name="csX3" fmla="*/ 282323 w 281716"/>
                <a:gd name="csY3" fmla="*/ 65032 h 80704"/>
                <a:gd name="csX4" fmla="*/ 266173 w 281716"/>
                <a:gd name="csY4" fmla="*/ 81182 h 80704"/>
                <a:gd name="csX5" fmla="*/ 16756 w 281716"/>
                <a:gd name="csY5" fmla="*/ 81182 h 80704"/>
                <a:gd name="csX6" fmla="*/ 606 w 281716"/>
                <a:gd name="csY6" fmla="*/ 65032 h 80704"/>
                <a:gd name="csX7" fmla="*/ 606 w 281716"/>
                <a:gd name="csY7" fmla="*/ 16627 h 80704"/>
                <a:gd name="csX8" fmla="*/ 16756 w 281716"/>
                <a:gd name="csY8" fmla="*/ 47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1716" h="80704">
                  <a:moveTo>
                    <a:pt x="16756" y="477"/>
                  </a:moveTo>
                  <a:lnTo>
                    <a:pt x="266173" y="477"/>
                  </a:lnTo>
                  <a:cubicBezTo>
                    <a:pt x="275092" y="477"/>
                    <a:pt x="282323" y="7708"/>
                    <a:pt x="282323" y="16627"/>
                  </a:cubicBezTo>
                  <a:lnTo>
                    <a:pt x="282323" y="65032"/>
                  </a:lnTo>
                  <a:cubicBezTo>
                    <a:pt x="282323" y="73951"/>
                    <a:pt x="275092" y="81182"/>
                    <a:pt x="266173" y="81182"/>
                  </a:cubicBezTo>
                  <a:lnTo>
                    <a:pt x="16756" y="81182"/>
                  </a:lnTo>
                  <a:cubicBezTo>
                    <a:pt x="7837" y="81182"/>
                    <a:pt x="606" y="73951"/>
                    <a:pt x="606" y="65032"/>
                  </a:cubicBezTo>
                  <a:lnTo>
                    <a:pt x="606" y="16627"/>
                  </a:lnTo>
                  <a:cubicBezTo>
                    <a:pt x="606" y="7708"/>
                    <a:pt x="7837" y="477"/>
                    <a:pt x="16756" y="477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31" name="Graphic 5">
            <a:extLst>
              <a:ext uri="{FF2B5EF4-FFF2-40B4-BE49-F238E27FC236}">
                <a16:creationId xmlns:a16="http://schemas.microsoft.com/office/drawing/2014/main" id="{5FAD1F74-CEDD-FDCF-0ED7-4FBA31F6BFF3}"/>
              </a:ext>
            </a:extLst>
          </p:cNvPr>
          <p:cNvGrpSpPr/>
          <p:nvPr/>
        </p:nvGrpSpPr>
        <p:grpSpPr>
          <a:xfrm>
            <a:off x="126999" y="3477670"/>
            <a:ext cx="1798436" cy="199823"/>
            <a:chOff x="126999" y="3477670"/>
            <a:chExt cx="1798436" cy="199823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6D24895-C1D2-F7E1-07A2-7E76B279F6C5}"/>
                </a:ext>
              </a:extLst>
            </p:cNvPr>
            <p:cNvSpPr/>
            <p:nvPr/>
          </p:nvSpPr>
          <p:spPr>
            <a:xfrm>
              <a:off x="126999" y="3477670"/>
              <a:ext cx="1798436" cy="199823"/>
            </a:xfrm>
            <a:custGeom>
              <a:avLst/>
              <a:gdLst>
                <a:gd name="csX0" fmla="*/ 59946 w 1798436"/>
                <a:gd name="csY0" fmla="*/ 94 h 199823"/>
                <a:gd name="csX1" fmla="*/ 1738450 w 1798436"/>
                <a:gd name="csY1" fmla="*/ 94 h 199823"/>
                <a:gd name="csX2" fmla="*/ 1798436 w 1798436"/>
                <a:gd name="csY2" fmla="*/ 60000 h 199823"/>
                <a:gd name="csX3" fmla="*/ 1798436 w 1798436"/>
                <a:gd name="csY3" fmla="*/ 60040 h 199823"/>
                <a:gd name="csX4" fmla="*/ 1798436 w 1798436"/>
                <a:gd name="csY4" fmla="*/ 139972 h 199823"/>
                <a:gd name="csX5" fmla="*/ 1738490 w 1798436"/>
                <a:gd name="csY5" fmla="*/ 199918 h 199823"/>
                <a:gd name="csX6" fmla="*/ 1738450 w 1798436"/>
                <a:gd name="csY6" fmla="*/ 199918 h 199823"/>
                <a:gd name="csX7" fmla="*/ 59946 w 1798436"/>
                <a:gd name="csY7" fmla="*/ 199918 h 199823"/>
                <a:gd name="csX8" fmla="*/ 0 w 1798436"/>
                <a:gd name="csY8" fmla="*/ 139972 h 199823"/>
                <a:gd name="csX9" fmla="*/ 0 w 1798436"/>
                <a:gd name="csY9" fmla="*/ 60040 h 199823"/>
                <a:gd name="csX10" fmla="*/ 59946 w 1798436"/>
                <a:gd name="csY10" fmla="*/ 94 h 199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798436" h="199823">
                  <a:moveTo>
                    <a:pt x="59946" y="94"/>
                  </a:moveTo>
                  <a:lnTo>
                    <a:pt x="1738450" y="94"/>
                  </a:lnTo>
                  <a:cubicBezTo>
                    <a:pt x="1771557" y="72"/>
                    <a:pt x="1798414" y="26892"/>
                    <a:pt x="1798436" y="60000"/>
                  </a:cubicBezTo>
                  <a:cubicBezTo>
                    <a:pt x="1798436" y="60013"/>
                    <a:pt x="1798436" y="60027"/>
                    <a:pt x="1798436" y="60040"/>
                  </a:cubicBezTo>
                  <a:lnTo>
                    <a:pt x="1798436" y="139972"/>
                  </a:lnTo>
                  <a:cubicBezTo>
                    <a:pt x="1798436" y="173079"/>
                    <a:pt x="1771598" y="199918"/>
                    <a:pt x="1738490" y="199918"/>
                  </a:cubicBezTo>
                  <a:cubicBezTo>
                    <a:pt x="1738477" y="199918"/>
                    <a:pt x="1738463" y="199918"/>
                    <a:pt x="1738450" y="199918"/>
                  </a:cubicBezTo>
                  <a:lnTo>
                    <a:pt x="59946" y="199918"/>
                  </a:lnTo>
                  <a:cubicBezTo>
                    <a:pt x="26839" y="199918"/>
                    <a:pt x="0" y="173079"/>
                    <a:pt x="0" y="139972"/>
                  </a:cubicBezTo>
                  <a:lnTo>
                    <a:pt x="0" y="60040"/>
                  </a:lnTo>
                  <a:cubicBezTo>
                    <a:pt x="0" y="26933"/>
                    <a:pt x="26839" y="94"/>
                    <a:pt x="59946" y="94"/>
                  </a:cubicBezTo>
                  <a:close/>
                </a:path>
              </a:pathLst>
            </a:custGeom>
            <a:solidFill>
              <a:srgbClr val="FFFF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F5655C4-CDA7-40C3-15D3-6C9113A35D4A}"/>
                </a:ext>
              </a:extLst>
            </p:cNvPr>
            <p:cNvSpPr/>
            <p:nvPr/>
          </p:nvSpPr>
          <p:spPr>
            <a:xfrm>
              <a:off x="126999" y="3477670"/>
              <a:ext cx="1798436" cy="199823"/>
            </a:xfrm>
            <a:custGeom>
              <a:avLst/>
              <a:gdLst>
                <a:gd name="csX0" fmla="*/ 59946 w 1798436"/>
                <a:gd name="csY0" fmla="*/ 10084 h 199823"/>
                <a:gd name="csX1" fmla="*/ 9990 w 1798436"/>
                <a:gd name="csY1" fmla="*/ 60040 h 199823"/>
                <a:gd name="csX2" fmla="*/ 9990 w 1798436"/>
                <a:gd name="csY2" fmla="*/ 139972 h 199823"/>
                <a:gd name="csX3" fmla="*/ 59946 w 1798436"/>
                <a:gd name="csY3" fmla="*/ 189928 h 199823"/>
                <a:gd name="csX4" fmla="*/ 1738450 w 1798436"/>
                <a:gd name="csY4" fmla="*/ 189928 h 199823"/>
                <a:gd name="csX5" fmla="*/ 1788406 w 1798436"/>
                <a:gd name="csY5" fmla="*/ 139972 h 199823"/>
                <a:gd name="csX6" fmla="*/ 1788406 w 1798436"/>
                <a:gd name="csY6" fmla="*/ 60040 h 199823"/>
                <a:gd name="csX7" fmla="*/ 1738450 w 1798436"/>
                <a:gd name="csY7" fmla="*/ 10084 h 199823"/>
                <a:gd name="csX8" fmla="*/ 59946 w 1798436"/>
                <a:gd name="csY8" fmla="*/ 10084 h 199823"/>
                <a:gd name="csX9" fmla="*/ 59946 w 1798436"/>
                <a:gd name="csY9" fmla="*/ 94 h 199823"/>
                <a:gd name="csX10" fmla="*/ 1738450 w 1798436"/>
                <a:gd name="csY10" fmla="*/ 94 h 199823"/>
                <a:gd name="csX11" fmla="*/ 1798436 w 1798436"/>
                <a:gd name="csY11" fmla="*/ 60000 h 199823"/>
                <a:gd name="csX12" fmla="*/ 1798436 w 1798436"/>
                <a:gd name="csY12" fmla="*/ 60040 h 199823"/>
                <a:gd name="csX13" fmla="*/ 1798436 w 1798436"/>
                <a:gd name="csY13" fmla="*/ 139972 h 199823"/>
                <a:gd name="csX14" fmla="*/ 1738490 w 1798436"/>
                <a:gd name="csY14" fmla="*/ 199918 h 199823"/>
                <a:gd name="csX15" fmla="*/ 1738450 w 1798436"/>
                <a:gd name="csY15" fmla="*/ 199918 h 199823"/>
                <a:gd name="csX16" fmla="*/ 59946 w 1798436"/>
                <a:gd name="csY16" fmla="*/ 199918 h 199823"/>
                <a:gd name="csX17" fmla="*/ 0 w 1798436"/>
                <a:gd name="csY17" fmla="*/ 139972 h 199823"/>
                <a:gd name="csX18" fmla="*/ 0 w 1798436"/>
                <a:gd name="csY18" fmla="*/ 60040 h 199823"/>
                <a:gd name="csX19" fmla="*/ 59946 w 1798436"/>
                <a:gd name="csY19" fmla="*/ 94 h 199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798436" h="199823">
                  <a:moveTo>
                    <a:pt x="59946" y="10084"/>
                  </a:moveTo>
                  <a:cubicBezTo>
                    <a:pt x="32369" y="10116"/>
                    <a:pt x="10022" y="32463"/>
                    <a:pt x="9990" y="60040"/>
                  </a:cubicBezTo>
                  <a:lnTo>
                    <a:pt x="9990" y="139972"/>
                  </a:lnTo>
                  <a:cubicBezTo>
                    <a:pt x="10022" y="167549"/>
                    <a:pt x="32369" y="189896"/>
                    <a:pt x="59946" y="189928"/>
                  </a:cubicBezTo>
                  <a:lnTo>
                    <a:pt x="1738450" y="189928"/>
                  </a:lnTo>
                  <a:cubicBezTo>
                    <a:pt x="1766027" y="189896"/>
                    <a:pt x="1788374" y="167549"/>
                    <a:pt x="1788406" y="139972"/>
                  </a:cubicBezTo>
                  <a:lnTo>
                    <a:pt x="1788406" y="60040"/>
                  </a:lnTo>
                  <a:cubicBezTo>
                    <a:pt x="1788374" y="32463"/>
                    <a:pt x="1766027" y="10116"/>
                    <a:pt x="1738450" y="10084"/>
                  </a:cubicBezTo>
                  <a:lnTo>
                    <a:pt x="59946" y="10084"/>
                  </a:lnTo>
                  <a:moveTo>
                    <a:pt x="59946" y="94"/>
                  </a:moveTo>
                  <a:lnTo>
                    <a:pt x="1738450" y="94"/>
                  </a:lnTo>
                  <a:cubicBezTo>
                    <a:pt x="1771557" y="72"/>
                    <a:pt x="1798414" y="26892"/>
                    <a:pt x="1798436" y="60000"/>
                  </a:cubicBezTo>
                  <a:cubicBezTo>
                    <a:pt x="1798436" y="60013"/>
                    <a:pt x="1798436" y="60027"/>
                    <a:pt x="1798436" y="60040"/>
                  </a:cubicBezTo>
                  <a:lnTo>
                    <a:pt x="1798436" y="139972"/>
                  </a:lnTo>
                  <a:cubicBezTo>
                    <a:pt x="1798436" y="173079"/>
                    <a:pt x="1771598" y="199918"/>
                    <a:pt x="1738490" y="199918"/>
                  </a:cubicBezTo>
                  <a:cubicBezTo>
                    <a:pt x="1738477" y="199918"/>
                    <a:pt x="1738463" y="199918"/>
                    <a:pt x="1738450" y="199918"/>
                  </a:cubicBezTo>
                  <a:lnTo>
                    <a:pt x="59946" y="199918"/>
                  </a:lnTo>
                  <a:cubicBezTo>
                    <a:pt x="26839" y="199918"/>
                    <a:pt x="0" y="173079"/>
                    <a:pt x="0" y="139972"/>
                  </a:cubicBezTo>
                  <a:lnTo>
                    <a:pt x="0" y="60040"/>
                  </a:lnTo>
                  <a:cubicBezTo>
                    <a:pt x="0" y="26933"/>
                    <a:pt x="26839" y="94"/>
                    <a:pt x="59946" y="94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11C2B1F-CCA5-5217-BC3F-C1E416CB2719}"/>
                </a:ext>
              </a:extLst>
            </p:cNvPr>
            <p:cNvSpPr/>
            <p:nvPr/>
          </p:nvSpPr>
          <p:spPr>
            <a:xfrm>
              <a:off x="246897" y="3517636"/>
              <a:ext cx="119891" cy="119891"/>
            </a:xfrm>
            <a:custGeom>
              <a:avLst/>
              <a:gdLst>
                <a:gd name="csX0" fmla="*/ 59967 w 119891"/>
                <a:gd name="csY0" fmla="*/ 101 h 119891"/>
                <a:gd name="csX1" fmla="*/ 119913 w 119891"/>
                <a:gd name="csY1" fmla="*/ 60047 h 119891"/>
                <a:gd name="csX2" fmla="*/ 59967 w 119891"/>
                <a:gd name="csY2" fmla="*/ 119993 h 119891"/>
                <a:gd name="csX3" fmla="*/ 21 w 119891"/>
                <a:gd name="csY3" fmla="*/ 60047 h 119891"/>
                <a:gd name="csX4" fmla="*/ 59967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59967" y="101"/>
                  </a:moveTo>
                  <a:cubicBezTo>
                    <a:pt x="93074" y="101"/>
                    <a:pt x="119913" y="26940"/>
                    <a:pt x="119913" y="60047"/>
                  </a:cubicBezTo>
                  <a:cubicBezTo>
                    <a:pt x="119913" y="93154"/>
                    <a:pt x="93074" y="119993"/>
                    <a:pt x="59967" y="119993"/>
                  </a:cubicBezTo>
                  <a:cubicBezTo>
                    <a:pt x="26860" y="119993"/>
                    <a:pt x="21" y="93154"/>
                    <a:pt x="21" y="60047"/>
                  </a:cubicBezTo>
                  <a:cubicBezTo>
                    <a:pt x="21" y="26940"/>
                    <a:pt x="26860" y="101"/>
                    <a:pt x="59967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99AEB58-E7B6-E888-E7C2-8A91EE99EB3B}"/>
                </a:ext>
              </a:extLst>
            </p:cNvPr>
            <p:cNvSpPr/>
            <p:nvPr/>
          </p:nvSpPr>
          <p:spPr>
            <a:xfrm>
              <a:off x="486687" y="3517636"/>
              <a:ext cx="119891" cy="119891"/>
            </a:xfrm>
            <a:custGeom>
              <a:avLst/>
              <a:gdLst>
                <a:gd name="csX0" fmla="*/ 60008 w 119891"/>
                <a:gd name="csY0" fmla="*/ 101 h 119891"/>
                <a:gd name="csX1" fmla="*/ 119954 w 119891"/>
                <a:gd name="csY1" fmla="*/ 60047 h 119891"/>
                <a:gd name="csX2" fmla="*/ 60008 w 119891"/>
                <a:gd name="csY2" fmla="*/ 119993 h 119891"/>
                <a:gd name="csX3" fmla="*/ 62 w 119891"/>
                <a:gd name="csY3" fmla="*/ 60047 h 119891"/>
                <a:gd name="csX4" fmla="*/ 60008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008" y="101"/>
                  </a:moveTo>
                  <a:cubicBezTo>
                    <a:pt x="93116" y="101"/>
                    <a:pt x="119954" y="26940"/>
                    <a:pt x="119954" y="60047"/>
                  </a:cubicBezTo>
                  <a:cubicBezTo>
                    <a:pt x="119954" y="93154"/>
                    <a:pt x="93116" y="119993"/>
                    <a:pt x="60008" y="119993"/>
                  </a:cubicBezTo>
                  <a:cubicBezTo>
                    <a:pt x="26901" y="119993"/>
                    <a:pt x="62" y="93154"/>
                    <a:pt x="62" y="60047"/>
                  </a:cubicBezTo>
                  <a:cubicBezTo>
                    <a:pt x="62" y="26940"/>
                    <a:pt x="26901" y="101"/>
                    <a:pt x="60008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6C938035-64EF-7712-0895-CE410507B53B}"/>
                </a:ext>
              </a:extLst>
            </p:cNvPr>
            <p:cNvSpPr/>
            <p:nvPr/>
          </p:nvSpPr>
          <p:spPr>
            <a:xfrm>
              <a:off x="726476" y="3517636"/>
              <a:ext cx="119891" cy="119891"/>
            </a:xfrm>
            <a:custGeom>
              <a:avLst/>
              <a:gdLst>
                <a:gd name="csX0" fmla="*/ 60050 w 119891"/>
                <a:gd name="csY0" fmla="*/ 101 h 119891"/>
                <a:gd name="csX1" fmla="*/ 119996 w 119891"/>
                <a:gd name="csY1" fmla="*/ 60047 h 119891"/>
                <a:gd name="csX2" fmla="*/ 60050 w 119891"/>
                <a:gd name="csY2" fmla="*/ 119993 h 119891"/>
                <a:gd name="csX3" fmla="*/ 104 w 119891"/>
                <a:gd name="csY3" fmla="*/ 60047 h 119891"/>
                <a:gd name="csX4" fmla="*/ 60050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050" y="101"/>
                  </a:moveTo>
                  <a:cubicBezTo>
                    <a:pt x="93157" y="101"/>
                    <a:pt x="119996" y="26940"/>
                    <a:pt x="119996" y="60047"/>
                  </a:cubicBezTo>
                  <a:cubicBezTo>
                    <a:pt x="119996" y="93154"/>
                    <a:pt x="93157" y="119993"/>
                    <a:pt x="60050" y="119993"/>
                  </a:cubicBezTo>
                  <a:cubicBezTo>
                    <a:pt x="26943" y="119993"/>
                    <a:pt x="104" y="93154"/>
                    <a:pt x="104" y="60047"/>
                  </a:cubicBezTo>
                  <a:cubicBezTo>
                    <a:pt x="104" y="26940"/>
                    <a:pt x="26943" y="101"/>
                    <a:pt x="60050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DBE1AC78-EECE-1297-8BCB-010661E05538}"/>
                </a:ext>
              </a:extLst>
            </p:cNvPr>
            <p:cNvSpPr/>
            <p:nvPr/>
          </p:nvSpPr>
          <p:spPr>
            <a:xfrm>
              <a:off x="966266" y="3517636"/>
              <a:ext cx="119891" cy="119891"/>
            </a:xfrm>
            <a:custGeom>
              <a:avLst/>
              <a:gdLst>
                <a:gd name="csX0" fmla="*/ 60091 w 119891"/>
                <a:gd name="csY0" fmla="*/ 101 h 119891"/>
                <a:gd name="csX1" fmla="*/ 120037 w 119891"/>
                <a:gd name="csY1" fmla="*/ 60047 h 119891"/>
                <a:gd name="csX2" fmla="*/ 60091 w 119891"/>
                <a:gd name="csY2" fmla="*/ 119993 h 119891"/>
                <a:gd name="csX3" fmla="*/ 146 w 119891"/>
                <a:gd name="csY3" fmla="*/ 60047 h 119891"/>
                <a:gd name="csX4" fmla="*/ 60091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091" y="101"/>
                  </a:moveTo>
                  <a:cubicBezTo>
                    <a:pt x="93199" y="101"/>
                    <a:pt x="120037" y="26940"/>
                    <a:pt x="120037" y="60047"/>
                  </a:cubicBezTo>
                  <a:cubicBezTo>
                    <a:pt x="120037" y="93154"/>
                    <a:pt x="93199" y="119993"/>
                    <a:pt x="60091" y="119993"/>
                  </a:cubicBezTo>
                  <a:cubicBezTo>
                    <a:pt x="26984" y="119993"/>
                    <a:pt x="146" y="93154"/>
                    <a:pt x="146" y="60047"/>
                  </a:cubicBezTo>
                  <a:cubicBezTo>
                    <a:pt x="146" y="26940"/>
                    <a:pt x="26984" y="101"/>
                    <a:pt x="60091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7F48C76-8963-0787-8CBA-D3C3D8FFC7AD}"/>
                </a:ext>
              </a:extLst>
            </p:cNvPr>
            <p:cNvSpPr/>
            <p:nvPr/>
          </p:nvSpPr>
          <p:spPr>
            <a:xfrm>
              <a:off x="1206056" y="3517636"/>
              <a:ext cx="119891" cy="119891"/>
            </a:xfrm>
            <a:custGeom>
              <a:avLst/>
              <a:gdLst>
                <a:gd name="csX0" fmla="*/ 60133 w 119891"/>
                <a:gd name="csY0" fmla="*/ 101 h 119891"/>
                <a:gd name="csX1" fmla="*/ 120079 w 119891"/>
                <a:gd name="csY1" fmla="*/ 60047 h 119891"/>
                <a:gd name="csX2" fmla="*/ 60133 w 119891"/>
                <a:gd name="csY2" fmla="*/ 119993 h 119891"/>
                <a:gd name="csX3" fmla="*/ 187 w 119891"/>
                <a:gd name="csY3" fmla="*/ 60047 h 119891"/>
                <a:gd name="csX4" fmla="*/ 60133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133" y="101"/>
                  </a:moveTo>
                  <a:cubicBezTo>
                    <a:pt x="93240" y="101"/>
                    <a:pt x="120079" y="26940"/>
                    <a:pt x="120079" y="60047"/>
                  </a:cubicBezTo>
                  <a:cubicBezTo>
                    <a:pt x="120079" y="93154"/>
                    <a:pt x="93240" y="119993"/>
                    <a:pt x="60133" y="119993"/>
                  </a:cubicBezTo>
                  <a:cubicBezTo>
                    <a:pt x="27026" y="119993"/>
                    <a:pt x="187" y="93154"/>
                    <a:pt x="187" y="60047"/>
                  </a:cubicBezTo>
                  <a:cubicBezTo>
                    <a:pt x="187" y="26940"/>
                    <a:pt x="27026" y="101"/>
                    <a:pt x="60133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0BD08BAC-CAA9-1B8C-A3D5-64CC6FA884D3}"/>
                </a:ext>
              </a:extLst>
            </p:cNvPr>
            <p:cNvSpPr/>
            <p:nvPr/>
          </p:nvSpPr>
          <p:spPr>
            <a:xfrm>
              <a:off x="1445845" y="3517636"/>
              <a:ext cx="119891" cy="119891"/>
            </a:xfrm>
            <a:custGeom>
              <a:avLst/>
              <a:gdLst>
                <a:gd name="csX0" fmla="*/ 60175 w 119891"/>
                <a:gd name="csY0" fmla="*/ 101 h 119891"/>
                <a:gd name="csX1" fmla="*/ 120121 w 119891"/>
                <a:gd name="csY1" fmla="*/ 60047 h 119891"/>
                <a:gd name="csX2" fmla="*/ 60175 w 119891"/>
                <a:gd name="csY2" fmla="*/ 119993 h 119891"/>
                <a:gd name="csX3" fmla="*/ 229 w 119891"/>
                <a:gd name="csY3" fmla="*/ 60047 h 119891"/>
                <a:gd name="csX4" fmla="*/ 60175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175" y="101"/>
                  </a:moveTo>
                  <a:cubicBezTo>
                    <a:pt x="93282" y="101"/>
                    <a:pt x="120121" y="26940"/>
                    <a:pt x="120121" y="60047"/>
                  </a:cubicBezTo>
                  <a:cubicBezTo>
                    <a:pt x="120121" y="93154"/>
                    <a:pt x="93282" y="119993"/>
                    <a:pt x="60175" y="119993"/>
                  </a:cubicBezTo>
                  <a:cubicBezTo>
                    <a:pt x="27067" y="119993"/>
                    <a:pt x="229" y="93154"/>
                    <a:pt x="229" y="60047"/>
                  </a:cubicBezTo>
                  <a:cubicBezTo>
                    <a:pt x="229" y="26940"/>
                    <a:pt x="27067" y="101"/>
                    <a:pt x="60175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C85D0386-FE2B-8366-6ADA-74BEE2D99DA7}"/>
                </a:ext>
              </a:extLst>
            </p:cNvPr>
            <p:cNvSpPr/>
            <p:nvPr/>
          </p:nvSpPr>
          <p:spPr>
            <a:xfrm>
              <a:off x="1685635" y="3517636"/>
              <a:ext cx="119891" cy="119891"/>
            </a:xfrm>
            <a:custGeom>
              <a:avLst/>
              <a:gdLst>
                <a:gd name="csX0" fmla="*/ 60216 w 119891"/>
                <a:gd name="csY0" fmla="*/ 101 h 119891"/>
                <a:gd name="csX1" fmla="*/ 120162 w 119891"/>
                <a:gd name="csY1" fmla="*/ 60047 h 119891"/>
                <a:gd name="csX2" fmla="*/ 60216 w 119891"/>
                <a:gd name="csY2" fmla="*/ 119993 h 119891"/>
                <a:gd name="csX3" fmla="*/ 270 w 119891"/>
                <a:gd name="csY3" fmla="*/ 60047 h 119891"/>
                <a:gd name="csX4" fmla="*/ 60216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216" y="101"/>
                  </a:moveTo>
                  <a:cubicBezTo>
                    <a:pt x="93323" y="101"/>
                    <a:pt x="120162" y="26940"/>
                    <a:pt x="120162" y="60047"/>
                  </a:cubicBezTo>
                  <a:cubicBezTo>
                    <a:pt x="120162" y="93154"/>
                    <a:pt x="93323" y="119993"/>
                    <a:pt x="60216" y="119993"/>
                  </a:cubicBezTo>
                  <a:cubicBezTo>
                    <a:pt x="27109" y="119993"/>
                    <a:pt x="270" y="93154"/>
                    <a:pt x="270" y="60047"/>
                  </a:cubicBezTo>
                  <a:cubicBezTo>
                    <a:pt x="270" y="26940"/>
                    <a:pt x="27109" y="101"/>
                    <a:pt x="60216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41" name="Graphic 5">
            <a:extLst>
              <a:ext uri="{FF2B5EF4-FFF2-40B4-BE49-F238E27FC236}">
                <a16:creationId xmlns:a16="http://schemas.microsoft.com/office/drawing/2014/main" id="{D9C1BDFA-9D42-5A52-236E-1066DCE8410D}"/>
              </a:ext>
            </a:extLst>
          </p:cNvPr>
          <p:cNvGrpSpPr/>
          <p:nvPr/>
        </p:nvGrpSpPr>
        <p:grpSpPr>
          <a:xfrm>
            <a:off x="2901367" y="3748797"/>
            <a:ext cx="472969" cy="467201"/>
            <a:chOff x="2901367" y="3748797"/>
            <a:chExt cx="472969" cy="467201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319E20CD-B726-6680-2789-85D5F5E8E5BC}"/>
                </a:ext>
              </a:extLst>
            </p:cNvPr>
            <p:cNvSpPr/>
            <p:nvPr/>
          </p:nvSpPr>
          <p:spPr>
            <a:xfrm>
              <a:off x="2901367" y="3748797"/>
              <a:ext cx="472969" cy="467201"/>
            </a:xfrm>
            <a:custGeom>
              <a:avLst/>
              <a:gdLst>
                <a:gd name="csX0" fmla="*/ 438843 w 472969"/>
                <a:gd name="csY0" fmla="*/ 141 h 467201"/>
                <a:gd name="csX1" fmla="*/ 473450 w 472969"/>
                <a:gd name="csY1" fmla="*/ 141 h 467201"/>
                <a:gd name="csX2" fmla="*/ 473450 w 472969"/>
                <a:gd name="csY2" fmla="*/ 467342 h 467201"/>
                <a:gd name="csX3" fmla="*/ 438843 w 472969"/>
                <a:gd name="csY3" fmla="*/ 467342 h 467201"/>
                <a:gd name="csX4" fmla="*/ 35088 w 472969"/>
                <a:gd name="csY4" fmla="*/ 467342 h 467201"/>
                <a:gd name="csX5" fmla="*/ 481 w 472969"/>
                <a:gd name="csY5" fmla="*/ 467342 h 467201"/>
                <a:gd name="csX6" fmla="*/ 481 w 472969"/>
                <a:gd name="csY6" fmla="*/ 141 h 467201"/>
                <a:gd name="csX7" fmla="*/ 35088 w 472969"/>
                <a:gd name="csY7" fmla="*/ 141 h 4672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72969" h="467201">
                  <a:moveTo>
                    <a:pt x="438843" y="141"/>
                  </a:moveTo>
                  <a:cubicBezTo>
                    <a:pt x="457956" y="141"/>
                    <a:pt x="473450" y="141"/>
                    <a:pt x="473450" y="141"/>
                  </a:cubicBezTo>
                  <a:lnTo>
                    <a:pt x="473450" y="467342"/>
                  </a:lnTo>
                  <a:cubicBezTo>
                    <a:pt x="473450" y="467342"/>
                    <a:pt x="457956" y="467342"/>
                    <a:pt x="438843" y="467342"/>
                  </a:cubicBezTo>
                  <a:lnTo>
                    <a:pt x="35088" y="467342"/>
                  </a:lnTo>
                  <a:cubicBezTo>
                    <a:pt x="15975" y="467342"/>
                    <a:pt x="481" y="467342"/>
                    <a:pt x="481" y="467342"/>
                  </a:cubicBezTo>
                  <a:lnTo>
                    <a:pt x="481" y="141"/>
                  </a:lnTo>
                  <a:cubicBezTo>
                    <a:pt x="481" y="141"/>
                    <a:pt x="15975" y="141"/>
                    <a:pt x="35088" y="141"/>
                  </a:cubicBezTo>
                  <a:close/>
                </a:path>
              </a:pathLst>
            </a:custGeom>
            <a:solidFill>
              <a:srgbClr val="F2F2F2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71C6372-08A8-DB37-048E-05305E918613}"/>
                </a:ext>
              </a:extLst>
            </p:cNvPr>
            <p:cNvSpPr/>
            <p:nvPr/>
          </p:nvSpPr>
          <p:spPr>
            <a:xfrm>
              <a:off x="2903115" y="3750654"/>
              <a:ext cx="470852" cy="464317"/>
            </a:xfrm>
            <a:custGeom>
              <a:avLst/>
              <a:gdLst>
                <a:gd name="csX0" fmla="*/ 20092 w 470852"/>
                <a:gd name="csY0" fmla="*/ 9947 h 464317"/>
                <a:gd name="csX1" fmla="*/ 10287 w 470852"/>
                <a:gd name="csY1" fmla="*/ 19752 h 464317"/>
                <a:gd name="csX2" fmla="*/ 10287 w 470852"/>
                <a:gd name="csY2" fmla="*/ 444848 h 464317"/>
                <a:gd name="csX3" fmla="*/ 20092 w 470852"/>
                <a:gd name="csY3" fmla="*/ 454653 h 464317"/>
                <a:gd name="csX4" fmla="*/ 451723 w 470852"/>
                <a:gd name="csY4" fmla="*/ 454653 h 464317"/>
                <a:gd name="csX5" fmla="*/ 461528 w 470852"/>
                <a:gd name="csY5" fmla="*/ 444848 h 464317"/>
                <a:gd name="csX6" fmla="*/ 461528 w 470852"/>
                <a:gd name="csY6" fmla="*/ 19752 h 464317"/>
                <a:gd name="csX7" fmla="*/ 451723 w 470852"/>
                <a:gd name="csY7" fmla="*/ 9947 h 464317"/>
                <a:gd name="csX8" fmla="*/ 20092 w 470852"/>
                <a:gd name="csY8" fmla="*/ 9947 h 464317"/>
                <a:gd name="csX9" fmla="*/ 20092 w 470852"/>
                <a:gd name="csY9" fmla="*/ 141 h 464317"/>
                <a:gd name="csX10" fmla="*/ 451723 w 470852"/>
                <a:gd name="csY10" fmla="*/ 141 h 464317"/>
                <a:gd name="csX11" fmla="*/ 471334 w 470852"/>
                <a:gd name="csY11" fmla="*/ 19752 h 464317"/>
                <a:gd name="csX12" fmla="*/ 471334 w 470852"/>
                <a:gd name="csY12" fmla="*/ 444848 h 464317"/>
                <a:gd name="csX13" fmla="*/ 451723 w 470852"/>
                <a:gd name="csY13" fmla="*/ 464459 h 464317"/>
                <a:gd name="csX14" fmla="*/ 20092 w 470852"/>
                <a:gd name="csY14" fmla="*/ 464459 h 464317"/>
                <a:gd name="csX15" fmla="*/ 481 w 470852"/>
                <a:gd name="csY15" fmla="*/ 444848 h 464317"/>
                <a:gd name="csX16" fmla="*/ 481 w 470852"/>
                <a:gd name="csY16" fmla="*/ 19752 h 464317"/>
                <a:gd name="csX17" fmla="*/ 20092 w 470852"/>
                <a:gd name="csY17" fmla="*/ 141 h 4643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70852" h="464317">
                  <a:moveTo>
                    <a:pt x="20092" y="9947"/>
                  </a:moveTo>
                  <a:cubicBezTo>
                    <a:pt x="14677" y="9947"/>
                    <a:pt x="10287" y="14337"/>
                    <a:pt x="10287" y="19752"/>
                  </a:cubicBezTo>
                  <a:lnTo>
                    <a:pt x="10287" y="444848"/>
                  </a:lnTo>
                  <a:cubicBezTo>
                    <a:pt x="10287" y="450263"/>
                    <a:pt x="14677" y="454653"/>
                    <a:pt x="20092" y="454653"/>
                  </a:cubicBezTo>
                  <a:lnTo>
                    <a:pt x="451723" y="454653"/>
                  </a:lnTo>
                  <a:cubicBezTo>
                    <a:pt x="457138" y="454653"/>
                    <a:pt x="461528" y="450263"/>
                    <a:pt x="461528" y="444848"/>
                  </a:cubicBezTo>
                  <a:lnTo>
                    <a:pt x="461528" y="19752"/>
                  </a:lnTo>
                  <a:cubicBezTo>
                    <a:pt x="461528" y="14337"/>
                    <a:pt x="457138" y="9947"/>
                    <a:pt x="451723" y="9947"/>
                  </a:cubicBezTo>
                  <a:lnTo>
                    <a:pt x="20092" y="9947"/>
                  </a:lnTo>
                  <a:moveTo>
                    <a:pt x="20092" y="141"/>
                  </a:moveTo>
                  <a:lnTo>
                    <a:pt x="451723" y="141"/>
                  </a:lnTo>
                  <a:cubicBezTo>
                    <a:pt x="462554" y="141"/>
                    <a:pt x="471334" y="8921"/>
                    <a:pt x="471334" y="19752"/>
                  </a:cubicBezTo>
                  <a:lnTo>
                    <a:pt x="471334" y="444848"/>
                  </a:lnTo>
                  <a:cubicBezTo>
                    <a:pt x="471334" y="455679"/>
                    <a:pt x="462554" y="464459"/>
                    <a:pt x="451723" y="464459"/>
                  </a:cubicBezTo>
                  <a:lnTo>
                    <a:pt x="20092" y="464459"/>
                  </a:lnTo>
                  <a:cubicBezTo>
                    <a:pt x="9261" y="464459"/>
                    <a:pt x="481" y="455679"/>
                    <a:pt x="481" y="444848"/>
                  </a:cubicBezTo>
                  <a:lnTo>
                    <a:pt x="481" y="19752"/>
                  </a:lnTo>
                  <a:cubicBezTo>
                    <a:pt x="481" y="8921"/>
                    <a:pt x="9261" y="141"/>
                    <a:pt x="20092" y="141"/>
                  </a:cubicBezTo>
                  <a:close/>
                </a:path>
              </a:pathLst>
            </a:custGeom>
            <a:solidFill>
              <a:srgbClr val="090814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0613718-BE7D-C273-5520-945F5C0EF025}"/>
                </a:ext>
              </a:extLst>
            </p:cNvPr>
            <p:cNvSpPr/>
            <p:nvPr/>
          </p:nvSpPr>
          <p:spPr>
            <a:xfrm>
              <a:off x="2981593" y="3829132"/>
              <a:ext cx="313901" cy="19610"/>
            </a:xfrm>
            <a:custGeom>
              <a:avLst/>
              <a:gdLst>
                <a:gd name="csX0" fmla="*/ 10300 w 313901"/>
                <a:gd name="csY0" fmla="*/ 155 h 19610"/>
                <a:gd name="csX1" fmla="*/ 304591 w 313901"/>
                <a:gd name="csY1" fmla="*/ 155 h 19610"/>
                <a:gd name="csX2" fmla="*/ 314396 w 313901"/>
                <a:gd name="csY2" fmla="*/ 9960 h 19610"/>
                <a:gd name="csX3" fmla="*/ 304591 w 313901"/>
                <a:gd name="csY3" fmla="*/ 19766 h 19610"/>
                <a:gd name="csX4" fmla="*/ 10300 w 313901"/>
                <a:gd name="csY4" fmla="*/ 19766 h 19610"/>
                <a:gd name="csX5" fmla="*/ 495 w 313901"/>
                <a:gd name="csY5" fmla="*/ 9960 h 19610"/>
                <a:gd name="csX6" fmla="*/ 10300 w 313901"/>
                <a:gd name="csY6" fmla="*/ 155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300" y="155"/>
                  </a:moveTo>
                  <a:lnTo>
                    <a:pt x="304591" y="155"/>
                  </a:lnTo>
                  <a:cubicBezTo>
                    <a:pt x="310006" y="155"/>
                    <a:pt x="314396" y="4545"/>
                    <a:pt x="314396" y="9960"/>
                  </a:cubicBezTo>
                  <a:cubicBezTo>
                    <a:pt x="314396" y="15376"/>
                    <a:pt x="310006" y="19766"/>
                    <a:pt x="304591" y="19766"/>
                  </a:cubicBezTo>
                  <a:lnTo>
                    <a:pt x="10300" y="19766"/>
                  </a:lnTo>
                  <a:cubicBezTo>
                    <a:pt x="4885" y="19766"/>
                    <a:pt x="495" y="15376"/>
                    <a:pt x="495" y="9960"/>
                  </a:cubicBezTo>
                  <a:cubicBezTo>
                    <a:pt x="495" y="4545"/>
                    <a:pt x="4885" y="155"/>
                    <a:pt x="10300" y="155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A8F88CF-EED2-9AE8-9146-360339574022}"/>
                </a:ext>
              </a:extLst>
            </p:cNvPr>
            <p:cNvSpPr/>
            <p:nvPr/>
          </p:nvSpPr>
          <p:spPr>
            <a:xfrm>
              <a:off x="2981593" y="3901070"/>
              <a:ext cx="313901" cy="19610"/>
            </a:xfrm>
            <a:custGeom>
              <a:avLst/>
              <a:gdLst>
                <a:gd name="csX0" fmla="*/ 10300 w 313901"/>
                <a:gd name="csY0" fmla="*/ 167 h 19610"/>
                <a:gd name="csX1" fmla="*/ 304591 w 313901"/>
                <a:gd name="csY1" fmla="*/ 167 h 19610"/>
                <a:gd name="csX2" fmla="*/ 314396 w 313901"/>
                <a:gd name="csY2" fmla="*/ 9973 h 19610"/>
                <a:gd name="csX3" fmla="*/ 304591 w 313901"/>
                <a:gd name="csY3" fmla="*/ 19778 h 19610"/>
                <a:gd name="csX4" fmla="*/ 10300 w 313901"/>
                <a:gd name="csY4" fmla="*/ 19778 h 19610"/>
                <a:gd name="csX5" fmla="*/ 495 w 313901"/>
                <a:gd name="csY5" fmla="*/ 9973 h 19610"/>
                <a:gd name="csX6" fmla="*/ 10300 w 313901"/>
                <a:gd name="csY6" fmla="*/ 167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300" y="167"/>
                  </a:moveTo>
                  <a:lnTo>
                    <a:pt x="304591" y="167"/>
                  </a:lnTo>
                  <a:cubicBezTo>
                    <a:pt x="310006" y="167"/>
                    <a:pt x="314396" y="4558"/>
                    <a:pt x="314396" y="9973"/>
                  </a:cubicBezTo>
                  <a:cubicBezTo>
                    <a:pt x="314396" y="15388"/>
                    <a:pt x="310006" y="19778"/>
                    <a:pt x="304591" y="19778"/>
                  </a:cubicBezTo>
                  <a:lnTo>
                    <a:pt x="10300" y="19778"/>
                  </a:lnTo>
                  <a:cubicBezTo>
                    <a:pt x="4885" y="19778"/>
                    <a:pt x="495" y="15388"/>
                    <a:pt x="495" y="9973"/>
                  </a:cubicBezTo>
                  <a:cubicBezTo>
                    <a:pt x="495" y="4558"/>
                    <a:pt x="4885" y="167"/>
                    <a:pt x="10300" y="167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2B6CAE9-01E6-56AA-B141-530FED349027}"/>
                </a:ext>
              </a:extLst>
            </p:cNvPr>
            <p:cNvSpPr/>
            <p:nvPr/>
          </p:nvSpPr>
          <p:spPr>
            <a:xfrm>
              <a:off x="2981593" y="3973007"/>
              <a:ext cx="313901" cy="19610"/>
            </a:xfrm>
            <a:custGeom>
              <a:avLst/>
              <a:gdLst>
                <a:gd name="csX0" fmla="*/ 10300 w 313901"/>
                <a:gd name="csY0" fmla="*/ 180 h 19610"/>
                <a:gd name="csX1" fmla="*/ 304591 w 313901"/>
                <a:gd name="csY1" fmla="*/ 180 h 19610"/>
                <a:gd name="csX2" fmla="*/ 314396 w 313901"/>
                <a:gd name="csY2" fmla="*/ 9985 h 19610"/>
                <a:gd name="csX3" fmla="*/ 304591 w 313901"/>
                <a:gd name="csY3" fmla="*/ 19791 h 19610"/>
                <a:gd name="csX4" fmla="*/ 10300 w 313901"/>
                <a:gd name="csY4" fmla="*/ 19791 h 19610"/>
                <a:gd name="csX5" fmla="*/ 495 w 313901"/>
                <a:gd name="csY5" fmla="*/ 9985 h 19610"/>
                <a:gd name="csX6" fmla="*/ 10300 w 313901"/>
                <a:gd name="csY6" fmla="*/ 180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300" y="180"/>
                  </a:moveTo>
                  <a:lnTo>
                    <a:pt x="304591" y="180"/>
                  </a:lnTo>
                  <a:cubicBezTo>
                    <a:pt x="310006" y="180"/>
                    <a:pt x="314396" y="4570"/>
                    <a:pt x="314396" y="9985"/>
                  </a:cubicBezTo>
                  <a:cubicBezTo>
                    <a:pt x="314396" y="15401"/>
                    <a:pt x="310006" y="19791"/>
                    <a:pt x="304591" y="19791"/>
                  </a:cubicBezTo>
                  <a:lnTo>
                    <a:pt x="10300" y="19791"/>
                  </a:lnTo>
                  <a:cubicBezTo>
                    <a:pt x="4885" y="19791"/>
                    <a:pt x="495" y="15401"/>
                    <a:pt x="495" y="9985"/>
                  </a:cubicBezTo>
                  <a:cubicBezTo>
                    <a:pt x="495" y="4570"/>
                    <a:pt x="4885" y="180"/>
                    <a:pt x="10300" y="180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7987880D-DC30-9FD0-B8FD-ADDAF07224AB}"/>
                </a:ext>
              </a:extLst>
            </p:cNvPr>
            <p:cNvSpPr/>
            <p:nvPr/>
          </p:nvSpPr>
          <p:spPr>
            <a:xfrm>
              <a:off x="2981593" y="4044939"/>
              <a:ext cx="313901" cy="19610"/>
            </a:xfrm>
            <a:custGeom>
              <a:avLst/>
              <a:gdLst>
                <a:gd name="csX0" fmla="*/ 10300 w 313901"/>
                <a:gd name="csY0" fmla="*/ 192 h 19610"/>
                <a:gd name="csX1" fmla="*/ 304591 w 313901"/>
                <a:gd name="csY1" fmla="*/ 192 h 19610"/>
                <a:gd name="csX2" fmla="*/ 314396 w 313901"/>
                <a:gd name="csY2" fmla="*/ 9998 h 19610"/>
                <a:gd name="csX3" fmla="*/ 304591 w 313901"/>
                <a:gd name="csY3" fmla="*/ 19803 h 19610"/>
                <a:gd name="csX4" fmla="*/ 10300 w 313901"/>
                <a:gd name="csY4" fmla="*/ 19803 h 19610"/>
                <a:gd name="csX5" fmla="*/ 495 w 313901"/>
                <a:gd name="csY5" fmla="*/ 9998 h 19610"/>
                <a:gd name="csX6" fmla="*/ 10300 w 313901"/>
                <a:gd name="csY6" fmla="*/ 192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300" y="192"/>
                  </a:moveTo>
                  <a:lnTo>
                    <a:pt x="304591" y="192"/>
                  </a:lnTo>
                  <a:cubicBezTo>
                    <a:pt x="310006" y="192"/>
                    <a:pt x="314396" y="4582"/>
                    <a:pt x="314396" y="9998"/>
                  </a:cubicBezTo>
                  <a:cubicBezTo>
                    <a:pt x="314396" y="15413"/>
                    <a:pt x="310006" y="19803"/>
                    <a:pt x="304591" y="19803"/>
                  </a:cubicBezTo>
                  <a:lnTo>
                    <a:pt x="10300" y="19803"/>
                  </a:lnTo>
                  <a:cubicBezTo>
                    <a:pt x="4885" y="19803"/>
                    <a:pt x="495" y="15413"/>
                    <a:pt x="495" y="9998"/>
                  </a:cubicBezTo>
                  <a:cubicBezTo>
                    <a:pt x="495" y="4582"/>
                    <a:pt x="4885" y="192"/>
                    <a:pt x="10300" y="192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ACE7322-4C88-3DFF-9C67-12DE565B52CF}"/>
                </a:ext>
              </a:extLst>
            </p:cNvPr>
            <p:cNvSpPr/>
            <p:nvPr/>
          </p:nvSpPr>
          <p:spPr>
            <a:xfrm>
              <a:off x="2981593" y="4116876"/>
              <a:ext cx="313901" cy="19610"/>
            </a:xfrm>
            <a:custGeom>
              <a:avLst/>
              <a:gdLst>
                <a:gd name="csX0" fmla="*/ 10300 w 313901"/>
                <a:gd name="csY0" fmla="*/ 205 h 19610"/>
                <a:gd name="csX1" fmla="*/ 304591 w 313901"/>
                <a:gd name="csY1" fmla="*/ 205 h 19610"/>
                <a:gd name="csX2" fmla="*/ 314396 w 313901"/>
                <a:gd name="csY2" fmla="*/ 10010 h 19610"/>
                <a:gd name="csX3" fmla="*/ 304591 w 313901"/>
                <a:gd name="csY3" fmla="*/ 19816 h 19610"/>
                <a:gd name="csX4" fmla="*/ 10300 w 313901"/>
                <a:gd name="csY4" fmla="*/ 19816 h 19610"/>
                <a:gd name="csX5" fmla="*/ 495 w 313901"/>
                <a:gd name="csY5" fmla="*/ 10010 h 19610"/>
                <a:gd name="csX6" fmla="*/ 10300 w 313901"/>
                <a:gd name="csY6" fmla="*/ 205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300" y="205"/>
                  </a:moveTo>
                  <a:lnTo>
                    <a:pt x="304591" y="205"/>
                  </a:lnTo>
                  <a:cubicBezTo>
                    <a:pt x="310006" y="205"/>
                    <a:pt x="314396" y="4595"/>
                    <a:pt x="314396" y="10010"/>
                  </a:cubicBezTo>
                  <a:cubicBezTo>
                    <a:pt x="314396" y="15426"/>
                    <a:pt x="310006" y="19816"/>
                    <a:pt x="304591" y="19816"/>
                  </a:cubicBezTo>
                  <a:lnTo>
                    <a:pt x="10300" y="19816"/>
                  </a:lnTo>
                  <a:cubicBezTo>
                    <a:pt x="4885" y="19816"/>
                    <a:pt x="495" y="15426"/>
                    <a:pt x="495" y="10010"/>
                  </a:cubicBezTo>
                  <a:cubicBezTo>
                    <a:pt x="495" y="4595"/>
                    <a:pt x="4885" y="205"/>
                    <a:pt x="10300" y="205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49" name="Graphic 5">
            <a:extLst>
              <a:ext uri="{FF2B5EF4-FFF2-40B4-BE49-F238E27FC236}">
                <a16:creationId xmlns:a16="http://schemas.microsoft.com/office/drawing/2014/main" id="{F492EEEE-D250-517C-0917-828A07E5B3BB}"/>
              </a:ext>
            </a:extLst>
          </p:cNvPr>
          <p:cNvGrpSpPr/>
          <p:nvPr/>
        </p:nvGrpSpPr>
        <p:grpSpPr>
          <a:xfrm>
            <a:off x="2172570" y="3194269"/>
            <a:ext cx="552061" cy="462165"/>
            <a:chOff x="2172570" y="3194269"/>
            <a:chExt cx="552061" cy="462165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9019CF0-9D9E-A6BE-BF17-B71409F991BB}"/>
                </a:ext>
              </a:extLst>
            </p:cNvPr>
            <p:cNvSpPr/>
            <p:nvPr/>
          </p:nvSpPr>
          <p:spPr>
            <a:xfrm rot="1200000">
              <a:off x="2213172" y="3265128"/>
              <a:ext cx="470858" cy="320448"/>
            </a:xfrm>
            <a:custGeom>
              <a:avLst/>
              <a:gdLst>
                <a:gd name="csX0" fmla="*/ 436612 w 470858"/>
                <a:gd name="csY0" fmla="*/ 57 h 320448"/>
                <a:gd name="csX1" fmla="*/ 471220 w 470858"/>
                <a:gd name="csY1" fmla="*/ 57 h 320448"/>
                <a:gd name="csX2" fmla="*/ 471220 w 470858"/>
                <a:gd name="csY2" fmla="*/ 320505 h 320448"/>
                <a:gd name="csX3" fmla="*/ 436612 w 470858"/>
                <a:gd name="csY3" fmla="*/ 320505 h 320448"/>
                <a:gd name="csX4" fmla="*/ 34969 w 470858"/>
                <a:gd name="csY4" fmla="*/ 320505 h 320448"/>
                <a:gd name="csX5" fmla="*/ 362 w 470858"/>
                <a:gd name="csY5" fmla="*/ 320505 h 320448"/>
                <a:gd name="csX6" fmla="*/ 362 w 470858"/>
                <a:gd name="csY6" fmla="*/ 57 h 320448"/>
                <a:gd name="csX7" fmla="*/ 34969 w 470858"/>
                <a:gd name="csY7" fmla="*/ 57 h 3204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70858" h="320448">
                  <a:moveTo>
                    <a:pt x="436612" y="57"/>
                  </a:moveTo>
                  <a:cubicBezTo>
                    <a:pt x="455725" y="57"/>
                    <a:pt x="471220" y="57"/>
                    <a:pt x="471220" y="57"/>
                  </a:cubicBezTo>
                  <a:lnTo>
                    <a:pt x="471220" y="320505"/>
                  </a:lnTo>
                  <a:cubicBezTo>
                    <a:pt x="471220" y="320505"/>
                    <a:pt x="455725" y="320505"/>
                    <a:pt x="436612" y="320505"/>
                  </a:cubicBezTo>
                  <a:lnTo>
                    <a:pt x="34969" y="320505"/>
                  </a:lnTo>
                  <a:cubicBezTo>
                    <a:pt x="15856" y="320505"/>
                    <a:pt x="362" y="320505"/>
                    <a:pt x="362" y="320505"/>
                  </a:cubicBezTo>
                  <a:lnTo>
                    <a:pt x="362" y="57"/>
                  </a:lnTo>
                  <a:cubicBezTo>
                    <a:pt x="362" y="57"/>
                    <a:pt x="15856" y="57"/>
                    <a:pt x="34969" y="57"/>
                  </a:cubicBezTo>
                  <a:close/>
                </a:path>
              </a:pathLst>
            </a:custGeom>
            <a:solidFill>
              <a:srgbClr val="F2F2F2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448BFD4B-ECF5-0317-EE37-827D5C9CDAD3}"/>
                </a:ext>
              </a:extLst>
            </p:cNvPr>
            <p:cNvSpPr/>
            <p:nvPr/>
          </p:nvSpPr>
          <p:spPr>
            <a:xfrm rot="1200000">
              <a:off x="2213174" y="3265127"/>
              <a:ext cx="470852" cy="320436"/>
            </a:xfrm>
            <a:custGeom>
              <a:avLst/>
              <a:gdLst>
                <a:gd name="csX0" fmla="*/ 19973 w 470852"/>
                <a:gd name="csY0" fmla="*/ 9863 h 320436"/>
                <a:gd name="csX1" fmla="*/ 10167 w 470852"/>
                <a:gd name="csY1" fmla="*/ 19668 h 320436"/>
                <a:gd name="csX2" fmla="*/ 10167 w 470852"/>
                <a:gd name="csY2" fmla="*/ 300883 h 320436"/>
                <a:gd name="csX3" fmla="*/ 19973 w 470852"/>
                <a:gd name="csY3" fmla="*/ 310688 h 320436"/>
                <a:gd name="csX4" fmla="*/ 451603 w 470852"/>
                <a:gd name="csY4" fmla="*/ 310688 h 320436"/>
                <a:gd name="csX5" fmla="*/ 461409 w 470852"/>
                <a:gd name="csY5" fmla="*/ 300883 h 320436"/>
                <a:gd name="csX6" fmla="*/ 461409 w 470852"/>
                <a:gd name="csY6" fmla="*/ 19668 h 320436"/>
                <a:gd name="csX7" fmla="*/ 451603 w 470852"/>
                <a:gd name="csY7" fmla="*/ 9863 h 320436"/>
                <a:gd name="csX8" fmla="*/ 19973 w 470852"/>
                <a:gd name="csY8" fmla="*/ 9863 h 320436"/>
                <a:gd name="csX9" fmla="*/ 19973 w 470852"/>
                <a:gd name="csY9" fmla="*/ 57 h 320436"/>
                <a:gd name="csX10" fmla="*/ 451603 w 470852"/>
                <a:gd name="csY10" fmla="*/ 57 h 320436"/>
                <a:gd name="csX11" fmla="*/ 471214 w 470852"/>
                <a:gd name="csY11" fmla="*/ 19668 h 320436"/>
                <a:gd name="csX12" fmla="*/ 471214 w 470852"/>
                <a:gd name="csY12" fmla="*/ 300883 h 320436"/>
                <a:gd name="csX13" fmla="*/ 451603 w 470852"/>
                <a:gd name="csY13" fmla="*/ 320494 h 320436"/>
                <a:gd name="csX14" fmla="*/ 19973 w 470852"/>
                <a:gd name="csY14" fmla="*/ 320494 h 320436"/>
                <a:gd name="csX15" fmla="*/ 362 w 470852"/>
                <a:gd name="csY15" fmla="*/ 300883 h 320436"/>
                <a:gd name="csX16" fmla="*/ 362 w 470852"/>
                <a:gd name="csY16" fmla="*/ 19668 h 320436"/>
                <a:gd name="csX17" fmla="*/ 19973 w 470852"/>
                <a:gd name="csY17" fmla="*/ 57 h 3204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70852" h="320436">
                  <a:moveTo>
                    <a:pt x="19973" y="9863"/>
                  </a:moveTo>
                  <a:cubicBezTo>
                    <a:pt x="14557" y="9863"/>
                    <a:pt x="10167" y="14253"/>
                    <a:pt x="10167" y="19668"/>
                  </a:cubicBezTo>
                  <a:lnTo>
                    <a:pt x="10167" y="300883"/>
                  </a:lnTo>
                  <a:cubicBezTo>
                    <a:pt x="10167" y="306298"/>
                    <a:pt x="14557" y="310688"/>
                    <a:pt x="19973" y="310688"/>
                  </a:cubicBezTo>
                  <a:lnTo>
                    <a:pt x="451603" y="310688"/>
                  </a:lnTo>
                  <a:cubicBezTo>
                    <a:pt x="457018" y="310688"/>
                    <a:pt x="461409" y="306298"/>
                    <a:pt x="461409" y="300883"/>
                  </a:cubicBezTo>
                  <a:lnTo>
                    <a:pt x="461409" y="19668"/>
                  </a:lnTo>
                  <a:cubicBezTo>
                    <a:pt x="461409" y="14253"/>
                    <a:pt x="457018" y="9863"/>
                    <a:pt x="451603" y="9863"/>
                  </a:cubicBezTo>
                  <a:lnTo>
                    <a:pt x="19973" y="9863"/>
                  </a:lnTo>
                  <a:moveTo>
                    <a:pt x="19973" y="57"/>
                  </a:moveTo>
                  <a:lnTo>
                    <a:pt x="451603" y="57"/>
                  </a:lnTo>
                  <a:cubicBezTo>
                    <a:pt x="462434" y="57"/>
                    <a:pt x="471214" y="8837"/>
                    <a:pt x="471214" y="19668"/>
                  </a:cubicBezTo>
                  <a:lnTo>
                    <a:pt x="471214" y="300883"/>
                  </a:lnTo>
                  <a:cubicBezTo>
                    <a:pt x="471214" y="311714"/>
                    <a:pt x="462434" y="320494"/>
                    <a:pt x="451603" y="320494"/>
                  </a:cubicBezTo>
                  <a:lnTo>
                    <a:pt x="19973" y="320494"/>
                  </a:lnTo>
                  <a:cubicBezTo>
                    <a:pt x="9142" y="320494"/>
                    <a:pt x="362" y="311714"/>
                    <a:pt x="362" y="300883"/>
                  </a:cubicBezTo>
                  <a:lnTo>
                    <a:pt x="362" y="19668"/>
                  </a:lnTo>
                  <a:cubicBezTo>
                    <a:pt x="362" y="8837"/>
                    <a:pt x="9142" y="57"/>
                    <a:pt x="19973" y="57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AEF41F8D-A026-EB69-A62E-C89FFA9ABFC3}"/>
                </a:ext>
              </a:extLst>
            </p:cNvPr>
            <p:cNvSpPr/>
            <p:nvPr/>
          </p:nvSpPr>
          <p:spPr>
            <a:xfrm rot="1200000">
              <a:off x="2316255" y="3347945"/>
              <a:ext cx="313901" cy="19610"/>
            </a:xfrm>
            <a:custGeom>
              <a:avLst/>
              <a:gdLst>
                <a:gd name="csX0" fmla="*/ 10185 w 313901"/>
                <a:gd name="csY0" fmla="*/ 72 h 19610"/>
                <a:gd name="csX1" fmla="*/ 304476 w 313901"/>
                <a:gd name="csY1" fmla="*/ 72 h 19610"/>
                <a:gd name="csX2" fmla="*/ 314281 w 313901"/>
                <a:gd name="csY2" fmla="*/ 9877 h 19610"/>
                <a:gd name="csX3" fmla="*/ 304476 w 313901"/>
                <a:gd name="csY3" fmla="*/ 19682 h 19610"/>
                <a:gd name="csX4" fmla="*/ 10185 w 313901"/>
                <a:gd name="csY4" fmla="*/ 19682 h 19610"/>
                <a:gd name="csX5" fmla="*/ 380 w 313901"/>
                <a:gd name="csY5" fmla="*/ 9877 h 19610"/>
                <a:gd name="csX6" fmla="*/ 10185 w 313901"/>
                <a:gd name="csY6" fmla="*/ 72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185" y="72"/>
                  </a:moveTo>
                  <a:lnTo>
                    <a:pt x="304476" y="72"/>
                  </a:lnTo>
                  <a:cubicBezTo>
                    <a:pt x="309891" y="72"/>
                    <a:pt x="314281" y="4462"/>
                    <a:pt x="314281" y="9877"/>
                  </a:cubicBezTo>
                  <a:cubicBezTo>
                    <a:pt x="314281" y="15292"/>
                    <a:pt x="309891" y="19682"/>
                    <a:pt x="304476" y="19682"/>
                  </a:cubicBezTo>
                  <a:lnTo>
                    <a:pt x="10185" y="19682"/>
                  </a:lnTo>
                  <a:cubicBezTo>
                    <a:pt x="4770" y="19682"/>
                    <a:pt x="380" y="15292"/>
                    <a:pt x="380" y="9877"/>
                  </a:cubicBezTo>
                  <a:cubicBezTo>
                    <a:pt x="380" y="4462"/>
                    <a:pt x="4770" y="72"/>
                    <a:pt x="10185" y="72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2B4F0F41-3978-942D-FFB4-1E4725EE13E8}"/>
                </a:ext>
              </a:extLst>
            </p:cNvPr>
            <p:cNvSpPr/>
            <p:nvPr/>
          </p:nvSpPr>
          <p:spPr>
            <a:xfrm rot="1200000">
              <a:off x="2291651" y="3415544"/>
              <a:ext cx="313901" cy="19610"/>
            </a:xfrm>
            <a:custGeom>
              <a:avLst/>
              <a:gdLst>
                <a:gd name="csX0" fmla="*/ 10181 w 313901"/>
                <a:gd name="csY0" fmla="*/ 83 h 19610"/>
                <a:gd name="csX1" fmla="*/ 304471 w 313901"/>
                <a:gd name="csY1" fmla="*/ 83 h 19610"/>
                <a:gd name="csX2" fmla="*/ 314277 w 313901"/>
                <a:gd name="csY2" fmla="*/ 9889 h 19610"/>
                <a:gd name="csX3" fmla="*/ 304471 w 313901"/>
                <a:gd name="csY3" fmla="*/ 19694 h 19610"/>
                <a:gd name="csX4" fmla="*/ 10181 w 313901"/>
                <a:gd name="csY4" fmla="*/ 19694 h 19610"/>
                <a:gd name="csX5" fmla="*/ 375 w 313901"/>
                <a:gd name="csY5" fmla="*/ 9889 h 19610"/>
                <a:gd name="csX6" fmla="*/ 10181 w 313901"/>
                <a:gd name="csY6" fmla="*/ 83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181" y="83"/>
                  </a:moveTo>
                  <a:lnTo>
                    <a:pt x="304471" y="83"/>
                  </a:lnTo>
                  <a:cubicBezTo>
                    <a:pt x="309887" y="83"/>
                    <a:pt x="314277" y="4473"/>
                    <a:pt x="314277" y="9889"/>
                  </a:cubicBezTo>
                  <a:cubicBezTo>
                    <a:pt x="314277" y="15304"/>
                    <a:pt x="309887" y="19694"/>
                    <a:pt x="304471" y="19694"/>
                  </a:cubicBezTo>
                  <a:lnTo>
                    <a:pt x="10181" y="19694"/>
                  </a:lnTo>
                  <a:cubicBezTo>
                    <a:pt x="4765" y="19694"/>
                    <a:pt x="375" y="15304"/>
                    <a:pt x="375" y="9889"/>
                  </a:cubicBezTo>
                  <a:cubicBezTo>
                    <a:pt x="375" y="4473"/>
                    <a:pt x="4765" y="83"/>
                    <a:pt x="10181" y="83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2784C03-DF51-6122-F044-36FF87BBE622}"/>
                </a:ext>
              </a:extLst>
            </p:cNvPr>
            <p:cNvSpPr/>
            <p:nvPr/>
          </p:nvSpPr>
          <p:spPr>
            <a:xfrm rot="1200000">
              <a:off x="2267047" y="3483143"/>
              <a:ext cx="313901" cy="19610"/>
            </a:xfrm>
            <a:custGeom>
              <a:avLst/>
              <a:gdLst>
                <a:gd name="csX0" fmla="*/ 10176 w 313901"/>
                <a:gd name="csY0" fmla="*/ 95 h 19610"/>
                <a:gd name="csX1" fmla="*/ 304467 w 313901"/>
                <a:gd name="csY1" fmla="*/ 95 h 19610"/>
                <a:gd name="csX2" fmla="*/ 314273 w 313901"/>
                <a:gd name="csY2" fmla="*/ 9900 h 19610"/>
                <a:gd name="csX3" fmla="*/ 304467 w 313901"/>
                <a:gd name="csY3" fmla="*/ 19706 h 19610"/>
                <a:gd name="csX4" fmla="*/ 10176 w 313901"/>
                <a:gd name="csY4" fmla="*/ 19706 h 19610"/>
                <a:gd name="csX5" fmla="*/ 371 w 313901"/>
                <a:gd name="csY5" fmla="*/ 9900 h 19610"/>
                <a:gd name="csX6" fmla="*/ 10176 w 313901"/>
                <a:gd name="csY6" fmla="*/ 95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176" y="95"/>
                  </a:moveTo>
                  <a:lnTo>
                    <a:pt x="304467" y="95"/>
                  </a:lnTo>
                  <a:cubicBezTo>
                    <a:pt x="309883" y="95"/>
                    <a:pt x="314273" y="4485"/>
                    <a:pt x="314273" y="9900"/>
                  </a:cubicBezTo>
                  <a:cubicBezTo>
                    <a:pt x="314273" y="15316"/>
                    <a:pt x="309883" y="19706"/>
                    <a:pt x="304467" y="19706"/>
                  </a:cubicBezTo>
                  <a:lnTo>
                    <a:pt x="10176" y="19706"/>
                  </a:lnTo>
                  <a:cubicBezTo>
                    <a:pt x="4761" y="19706"/>
                    <a:pt x="371" y="15316"/>
                    <a:pt x="371" y="9900"/>
                  </a:cubicBezTo>
                  <a:cubicBezTo>
                    <a:pt x="371" y="4485"/>
                    <a:pt x="4761" y="95"/>
                    <a:pt x="10176" y="95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55" name="Graphic 5">
            <a:extLst>
              <a:ext uri="{FF2B5EF4-FFF2-40B4-BE49-F238E27FC236}">
                <a16:creationId xmlns:a16="http://schemas.microsoft.com/office/drawing/2014/main" id="{186FD12A-3C71-AFD2-289B-1F20343B6017}"/>
              </a:ext>
            </a:extLst>
          </p:cNvPr>
          <p:cNvGrpSpPr/>
          <p:nvPr/>
        </p:nvGrpSpPr>
        <p:grpSpPr>
          <a:xfrm>
            <a:off x="819149" y="3104901"/>
            <a:ext cx="472969" cy="320886"/>
            <a:chOff x="819149" y="3104901"/>
            <a:chExt cx="472969" cy="320886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813DF833-50A5-481A-83B0-9DD7BDAF4A68}"/>
                </a:ext>
              </a:extLst>
            </p:cNvPr>
            <p:cNvSpPr/>
            <p:nvPr/>
          </p:nvSpPr>
          <p:spPr>
            <a:xfrm>
              <a:off x="819149" y="3108552"/>
              <a:ext cx="472969" cy="317235"/>
            </a:xfrm>
            <a:custGeom>
              <a:avLst/>
              <a:gdLst>
                <a:gd name="csX0" fmla="*/ 438482 w 472969"/>
                <a:gd name="csY0" fmla="*/ 30 h 317235"/>
                <a:gd name="csX1" fmla="*/ 473089 w 472969"/>
                <a:gd name="csY1" fmla="*/ 30 h 317235"/>
                <a:gd name="csX2" fmla="*/ 473089 w 472969"/>
                <a:gd name="csY2" fmla="*/ 317265 h 317235"/>
                <a:gd name="csX3" fmla="*/ 438482 w 472969"/>
                <a:gd name="csY3" fmla="*/ 317265 h 317235"/>
                <a:gd name="csX4" fmla="*/ 34727 w 472969"/>
                <a:gd name="csY4" fmla="*/ 317265 h 317235"/>
                <a:gd name="csX5" fmla="*/ 120 w 472969"/>
                <a:gd name="csY5" fmla="*/ 317265 h 317235"/>
                <a:gd name="csX6" fmla="*/ 120 w 472969"/>
                <a:gd name="csY6" fmla="*/ 30 h 317235"/>
                <a:gd name="csX7" fmla="*/ 34727 w 472969"/>
                <a:gd name="csY7" fmla="*/ 30 h 3172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72969" h="317235">
                  <a:moveTo>
                    <a:pt x="438482" y="30"/>
                  </a:moveTo>
                  <a:cubicBezTo>
                    <a:pt x="457595" y="30"/>
                    <a:pt x="473089" y="30"/>
                    <a:pt x="473089" y="30"/>
                  </a:cubicBezTo>
                  <a:lnTo>
                    <a:pt x="473089" y="317265"/>
                  </a:lnTo>
                  <a:cubicBezTo>
                    <a:pt x="473089" y="317265"/>
                    <a:pt x="457595" y="317265"/>
                    <a:pt x="438482" y="317265"/>
                  </a:cubicBezTo>
                  <a:lnTo>
                    <a:pt x="34727" y="317265"/>
                  </a:lnTo>
                  <a:cubicBezTo>
                    <a:pt x="15614" y="317265"/>
                    <a:pt x="120" y="317265"/>
                    <a:pt x="120" y="317265"/>
                  </a:cubicBezTo>
                  <a:lnTo>
                    <a:pt x="120" y="30"/>
                  </a:lnTo>
                  <a:cubicBezTo>
                    <a:pt x="120" y="30"/>
                    <a:pt x="15614" y="30"/>
                    <a:pt x="34727" y="30"/>
                  </a:cubicBezTo>
                  <a:close/>
                </a:path>
              </a:pathLst>
            </a:custGeom>
            <a:solidFill>
              <a:srgbClr val="F2F2F2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751E96A-79D1-5F49-2C26-2F8B69D9C0D3}"/>
                </a:ext>
              </a:extLst>
            </p:cNvPr>
            <p:cNvSpPr/>
            <p:nvPr/>
          </p:nvSpPr>
          <p:spPr>
            <a:xfrm>
              <a:off x="820211" y="3104901"/>
              <a:ext cx="470852" cy="320436"/>
            </a:xfrm>
            <a:custGeom>
              <a:avLst/>
              <a:gdLst>
                <a:gd name="csX0" fmla="*/ 19731 w 470852"/>
                <a:gd name="csY0" fmla="*/ 9835 h 320436"/>
                <a:gd name="csX1" fmla="*/ 9926 w 470852"/>
                <a:gd name="csY1" fmla="*/ 19640 h 320436"/>
                <a:gd name="csX2" fmla="*/ 9926 w 470852"/>
                <a:gd name="csY2" fmla="*/ 300855 h 320436"/>
                <a:gd name="csX3" fmla="*/ 19731 w 470852"/>
                <a:gd name="csY3" fmla="*/ 310661 h 320436"/>
                <a:gd name="csX4" fmla="*/ 451362 w 470852"/>
                <a:gd name="csY4" fmla="*/ 310661 h 320436"/>
                <a:gd name="csX5" fmla="*/ 461167 w 470852"/>
                <a:gd name="csY5" fmla="*/ 300855 h 320436"/>
                <a:gd name="csX6" fmla="*/ 461167 w 470852"/>
                <a:gd name="csY6" fmla="*/ 19640 h 320436"/>
                <a:gd name="csX7" fmla="*/ 451362 w 470852"/>
                <a:gd name="csY7" fmla="*/ 9835 h 320436"/>
                <a:gd name="csX8" fmla="*/ 19731 w 470852"/>
                <a:gd name="csY8" fmla="*/ 9835 h 320436"/>
                <a:gd name="csX9" fmla="*/ 19731 w 470852"/>
                <a:gd name="csY9" fmla="*/ 29 h 320436"/>
                <a:gd name="csX10" fmla="*/ 451362 w 470852"/>
                <a:gd name="csY10" fmla="*/ 29 h 320436"/>
                <a:gd name="csX11" fmla="*/ 470973 w 470852"/>
                <a:gd name="csY11" fmla="*/ 19640 h 320436"/>
                <a:gd name="csX12" fmla="*/ 470973 w 470852"/>
                <a:gd name="csY12" fmla="*/ 300855 h 320436"/>
                <a:gd name="csX13" fmla="*/ 451362 w 470852"/>
                <a:gd name="csY13" fmla="*/ 320466 h 320436"/>
                <a:gd name="csX14" fmla="*/ 19731 w 470852"/>
                <a:gd name="csY14" fmla="*/ 320466 h 320436"/>
                <a:gd name="csX15" fmla="*/ 120 w 470852"/>
                <a:gd name="csY15" fmla="*/ 300855 h 320436"/>
                <a:gd name="csX16" fmla="*/ 120 w 470852"/>
                <a:gd name="csY16" fmla="*/ 19640 h 320436"/>
                <a:gd name="csX17" fmla="*/ 19731 w 470852"/>
                <a:gd name="csY17" fmla="*/ 29 h 3204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70852" h="320436">
                  <a:moveTo>
                    <a:pt x="19731" y="9835"/>
                  </a:moveTo>
                  <a:cubicBezTo>
                    <a:pt x="14316" y="9835"/>
                    <a:pt x="9926" y="14225"/>
                    <a:pt x="9926" y="19640"/>
                  </a:cubicBezTo>
                  <a:lnTo>
                    <a:pt x="9926" y="300855"/>
                  </a:lnTo>
                  <a:cubicBezTo>
                    <a:pt x="9926" y="306271"/>
                    <a:pt x="14316" y="310661"/>
                    <a:pt x="19731" y="310661"/>
                  </a:cubicBezTo>
                  <a:lnTo>
                    <a:pt x="451362" y="310661"/>
                  </a:lnTo>
                  <a:cubicBezTo>
                    <a:pt x="456777" y="310661"/>
                    <a:pt x="461167" y="306271"/>
                    <a:pt x="461167" y="300855"/>
                  </a:cubicBezTo>
                  <a:lnTo>
                    <a:pt x="461167" y="19640"/>
                  </a:lnTo>
                  <a:cubicBezTo>
                    <a:pt x="461167" y="14225"/>
                    <a:pt x="456777" y="9835"/>
                    <a:pt x="451362" y="9835"/>
                  </a:cubicBezTo>
                  <a:lnTo>
                    <a:pt x="19731" y="9835"/>
                  </a:lnTo>
                  <a:moveTo>
                    <a:pt x="19731" y="29"/>
                  </a:moveTo>
                  <a:lnTo>
                    <a:pt x="451362" y="29"/>
                  </a:lnTo>
                  <a:cubicBezTo>
                    <a:pt x="462192" y="29"/>
                    <a:pt x="470973" y="8810"/>
                    <a:pt x="470973" y="19640"/>
                  </a:cubicBezTo>
                  <a:lnTo>
                    <a:pt x="470973" y="300855"/>
                  </a:lnTo>
                  <a:cubicBezTo>
                    <a:pt x="470973" y="311686"/>
                    <a:pt x="462192" y="320466"/>
                    <a:pt x="451362" y="320466"/>
                  </a:cubicBezTo>
                  <a:lnTo>
                    <a:pt x="19731" y="320466"/>
                  </a:lnTo>
                  <a:cubicBezTo>
                    <a:pt x="8900" y="320466"/>
                    <a:pt x="120" y="311686"/>
                    <a:pt x="120" y="300855"/>
                  </a:cubicBezTo>
                  <a:lnTo>
                    <a:pt x="120" y="19640"/>
                  </a:lnTo>
                  <a:cubicBezTo>
                    <a:pt x="120" y="8810"/>
                    <a:pt x="8900" y="29"/>
                    <a:pt x="19731" y="29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8ABB9759-E4F7-9A3C-E9F8-36E2F618D98A}"/>
                </a:ext>
              </a:extLst>
            </p:cNvPr>
            <p:cNvSpPr/>
            <p:nvPr/>
          </p:nvSpPr>
          <p:spPr>
            <a:xfrm>
              <a:off x="898689" y="3183379"/>
              <a:ext cx="313901" cy="19610"/>
            </a:xfrm>
            <a:custGeom>
              <a:avLst/>
              <a:gdLst>
                <a:gd name="csX0" fmla="*/ 9939 w 313901"/>
                <a:gd name="csY0" fmla="*/ 43 h 19610"/>
                <a:gd name="csX1" fmla="*/ 304230 w 313901"/>
                <a:gd name="csY1" fmla="*/ 43 h 19610"/>
                <a:gd name="csX2" fmla="*/ 314035 w 313901"/>
                <a:gd name="csY2" fmla="*/ 9848 h 19610"/>
                <a:gd name="csX3" fmla="*/ 304230 w 313901"/>
                <a:gd name="csY3" fmla="*/ 19654 h 19610"/>
                <a:gd name="csX4" fmla="*/ 9939 w 313901"/>
                <a:gd name="csY4" fmla="*/ 19654 h 19610"/>
                <a:gd name="csX5" fmla="*/ 134 w 313901"/>
                <a:gd name="csY5" fmla="*/ 9848 h 19610"/>
                <a:gd name="csX6" fmla="*/ 9939 w 313901"/>
                <a:gd name="csY6" fmla="*/ 43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939" y="43"/>
                  </a:moveTo>
                  <a:lnTo>
                    <a:pt x="304230" y="43"/>
                  </a:lnTo>
                  <a:cubicBezTo>
                    <a:pt x="309645" y="43"/>
                    <a:pt x="314035" y="4433"/>
                    <a:pt x="314035" y="9848"/>
                  </a:cubicBezTo>
                  <a:cubicBezTo>
                    <a:pt x="314035" y="15264"/>
                    <a:pt x="309645" y="19654"/>
                    <a:pt x="304230" y="19654"/>
                  </a:cubicBezTo>
                  <a:lnTo>
                    <a:pt x="9939" y="19654"/>
                  </a:lnTo>
                  <a:cubicBezTo>
                    <a:pt x="4524" y="19654"/>
                    <a:pt x="134" y="15264"/>
                    <a:pt x="134" y="9848"/>
                  </a:cubicBezTo>
                  <a:cubicBezTo>
                    <a:pt x="134" y="4433"/>
                    <a:pt x="4524" y="43"/>
                    <a:pt x="9939" y="43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440F0143-2C32-835A-7DB6-87DBB5B067E9}"/>
                </a:ext>
              </a:extLst>
            </p:cNvPr>
            <p:cNvSpPr/>
            <p:nvPr/>
          </p:nvSpPr>
          <p:spPr>
            <a:xfrm>
              <a:off x="898689" y="3255317"/>
              <a:ext cx="313901" cy="19610"/>
            </a:xfrm>
            <a:custGeom>
              <a:avLst/>
              <a:gdLst>
                <a:gd name="csX0" fmla="*/ 9939 w 313901"/>
                <a:gd name="csY0" fmla="*/ 56 h 19610"/>
                <a:gd name="csX1" fmla="*/ 304230 w 313901"/>
                <a:gd name="csY1" fmla="*/ 56 h 19610"/>
                <a:gd name="csX2" fmla="*/ 314035 w 313901"/>
                <a:gd name="csY2" fmla="*/ 9861 h 19610"/>
                <a:gd name="csX3" fmla="*/ 304230 w 313901"/>
                <a:gd name="csY3" fmla="*/ 19666 h 19610"/>
                <a:gd name="csX4" fmla="*/ 9939 w 313901"/>
                <a:gd name="csY4" fmla="*/ 19666 h 19610"/>
                <a:gd name="csX5" fmla="*/ 134 w 313901"/>
                <a:gd name="csY5" fmla="*/ 9861 h 19610"/>
                <a:gd name="csX6" fmla="*/ 9939 w 313901"/>
                <a:gd name="csY6" fmla="*/ 56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939" y="56"/>
                  </a:moveTo>
                  <a:lnTo>
                    <a:pt x="304230" y="56"/>
                  </a:lnTo>
                  <a:cubicBezTo>
                    <a:pt x="309645" y="56"/>
                    <a:pt x="314035" y="4446"/>
                    <a:pt x="314035" y="9861"/>
                  </a:cubicBezTo>
                  <a:cubicBezTo>
                    <a:pt x="314035" y="15276"/>
                    <a:pt x="309645" y="19666"/>
                    <a:pt x="304230" y="19666"/>
                  </a:cubicBezTo>
                  <a:lnTo>
                    <a:pt x="9939" y="19666"/>
                  </a:lnTo>
                  <a:cubicBezTo>
                    <a:pt x="4524" y="19666"/>
                    <a:pt x="134" y="15276"/>
                    <a:pt x="134" y="9861"/>
                  </a:cubicBezTo>
                  <a:cubicBezTo>
                    <a:pt x="134" y="4446"/>
                    <a:pt x="4524" y="56"/>
                    <a:pt x="9939" y="56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EC92B87-F85D-D789-D638-332FD29BF908}"/>
                </a:ext>
              </a:extLst>
            </p:cNvPr>
            <p:cNvSpPr/>
            <p:nvPr/>
          </p:nvSpPr>
          <p:spPr>
            <a:xfrm>
              <a:off x="898689" y="3327254"/>
              <a:ext cx="313901" cy="19610"/>
            </a:xfrm>
            <a:custGeom>
              <a:avLst/>
              <a:gdLst>
                <a:gd name="csX0" fmla="*/ 9939 w 313901"/>
                <a:gd name="csY0" fmla="*/ 68 h 19610"/>
                <a:gd name="csX1" fmla="*/ 304230 w 313901"/>
                <a:gd name="csY1" fmla="*/ 68 h 19610"/>
                <a:gd name="csX2" fmla="*/ 314035 w 313901"/>
                <a:gd name="csY2" fmla="*/ 9873 h 19610"/>
                <a:gd name="csX3" fmla="*/ 304230 w 313901"/>
                <a:gd name="csY3" fmla="*/ 19679 h 19610"/>
                <a:gd name="csX4" fmla="*/ 9939 w 313901"/>
                <a:gd name="csY4" fmla="*/ 19679 h 19610"/>
                <a:gd name="csX5" fmla="*/ 134 w 313901"/>
                <a:gd name="csY5" fmla="*/ 9873 h 19610"/>
                <a:gd name="csX6" fmla="*/ 9939 w 313901"/>
                <a:gd name="csY6" fmla="*/ 68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939" y="68"/>
                  </a:moveTo>
                  <a:lnTo>
                    <a:pt x="304230" y="68"/>
                  </a:lnTo>
                  <a:cubicBezTo>
                    <a:pt x="309645" y="68"/>
                    <a:pt x="314035" y="4458"/>
                    <a:pt x="314035" y="9873"/>
                  </a:cubicBezTo>
                  <a:cubicBezTo>
                    <a:pt x="314035" y="15289"/>
                    <a:pt x="309645" y="19679"/>
                    <a:pt x="304230" y="19679"/>
                  </a:cubicBezTo>
                  <a:lnTo>
                    <a:pt x="9939" y="19679"/>
                  </a:lnTo>
                  <a:cubicBezTo>
                    <a:pt x="4524" y="19679"/>
                    <a:pt x="134" y="15289"/>
                    <a:pt x="134" y="9873"/>
                  </a:cubicBezTo>
                  <a:cubicBezTo>
                    <a:pt x="134" y="4458"/>
                    <a:pt x="4524" y="68"/>
                    <a:pt x="9939" y="68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61" name="Graphic 5">
            <a:extLst>
              <a:ext uri="{FF2B5EF4-FFF2-40B4-BE49-F238E27FC236}">
                <a16:creationId xmlns:a16="http://schemas.microsoft.com/office/drawing/2014/main" id="{8C57FA79-5F22-1166-4283-CEF2E5005C43}"/>
              </a:ext>
            </a:extLst>
          </p:cNvPr>
          <p:cNvGrpSpPr/>
          <p:nvPr/>
        </p:nvGrpSpPr>
        <p:grpSpPr>
          <a:xfrm>
            <a:off x="1516472" y="2958011"/>
            <a:ext cx="494490" cy="467548"/>
            <a:chOff x="1516472" y="2958011"/>
            <a:chExt cx="494490" cy="467548"/>
          </a:xfrm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B15FE13-EFE9-2B43-1DBA-DA854DC6EDF3}"/>
                </a:ext>
              </a:extLst>
            </p:cNvPr>
            <p:cNvSpPr/>
            <p:nvPr/>
          </p:nvSpPr>
          <p:spPr>
            <a:xfrm rot="361440">
              <a:off x="1537745" y="2958011"/>
              <a:ext cx="473217" cy="467446"/>
            </a:xfrm>
            <a:custGeom>
              <a:avLst/>
              <a:gdLst>
                <a:gd name="csX0" fmla="*/ 438833 w 473217"/>
                <a:gd name="csY0" fmla="*/ 4 h 467446"/>
                <a:gd name="csX1" fmla="*/ 473458 w 473217"/>
                <a:gd name="csY1" fmla="*/ 4 h 467446"/>
                <a:gd name="csX2" fmla="*/ 473458 w 473217"/>
                <a:gd name="csY2" fmla="*/ 467451 h 467446"/>
                <a:gd name="csX3" fmla="*/ 438833 w 473217"/>
                <a:gd name="csY3" fmla="*/ 467451 h 467446"/>
                <a:gd name="csX4" fmla="*/ 34867 w 473217"/>
                <a:gd name="csY4" fmla="*/ 467451 h 467446"/>
                <a:gd name="csX5" fmla="*/ 241 w 473217"/>
                <a:gd name="csY5" fmla="*/ 467451 h 467446"/>
                <a:gd name="csX6" fmla="*/ 241 w 473217"/>
                <a:gd name="csY6" fmla="*/ 4 h 467446"/>
                <a:gd name="csX7" fmla="*/ 34867 w 473217"/>
                <a:gd name="csY7" fmla="*/ 4 h 4674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73217" h="467446">
                  <a:moveTo>
                    <a:pt x="438833" y="4"/>
                  </a:moveTo>
                  <a:cubicBezTo>
                    <a:pt x="457956" y="4"/>
                    <a:pt x="473458" y="4"/>
                    <a:pt x="473458" y="4"/>
                  </a:cubicBezTo>
                  <a:lnTo>
                    <a:pt x="473458" y="467451"/>
                  </a:lnTo>
                  <a:cubicBezTo>
                    <a:pt x="473458" y="467451"/>
                    <a:pt x="457956" y="467451"/>
                    <a:pt x="438833" y="467451"/>
                  </a:cubicBezTo>
                  <a:lnTo>
                    <a:pt x="34867" y="467451"/>
                  </a:lnTo>
                  <a:cubicBezTo>
                    <a:pt x="15743" y="467451"/>
                    <a:pt x="241" y="467451"/>
                    <a:pt x="241" y="467451"/>
                  </a:cubicBezTo>
                  <a:lnTo>
                    <a:pt x="241" y="4"/>
                  </a:lnTo>
                  <a:cubicBezTo>
                    <a:pt x="241" y="4"/>
                    <a:pt x="15743" y="4"/>
                    <a:pt x="34867" y="4"/>
                  </a:cubicBezTo>
                  <a:close/>
                </a:path>
              </a:pathLst>
            </a:custGeom>
            <a:solidFill>
              <a:srgbClr val="F2F2F2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C3D2C397-4AE6-285B-DD72-9BA387E8AB4A}"/>
                </a:ext>
              </a:extLst>
            </p:cNvPr>
            <p:cNvSpPr/>
            <p:nvPr/>
          </p:nvSpPr>
          <p:spPr>
            <a:xfrm rot="361440">
              <a:off x="1516472" y="2960999"/>
              <a:ext cx="471099" cy="464560"/>
            </a:xfrm>
            <a:custGeom>
              <a:avLst/>
              <a:gdLst>
                <a:gd name="csX0" fmla="*/ 19862 w 471099"/>
                <a:gd name="csY0" fmla="*/ 9815 h 464560"/>
                <a:gd name="csX1" fmla="*/ 10052 w 471099"/>
                <a:gd name="csY1" fmla="*/ 19626 h 464560"/>
                <a:gd name="csX2" fmla="*/ 10052 w 471099"/>
                <a:gd name="csY2" fmla="*/ 444944 h 464560"/>
                <a:gd name="csX3" fmla="*/ 19862 w 471099"/>
                <a:gd name="csY3" fmla="*/ 454755 h 464560"/>
                <a:gd name="csX4" fmla="*/ 451719 w 471099"/>
                <a:gd name="csY4" fmla="*/ 454755 h 464560"/>
                <a:gd name="csX5" fmla="*/ 461530 w 471099"/>
                <a:gd name="csY5" fmla="*/ 444944 h 464560"/>
                <a:gd name="csX6" fmla="*/ 461530 w 471099"/>
                <a:gd name="csY6" fmla="*/ 19626 h 464560"/>
                <a:gd name="csX7" fmla="*/ 451719 w 471099"/>
                <a:gd name="csY7" fmla="*/ 9815 h 464560"/>
                <a:gd name="csX8" fmla="*/ 19862 w 471099"/>
                <a:gd name="csY8" fmla="*/ 9815 h 464560"/>
                <a:gd name="csX9" fmla="*/ 19862 w 471099"/>
                <a:gd name="csY9" fmla="*/ 4 h 464560"/>
                <a:gd name="csX10" fmla="*/ 451719 w 471099"/>
                <a:gd name="csY10" fmla="*/ 4 h 464560"/>
                <a:gd name="csX11" fmla="*/ 471340 w 471099"/>
                <a:gd name="csY11" fmla="*/ 19626 h 464560"/>
                <a:gd name="csX12" fmla="*/ 471340 w 471099"/>
                <a:gd name="csY12" fmla="*/ 444944 h 464560"/>
                <a:gd name="csX13" fmla="*/ 451719 w 471099"/>
                <a:gd name="csY13" fmla="*/ 464565 h 464560"/>
                <a:gd name="csX14" fmla="*/ 19862 w 471099"/>
                <a:gd name="csY14" fmla="*/ 464565 h 464560"/>
                <a:gd name="csX15" fmla="*/ 241 w 471099"/>
                <a:gd name="csY15" fmla="*/ 444944 h 464560"/>
                <a:gd name="csX16" fmla="*/ 241 w 471099"/>
                <a:gd name="csY16" fmla="*/ 19626 h 464560"/>
                <a:gd name="csX17" fmla="*/ 19862 w 471099"/>
                <a:gd name="csY17" fmla="*/ 4 h 4645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71099" h="464560">
                  <a:moveTo>
                    <a:pt x="19862" y="9815"/>
                  </a:moveTo>
                  <a:cubicBezTo>
                    <a:pt x="14444" y="9815"/>
                    <a:pt x="10052" y="14207"/>
                    <a:pt x="10052" y="19626"/>
                  </a:cubicBezTo>
                  <a:lnTo>
                    <a:pt x="10052" y="444944"/>
                  </a:lnTo>
                  <a:cubicBezTo>
                    <a:pt x="10052" y="450363"/>
                    <a:pt x="14444" y="454755"/>
                    <a:pt x="19862" y="454755"/>
                  </a:cubicBezTo>
                  <a:lnTo>
                    <a:pt x="451719" y="454755"/>
                  </a:lnTo>
                  <a:cubicBezTo>
                    <a:pt x="457137" y="454755"/>
                    <a:pt x="461530" y="450363"/>
                    <a:pt x="461530" y="444944"/>
                  </a:cubicBezTo>
                  <a:lnTo>
                    <a:pt x="461530" y="19626"/>
                  </a:lnTo>
                  <a:cubicBezTo>
                    <a:pt x="461530" y="14207"/>
                    <a:pt x="457137" y="9815"/>
                    <a:pt x="451719" y="9815"/>
                  </a:cubicBezTo>
                  <a:lnTo>
                    <a:pt x="19862" y="9815"/>
                  </a:lnTo>
                  <a:moveTo>
                    <a:pt x="19862" y="4"/>
                  </a:moveTo>
                  <a:lnTo>
                    <a:pt x="451719" y="4"/>
                  </a:lnTo>
                  <a:cubicBezTo>
                    <a:pt x="462556" y="4"/>
                    <a:pt x="471340" y="8789"/>
                    <a:pt x="471340" y="19626"/>
                  </a:cubicBezTo>
                  <a:lnTo>
                    <a:pt x="471340" y="444944"/>
                  </a:lnTo>
                  <a:cubicBezTo>
                    <a:pt x="471340" y="455781"/>
                    <a:pt x="462556" y="464565"/>
                    <a:pt x="451719" y="464565"/>
                  </a:cubicBezTo>
                  <a:lnTo>
                    <a:pt x="19862" y="464565"/>
                  </a:lnTo>
                  <a:cubicBezTo>
                    <a:pt x="9026" y="464565"/>
                    <a:pt x="241" y="455781"/>
                    <a:pt x="241" y="444944"/>
                  </a:cubicBezTo>
                  <a:lnTo>
                    <a:pt x="241" y="19626"/>
                  </a:lnTo>
                  <a:cubicBezTo>
                    <a:pt x="241" y="8789"/>
                    <a:pt x="9026" y="4"/>
                    <a:pt x="19862" y="4"/>
                  </a:cubicBezTo>
                  <a:close/>
                </a:path>
              </a:pathLst>
            </a:custGeom>
            <a:solidFill>
              <a:srgbClr val="E6E6E6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E6B61FC-F52A-F25D-79DF-B8BF29AAE5EE}"/>
                </a:ext>
              </a:extLst>
            </p:cNvPr>
            <p:cNvSpPr/>
            <p:nvPr/>
          </p:nvSpPr>
          <p:spPr>
            <a:xfrm rot="361440">
              <a:off x="1610099" y="3040308"/>
              <a:ext cx="314066" cy="19621"/>
            </a:xfrm>
            <a:custGeom>
              <a:avLst/>
              <a:gdLst>
                <a:gd name="csX0" fmla="*/ 10068 w 314066"/>
                <a:gd name="csY0" fmla="*/ 18 h 19621"/>
                <a:gd name="csX1" fmla="*/ 304513 w 314066"/>
                <a:gd name="csY1" fmla="*/ 18 h 19621"/>
                <a:gd name="csX2" fmla="*/ 314323 w 314066"/>
                <a:gd name="csY2" fmla="*/ 9829 h 19621"/>
                <a:gd name="csX3" fmla="*/ 304513 w 314066"/>
                <a:gd name="csY3" fmla="*/ 19639 h 19621"/>
                <a:gd name="csX4" fmla="*/ 10068 w 314066"/>
                <a:gd name="csY4" fmla="*/ 19639 h 19621"/>
                <a:gd name="csX5" fmla="*/ 257 w 314066"/>
                <a:gd name="csY5" fmla="*/ 9829 h 19621"/>
                <a:gd name="csX6" fmla="*/ 10068 w 314066"/>
                <a:gd name="csY6" fmla="*/ 18 h 1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4066" h="19621">
                  <a:moveTo>
                    <a:pt x="10068" y="18"/>
                  </a:moveTo>
                  <a:lnTo>
                    <a:pt x="304513" y="18"/>
                  </a:lnTo>
                  <a:cubicBezTo>
                    <a:pt x="309931" y="18"/>
                    <a:pt x="314323" y="4411"/>
                    <a:pt x="314323" y="9829"/>
                  </a:cubicBezTo>
                  <a:cubicBezTo>
                    <a:pt x="314323" y="15247"/>
                    <a:pt x="309931" y="19639"/>
                    <a:pt x="304513" y="19639"/>
                  </a:cubicBezTo>
                  <a:lnTo>
                    <a:pt x="10068" y="19639"/>
                  </a:lnTo>
                  <a:cubicBezTo>
                    <a:pt x="4650" y="19639"/>
                    <a:pt x="257" y="15247"/>
                    <a:pt x="257" y="9829"/>
                  </a:cubicBezTo>
                  <a:cubicBezTo>
                    <a:pt x="257" y="4411"/>
                    <a:pt x="4650" y="18"/>
                    <a:pt x="10068" y="18"/>
                  </a:cubicBezTo>
                  <a:close/>
                </a:path>
              </a:pathLst>
            </a:custGeom>
            <a:solidFill>
              <a:srgbClr val="6C63FF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A0CB7344-0E1D-B8A9-7AA6-074C73367CD7}"/>
                </a:ext>
              </a:extLst>
            </p:cNvPr>
            <p:cNvSpPr/>
            <p:nvPr/>
          </p:nvSpPr>
          <p:spPr>
            <a:xfrm rot="361440">
              <a:off x="1602546" y="3111886"/>
              <a:ext cx="314066" cy="19621"/>
            </a:xfrm>
            <a:custGeom>
              <a:avLst/>
              <a:gdLst>
                <a:gd name="csX0" fmla="*/ 10066 w 314066"/>
                <a:gd name="csY0" fmla="*/ 31 h 19621"/>
                <a:gd name="csX1" fmla="*/ 304512 w 314066"/>
                <a:gd name="csY1" fmla="*/ 31 h 19621"/>
                <a:gd name="csX2" fmla="*/ 314322 w 314066"/>
                <a:gd name="csY2" fmla="*/ 9841 h 19621"/>
                <a:gd name="csX3" fmla="*/ 304512 w 314066"/>
                <a:gd name="csY3" fmla="*/ 19652 h 19621"/>
                <a:gd name="csX4" fmla="*/ 10066 w 314066"/>
                <a:gd name="csY4" fmla="*/ 19652 h 19621"/>
                <a:gd name="csX5" fmla="*/ 256 w 314066"/>
                <a:gd name="csY5" fmla="*/ 9841 h 19621"/>
                <a:gd name="csX6" fmla="*/ 10066 w 314066"/>
                <a:gd name="csY6" fmla="*/ 31 h 1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4066" h="19621">
                  <a:moveTo>
                    <a:pt x="10066" y="31"/>
                  </a:moveTo>
                  <a:lnTo>
                    <a:pt x="304512" y="31"/>
                  </a:lnTo>
                  <a:cubicBezTo>
                    <a:pt x="309930" y="31"/>
                    <a:pt x="314322" y="4423"/>
                    <a:pt x="314322" y="9841"/>
                  </a:cubicBezTo>
                  <a:cubicBezTo>
                    <a:pt x="314322" y="15259"/>
                    <a:pt x="309930" y="19652"/>
                    <a:pt x="304512" y="19652"/>
                  </a:cubicBezTo>
                  <a:lnTo>
                    <a:pt x="10066" y="19652"/>
                  </a:lnTo>
                  <a:cubicBezTo>
                    <a:pt x="4648" y="19652"/>
                    <a:pt x="256" y="15259"/>
                    <a:pt x="256" y="9841"/>
                  </a:cubicBezTo>
                  <a:cubicBezTo>
                    <a:pt x="256" y="4423"/>
                    <a:pt x="4648" y="31"/>
                    <a:pt x="10066" y="31"/>
                  </a:cubicBezTo>
                  <a:close/>
                </a:path>
              </a:pathLst>
            </a:custGeom>
            <a:solidFill>
              <a:srgbClr val="6C63FF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390D641-D24E-F603-3322-33A5FC0A5EF7}"/>
                </a:ext>
              </a:extLst>
            </p:cNvPr>
            <p:cNvSpPr/>
            <p:nvPr/>
          </p:nvSpPr>
          <p:spPr>
            <a:xfrm rot="361440">
              <a:off x="1594992" y="3183463"/>
              <a:ext cx="314066" cy="19621"/>
            </a:xfrm>
            <a:custGeom>
              <a:avLst/>
              <a:gdLst>
                <a:gd name="csX0" fmla="*/ 10065 w 314066"/>
                <a:gd name="csY0" fmla="*/ 43 h 19621"/>
                <a:gd name="csX1" fmla="*/ 304510 w 314066"/>
                <a:gd name="csY1" fmla="*/ 43 h 19621"/>
                <a:gd name="csX2" fmla="*/ 314321 w 314066"/>
                <a:gd name="csY2" fmla="*/ 9854 h 19621"/>
                <a:gd name="csX3" fmla="*/ 304510 w 314066"/>
                <a:gd name="csY3" fmla="*/ 19664 h 19621"/>
                <a:gd name="csX4" fmla="*/ 10065 w 314066"/>
                <a:gd name="csY4" fmla="*/ 19664 h 19621"/>
                <a:gd name="csX5" fmla="*/ 255 w 314066"/>
                <a:gd name="csY5" fmla="*/ 9854 h 19621"/>
                <a:gd name="csX6" fmla="*/ 10065 w 314066"/>
                <a:gd name="csY6" fmla="*/ 43 h 1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4066" h="19621">
                  <a:moveTo>
                    <a:pt x="10065" y="43"/>
                  </a:moveTo>
                  <a:lnTo>
                    <a:pt x="304510" y="43"/>
                  </a:lnTo>
                  <a:cubicBezTo>
                    <a:pt x="309928" y="43"/>
                    <a:pt x="314321" y="4435"/>
                    <a:pt x="314321" y="9854"/>
                  </a:cubicBezTo>
                  <a:cubicBezTo>
                    <a:pt x="314321" y="15272"/>
                    <a:pt x="309928" y="19664"/>
                    <a:pt x="304510" y="19664"/>
                  </a:cubicBezTo>
                  <a:lnTo>
                    <a:pt x="10065" y="19664"/>
                  </a:lnTo>
                  <a:cubicBezTo>
                    <a:pt x="4647" y="19664"/>
                    <a:pt x="255" y="15272"/>
                    <a:pt x="255" y="9854"/>
                  </a:cubicBezTo>
                  <a:cubicBezTo>
                    <a:pt x="255" y="4435"/>
                    <a:pt x="4647" y="43"/>
                    <a:pt x="10065" y="43"/>
                  </a:cubicBezTo>
                  <a:close/>
                </a:path>
              </a:pathLst>
            </a:custGeom>
            <a:solidFill>
              <a:srgbClr val="6C63FF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6D94E2C6-3637-28E3-A1EA-34CA41A495E8}"/>
                </a:ext>
              </a:extLst>
            </p:cNvPr>
            <p:cNvSpPr/>
            <p:nvPr/>
          </p:nvSpPr>
          <p:spPr>
            <a:xfrm rot="361440">
              <a:off x="1587439" y="3255041"/>
              <a:ext cx="314066" cy="19621"/>
            </a:xfrm>
            <a:custGeom>
              <a:avLst/>
              <a:gdLst>
                <a:gd name="csX0" fmla="*/ 10064 w 314066"/>
                <a:gd name="csY0" fmla="*/ 55 h 19621"/>
                <a:gd name="csX1" fmla="*/ 304509 w 314066"/>
                <a:gd name="csY1" fmla="*/ 55 h 19621"/>
                <a:gd name="csX2" fmla="*/ 314320 w 314066"/>
                <a:gd name="csY2" fmla="*/ 9866 h 19621"/>
                <a:gd name="csX3" fmla="*/ 304509 w 314066"/>
                <a:gd name="csY3" fmla="*/ 19677 h 19621"/>
                <a:gd name="csX4" fmla="*/ 10064 w 314066"/>
                <a:gd name="csY4" fmla="*/ 19677 h 19621"/>
                <a:gd name="csX5" fmla="*/ 253 w 314066"/>
                <a:gd name="csY5" fmla="*/ 9866 h 19621"/>
                <a:gd name="csX6" fmla="*/ 10064 w 314066"/>
                <a:gd name="csY6" fmla="*/ 55 h 1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4066" h="19621">
                  <a:moveTo>
                    <a:pt x="10064" y="55"/>
                  </a:moveTo>
                  <a:lnTo>
                    <a:pt x="304509" y="55"/>
                  </a:lnTo>
                  <a:cubicBezTo>
                    <a:pt x="309927" y="55"/>
                    <a:pt x="314320" y="4448"/>
                    <a:pt x="314320" y="9866"/>
                  </a:cubicBezTo>
                  <a:cubicBezTo>
                    <a:pt x="314320" y="15284"/>
                    <a:pt x="309927" y="19677"/>
                    <a:pt x="304509" y="19677"/>
                  </a:cubicBezTo>
                  <a:lnTo>
                    <a:pt x="10064" y="19677"/>
                  </a:lnTo>
                  <a:cubicBezTo>
                    <a:pt x="4646" y="19677"/>
                    <a:pt x="253" y="15284"/>
                    <a:pt x="253" y="9866"/>
                  </a:cubicBezTo>
                  <a:cubicBezTo>
                    <a:pt x="253" y="4448"/>
                    <a:pt x="4646" y="55"/>
                    <a:pt x="10064" y="55"/>
                  </a:cubicBezTo>
                  <a:close/>
                </a:path>
              </a:pathLst>
            </a:custGeom>
            <a:solidFill>
              <a:srgbClr val="6C63FF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E72F274A-303B-5EF7-598A-94AECDC6C23F}"/>
                </a:ext>
              </a:extLst>
            </p:cNvPr>
            <p:cNvSpPr/>
            <p:nvPr/>
          </p:nvSpPr>
          <p:spPr>
            <a:xfrm rot="361440">
              <a:off x="1579885" y="3326619"/>
              <a:ext cx="314066" cy="19621"/>
            </a:xfrm>
            <a:custGeom>
              <a:avLst/>
              <a:gdLst>
                <a:gd name="csX0" fmla="*/ 10063 w 314066"/>
                <a:gd name="csY0" fmla="*/ 68 h 19621"/>
                <a:gd name="csX1" fmla="*/ 304508 w 314066"/>
                <a:gd name="csY1" fmla="*/ 68 h 19621"/>
                <a:gd name="csX2" fmla="*/ 314318 w 314066"/>
                <a:gd name="csY2" fmla="*/ 9878 h 19621"/>
                <a:gd name="csX3" fmla="*/ 304508 w 314066"/>
                <a:gd name="csY3" fmla="*/ 19689 h 19621"/>
                <a:gd name="csX4" fmla="*/ 10063 w 314066"/>
                <a:gd name="csY4" fmla="*/ 19689 h 19621"/>
                <a:gd name="csX5" fmla="*/ 252 w 314066"/>
                <a:gd name="csY5" fmla="*/ 9878 h 19621"/>
                <a:gd name="csX6" fmla="*/ 10063 w 314066"/>
                <a:gd name="csY6" fmla="*/ 68 h 1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4066" h="19621">
                  <a:moveTo>
                    <a:pt x="10063" y="68"/>
                  </a:moveTo>
                  <a:lnTo>
                    <a:pt x="304508" y="68"/>
                  </a:lnTo>
                  <a:cubicBezTo>
                    <a:pt x="309926" y="68"/>
                    <a:pt x="314318" y="4460"/>
                    <a:pt x="314318" y="9878"/>
                  </a:cubicBezTo>
                  <a:cubicBezTo>
                    <a:pt x="314318" y="15297"/>
                    <a:pt x="309926" y="19689"/>
                    <a:pt x="304508" y="19689"/>
                  </a:cubicBezTo>
                  <a:lnTo>
                    <a:pt x="10063" y="19689"/>
                  </a:lnTo>
                  <a:cubicBezTo>
                    <a:pt x="4644" y="19689"/>
                    <a:pt x="252" y="15297"/>
                    <a:pt x="252" y="9878"/>
                  </a:cubicBezTo>
                  <a:cubicBezTo>
                    <a:pt x="252" y="4460"/>
                    <a:pt x="4644" y="68"/>
                    <a:pt x="10063" y="68"/>
                  </a:cubicBezTo>
                  <a:close/>
                </a:path>
              </a:pathLst>
            </a:custGeom>
            <a:solidFill>
              <a:srgbClr val="6C63FF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69" name="Graphic 5">
            <a:extLst>
              <a:ext uri="{FF2B5EF4-FFF2-40B4-BE49-F238E27FC236}">
                <a16:creationId xmlns:a16="http://schemas.microsoft.com/office/drawing/2014/main" id="{29069EDE-C35E-2812-6B50-AA3678BD0065}"/>
              </a:ext>
            </a:extLst>
          </p:cNvPr>
          <p:cNvGrpSpPr/>
          <p:nvPr/>
        </p:nvGrpSpPr>
        <p:grpSpPr>
          <a:xfrm>
            <a:off x="127000" y="2958598"/>
            <a:ext cx="470852" cy="467201"/>
            <a:chOff x="127000" y="2958598"/>
            <a:chExt cx="470852" cy="467201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5AB3C3D4-336E-4722-46B7-D63A2C0FB1FA}"/>
                </a:ext>
              </a:extLst>
            </p:cNvPr>
            <p:cNvSpPr/>
            <p:nvPr/>
          </p:nvSpPr>
          <p:spPr>
            <a:xfrm>
              <a:off x="127000" y="2958598"/>
              <a:ext cx="467201" cy="467201"/>
            </a:xfrm>
            <a:custGeom>
              <a:avLst/>
              <a:gdLst>
                <a:gd name="csX0" fmla="*/ 432594 w 467201"/>
                <a:gd name="csY0" fmla="*/ 4 h 467201"/>
                <a:gd name="csX1" fmla="*/ 467201 w 467201"/>
                <a:gd name="csY1" fmla="*/ 4 h 467201"/>
                <a:gd name="csX2" fmla="*/ 467201 w 467201"/>
                <a:gd name="csY2" fmla="*/ 467205 h 467201"/>
                <a:gd name="csX3" fmla="*/ 432594 w 467201"/>
                <a:gd name="csY3" fmla="*/ 467205 h 467201"/>
                <a:gd name="csX4" fmla="*/ 34607 w 467201"/>
                <a:gd name="csY4" fmla="*/ 467205 h 467201"/>
                <a:gd name="csX5" fmla="*/ 0 w 467201"/>
                <a:gd name="csY5" fmla="*/ 467205 h 467201"/>
                <a:gd name="csX6" fmla="*/ 0 w 467201"/>
                <a:gd name="csY6" fmla="*/ 4 h 467201"/>
                <a:gd name="csX7" fmla="*/ 34607 w 467201"/>
                <a:gd name="csY7" fmla="*/ 4 h 4672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67201" h="467201">
                  <a:moveTo>
                    <a:pt x="432594" y="4"/>
                  </a:moveTo>
                  <a:cubicBezTo>
                    <a:pt x="451707" y="4"/>
                    <a:pt x="467201" y="4"/>
                    <a:pt x="467201" y="4"/>
                  </a:cubicBezTo>
                  <a:lnTo>
                    <a:pt x="467201" y="467205"/>
                  </a:lnTo>
                  <a:cubicBezTo>
                    <a:pt x="467201" y="467205"/>
                    <a:pt x="451707" y="467205"/>
                    <a:pt x="432594" y="467205"/>
                  </a:cubicBezTo>
                  <a:lnTo>
                    <a:pt x="34607" y="467205"/>
                  </a:lnTo>
                  <a:cubicBezTo>
                    <a:pt x="15494" y="467205"/>
                    <a:pt x="0" y="467205"/>
                    <a:pt x="0" y="467205"/>
                  </a:cubicBezTo>
                  <a:lnTo>
                    <a:pt x="0" y="4"/>
                  </a:lnTo>
                  <a:cubicBezTo>
                    <a:pt x="0" y="4"/>
                    <a:pt x="15494" y="4"/>
                    <a:pt x="34607" y="4"/>
                  </a:cubicBezTo>
                  <a:close/>
                </a:path>
              </a:pathLst>
            </a:custGeom>
            <a:solidFill>
              <a:srgbClr val="F2F2F2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3F890159-85EA-9D9B-20B1-922DB6F067AE}"/>
                </a:ext>
              </a:extLst>
            </p:cNvPr>
            <p:cNvSpPr/>
            <p:nvPr/>
          </p:nvSpPr>
          <p:spPr>
            <a:xfrm>
              <a:off x="127000" y="2961032"/>
              <a:ext cx="470852" cy="464317"/>
            </a:xfrm>
            <a:custGeom>
              <a:avLst/>
              <a:gdLst>
                <a:gd name="csX0" fmla="*/ 19611 w 470852"/>
                <a:gd name="csY0" fmla="*/ 9810 h 464317"/>
                <a:gd name="csX1" fmla="*/ 9805 w 470852"/>
                <a:gd name="csY1" fmla="*/ 19615 h 464317"/>
                <a:gd name="csX2" fmla="*/ 9805 w 470852"/>
                <a:gd name="csY2" fmla="*/ 444711 h 464317"/>
                <a:gd name="csX3" fmla="*/ 19611 w 470852"/>
                <a:gd name="csY3" fmla="*/ 454516 h 464317"/>
                <a:gd name="csX4" fmla="*/ 451241 w 470852"/>
                <a:gd name="csY4" fmla="*/ 454516 h 464317"/>
                <a:gd name="csX5" fmla="*/ 461047 w 470852"/>
                <a:gd name="csY5" fmla="*/ 444711 h 464317"/>
                <a:gd name="csX6" fmla="*/ 461047 w 470852"/>
                <a:gd name="csY6" fmla="*/ 19615 h 464317"/>
                <a:gd name="csX7" fmla="*/ 451241 w 470852"/>
                <a:gd name="csY7" fmla="*/ 9810 h 464317"/>
                <a:gd name="csX8" fmla="*/ 19611 w 470852"/>
                <a:gd name="csY8" fmla="*/ 9810 h 464317"/>
                <a:gd name="csX9" fmla="*/ 19611 w 470852"/>
                <a:gd name="csY9" fmla="*/ 4 h 464317"/>
                <a:gd name="csX10" fmla="*/ 451241 w 470852"/>
                <a:gd name="csY10" fmla="*/ 4 h 464317"/>
                <a:gd name="csX11" fmla="*/ 470852 w 470852"/>
                <a:gd name="csY11" fmla="*/ 19615 h 464317"/>
                <a:gd name="csX12" fmla="*/ 470852 w 470852"/>
                <a:gd name="csY12" fmla="*/ 444711 h 464317"/>
                <a:gd name="csX13" fmla="*/ 451241 w 470852"/>
                <a:gd name="csY13" fmla="*/ 464322 h 464317"/>
                <a:gd name="csX14" fmla="*/ 19611 w 470852"/>
                <a:gd name="csY14" fmla="*/ 464322 h 464317"/>
                <a:gd name="csX15" fmla="*/ 0 w 470852"/>
                <a:gd name="csY15" fmla="*/ 444711 h 464317"/>
                <a:gd name="csX16" fmla="*/ 0 w 470852"/>
                <a:gd name="csY16" fmla="*/ 19615 h 464317"/>
                <a:gd name="csX17" fmla="*/ 19611 w 470852"/>
                <a:gd name="csY17" fmla="*/ 4 h 4643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70852" h="464317">
                  <a:moveTo>
                    <a:pt x="19611" y="9810"/>
                  </a:moveTo>
                  <a:cubicBezTo>
                    <a:pt x="14196" y="9810"/>
                    <a:pt x="9805" y="14200"/>
                    <a:pt x="9805" y="19615"/>
                  </a:cubicBezTo>
                  <a:lnTo>
                    <a:pt x="9805" y="444711"/>
                  </a:lnTo>
                  <a:cubicBezTo>
                    <a:pt x="9805" y="450126"/>
                    <a:pt x="14196" y="454516"/>
                    <a:pt x="19611" y="454516"/>
                  </a:cubicBezTo>
                  <a:lnTo>
                    <a:pt x="451241" y="454516"/>
                  </a:lnTo>
                  <a:cubicBezTo>
                    <a:pt x="456657" y="454516"/>
                    <a:pt x="461047" y="450126"/>
                    <a:pt x="461047" y="444711"/>
                  </a:cubicBezTo>
                  <a:lnTo>
                    <a:pt x="461047" y="19615"/>
                  </a:lnTo>
                  <a:cubicBezTo>
                    <a:pt x="461047" y="14200"/>
                    <a:pt x="456657" y="9810"/>
                    <a:pt x="451241" y="9810"/>
                  </a:cubicBezTo>
                  <a:lnTo>
                    <a:pt x="19611" y="9810"/>
                  </a:lnTo>
                  <a:moveTo>
                    <a:pt x="19611" y="4"/>
                  </a:moveTo>
                  <a:lnTo>
                    <a:pt x="451241" y="4"/>
                  </a:lnTo>
                  <a:cubicBezTo>
                    <a:pt x="462072" y="4"/>
                    <a:pt x="470852" y="8785"/>
                    <a:pt x="470852" y="19615"/>
                  </a:cubicBezTo>
                  <a:lnTo>
                    <a:pt x="470852" y="444711"/>
                  </a:lnTo>
                  <a:cubicBezTo>
                    <a:pt x="470852" y="455542"/>
                    <a:pt x="462072" y="464322"/>
                    <a:pt x="451241" y="464322"/>
                  </a:cubicBezTo>
                  <a:lnTo>
                    <a:pt x="19611" y="464322"/>
                  </a:lnTo>
                  <a:cubicBezTo>
                    <a:pt x="8780" y="464322"/>
                    <a:pt x="0" y="455542"/>
                    <a:pt x="0" y="444711"/>
                  </a:cubicBezTo>
                  <a:lnTo>
                    <a:pt x="0" y="19615"/>
                  </a:lnTo>
                  <a:cubicBezTo>
                    <a:pt x="0" y="8785"/>
                    <a:pt x="8780" y="4"/>
                    <a:pt x="19611" y="4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FDAC1462-2BDC-4AD3-CDFB-E50DF51AFEA0}"/>
                </a:ext>
              </a:extLst>
            </p:cNvPr>
            <p:cNvSpPr/>
            <p:nvPr/>
          </p:nvSpPr>
          <p:spPr>
            <a:xfrm>
              <a:off x="205478" y="3039505"/>
              <a:ext cx="313901" cy="19610"/>
            </a:xfrm>
            <a:custGeom>
              <a:avLst/>
              <a:gdLst>
                <a:gd name="csX0" fmla="*/ 9819 w 313901"/>
                <a:gd name="csY0" fmla="*/ 18 h 19610"/>
                <a:gd name="csX1" fmla="*/ 304110 w 313901"/>
                <a:gd name="csY1" fmla="*/ 18 h 19610"/>
                <a:gd name="csX2" fmla="*/ 313915 w 313901"/>
                <a:gd name="csY2" fmla="*/ 9824 h 19610"/>
                <a:gd name="csX3" fmla="*/ 304110 w 313901"/>
                <a:gd name="csY3" fmla="*/ 19629 h 19610"/>
                <a:gd name="csX4" fmla="*/ 9819 w 313901"/>
                <a:gd name="csY4" fmla="*/ 19629 h 19610"/>
                <a:gd name="csX5" fmla="*/ 14 w 313901"/>
                <a:gd name="csY5" fmla="*/ 9824 h 19610"/>
                <a:gd name="csX6" fmla="*/ 9819 w 313901"/>
                <a:gd name="csY6" fmla="*/ 18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819" y="18"/>
                  </a:moveTo>
                  <a:lnTo>
                    <a:pt x="304110" y="18"/>
                  </a:lnTo>
                  <a:cubicBezTo>
                    <a:pt x="309525" y="18"/>
                    <a:pt x="313915" y="4408"/>
                    <a:pt x="313915" y="9824"/>
                  </a:cubicBezTo>
                  <a:cubicBezTo>
                    <a:pt x="313915" y="15239"/>
                    <a:pt x="309525" y="19629"/>
                    <a:pt x="304110" y="19629"/>
                  </a:cubicBezTo>
                  <a:lnTo>
                    <a:pt x="9819" y="19629"/>
                  </a:lnTo>
                  <a:cubicBezTo>
                    <a:pt x="4404" y="19629"/>
                    <a:pt x="14" y="15239"/>
                    <a:pt x="14" y="9824"/>
                  </a:cubicBezTo>
                  <a:cubicBezTo>
                    <a:pt x="14" y="4408"/>
                    <a:pt x="4404" y="18"/>
                    <a:pt x="9819" y="18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0AD1364B-B92D-6953-F1B0-343DECBC9349}"/>
                </a:ext>
              </a:extLst>
            </p:cNvPr>
            <p:cNvSpPr/>
            <p:nvPr/>
          </p:nvSpPr>
          <p:spPr>
            <a:xfrm>
              <a:off x="205478" y="3111442"/>
              <a:ext cx="313901" cy="19610"/>
            </a:xfrm>
            <a:custGeom>
              <a:avLst/>
              <a:gdLst>
                <a:gd name="csX0" fmla="*/ 9819 w 313901"/>
                <a:gd name="csY0" fmla="*/ 31 h 19610"/>
                <a:gd name="csX1" fmla="*/ 304110 w 313901"/>
                <a:gd name="csY1" fmla="*/ 31 h 19610"/>
                <a:gd name="csX2" fmla="*/ 313915 w 313901"/>
                <a:gd name="csY2" fmla="*/ 9836 h 19610"/>
                <a:gd name="csX3" fmla="*/ 304110 w 313901"/>
                <a:gd name="csY3" fmla="*/ 19641 h 19610"/>
                <a:gd name="csX4" fmla="*/ 9819 w 313901"/>
                <a:gd name="csY4" fmla="*/ 19641 h 19610"/>
                <a:gd name="csX5" fmla="*/ 14 w 313901"/>
                <a:gd name="csY5" fmla="*/ 9836 h 19610"/>
                <a:gd name="csX6" fmla="*/ 9819 w 313901"/>
                <a:gd name="csY6" fmla="*/ 31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819" y="31"/>
                  </a:moveTo>
                  <a:lnTo>
                    <a:pt x="304110" y="31"/>
                  </a:lnTo>
                  <a:cubicBezTo>
                    <a:pt x="309525" y="31"/>
                    <a:pt x="313915" y="4421"/>
                    <a:pt x="313915" y="9836"/>
                  </a:cubicBezTo>
                  <a:cubicBezTo>
                    <a:pt x="313915" y="15251"/>
                    <a:pt x="309525" y="19641"/>
                    <a:pt x="304110" y="19641"/>
                  </a:cubicBezTo>
                  <a:lnTo>
                    <a:pt x="9819" y="19641"/>
                  </a:lnTo>
                  <a:cubicBezTo>
                    <a:pt x="4404" y="19641"/>
                    <a:pt x="14" y="15251"/>
                    <a:pt x="14" y="9836"/>
                  </a:cubicBezTo>
                  <a:cubicBezTo>
                    <a:pt x="14" y="4421"/>
                    <a:pt x="4404" y="31"/>
                    <a:pt x="9819" y="31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B28CFDB2-10B7-89D3-CD1D-6301971D86B5}"/>
                </a:ext>
              </a:extLst>
            </p:cNvPr>
            <p:cNvSpPr/>
            <p:nvPr/>
          </p:nvSpPr>
          <p:spPr>
            <a:xfrm>
              <a:off x="205478" y="3183379"/>
              <a:ext cx="313901" cy="19610"/>
            </a:xfrm>
            <a:custGeom>
              <a:avLst/>
              <a:gdLst>
                <a:gd name="csX0" fmla="*/ 9819 w 313901"/>
                <a:gd name="csY0" fmla="*/ 43 h 19610"/>
                <a:gd name="csX1" fmla="*/ 304110 w 313901"/>
                <a:gd name="csY1" fmla="*/ 43 h 19610"/>
                <a:gd name="csX2" fmla="*/ 313915 w 313901"/>
                <a:gd name="csY2" fmla="*/ 9848 h 19610"/>
                <a:gd name="csX3" fmla="*/ 304110 w 313901"/>
                <a:gd name="csY3" fmla="*/ 19654 h 19610"/>
                <a:gd name="csX4" fmla="*/ 9819 w 313901"/>
                <a:gd name="csY4" fmla="*/ 19654 h 19610"/>
                <a:gd name="csX5" fmla="*/ 14 w 313901"/>
                <a:gd name="csY5" fmla="*/ 9848 h 19610"/>
                <a:gd name="csX6" fmla="*/ 9819 w 313901"/>
                <a:gd name="csY6" fmla="*/ 43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819" y="43"/>
                  </a:moveTo>
                  <a:lnTo>
                    <a:pt x="304110" y="43"/>
                  </a:lnTo>
                  <a:cubicBezTo>
                    <a:pt x="309525" y="43"/>
                    <a:pt x="313915" y="4433"/>
                    <a:pt x="313915" y="9848"/>
                  </a:cubicBezTo>
                  <a:cubicBezTo>
                    <a:pt x="313915" y="15264"/>
                    <a:pt x="309525" y="19654"/>
                    <a:pt x="304110" y="19654"/>
                  </a:cubicBezTo>
                  <a:lnTo>
                    <a:pt x="9819" y="19654"/>
                  </a:lnTo>
                  <a:cubicBezTo>
                    <a:pt x="4404" y="19654"/>
                    <a:pt x="14" y="15264"/>
                    <a:pt x="14" y="9848"/>
                  </a:cubicBezTo>
                  <a:cubicBezTo>
                    <a:pt x="14" y="4433"/>
                    <a:pt x="4404" y="43"/>
                    <a:pt x="9819" y="43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2E43C175-C2AC-1655-7645-FAFFAF4C6DDF}"/>
                </a:ext>
              </a:extLst>
            </p:cNvPr>
            <p:cNvSpPr/>
            <p:nvPr/>
          </p:nvSpPr>
          <p:spPr>
            <a:xfrm>
              <a:off x="205478" y="3255317"/>
              <a:ext cx="313901" cy="19610"/>
            </a:xfrm>
            <a:custGeom>
              <a:avLst/>
              <a:gdLst>
                <a:gd name="csX0" fmla="*/ 9819 w 313901"/>
                <a:gd name="csY0" fmla="*/ 56 h 19610"/>
                <a:gd name="csX1" fmla="*/ 304110 w 313901"/>
                <a:gd name="csY1" fmla="*/ 56 h 19610"/>
                <a:gd name="csX2" fmla="*/ 313915 w 313901"/>
                <a:gd name="csY2" fmla="*/ 9861 h 19610"/>
                <a:gd name="csX3" fmla="*/ 304110 w 313901"/>
                <a:gd name="csY3" fmla="*/ 19666 h 19610"/>
                <a:gd name="csX4" fmla="*/ 9819 w 313901"/>
                <a:gd name="csY4" fmla="*/ 19666 h 19610"/>
                <a:gd name="csX5" fmla="*/ 14 w 313901"/>
                <a:gd name="csY5" fmla="*/ 9861 h 19610"/>
                <a:gd name="csX6" fmla="*/ 9819 w 313901"/>
                <a:gd name="csY6" fmla="*/ 56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819" y="56"/>
                  </a:moveTo>
                  <a:lnTo>
                    <a:pt x="304110" y="56"/>
                  </a:lnTo>
                  <a:cubicBezTo>
                    <a:pt x="309525" y="56"/>
                    <a:pt x="313915" y="4446"/>
                    <a:pt x="313915" y="9861"/>
                  </a:cubicBezTo>
                  <a:cubicBezTo>
                    <a:pt x="313915" y="15276"/>
                    <a:pt x="309525" y="19666"/>
                    <a:pt x="304110" y="19666"/>
                  </a:cubicBezTo>
                  <a:lnTo>
                    <a:pt x="9819" y="19666"/>
                  </a:lnTo>
                  <a:cubicBezTo>
                    <a:pt x="4404" y="19666"/>
                    <a:pt x="14" y="15276"/>
                    <a:pt x="14" y="9861"/>
                  </a:cubicBezTo>
                  <a:cubicBezTo>
                    <a:pt x="14" y="4446"/>
                    <a:pt x="4404" y="56"/>
                    <a:pt x="9819" y="56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A205BC87-45CB-9342-0652-488A08EDB86B}"/>
                </a:ext>
              </a:extLst>
            </p:cNvPr>
            <p:cNvSpPr/>
            <p:nvPr/>
          </p:nvSpPr>
          <p:spPr>
            <a:xfrm>
              <a:off x="205478" y="3327254"/>
              <a:ext cx="313901" cy="19610"/>
            </a:xfrm>
            <a:custGeom>
              <a:avLst/>
              <a:gdLst>
                <a:gd name="csX0" fmla="*/ 9819 w 313901"/>
                <a:gd name="csY0" fmla="*/ 68 h 19610"/>
                <a:gd name="csX1" fmla="*/ 304110 w 313901"/>
                <a:gd name="csY1" fmla="*/ 68 h 19610"/>
                <a:gd name="csX2" fmla="*/ 313915 w 313901"/>
                <a:gd name="csY2" fmla="*/ 9873 h 19610"/>
                <a:gd name="csX3" fmla="*/ 304110 w 313901"/>
                <a:gd name="csY3" fmla="*/ 19679 h 19610"/>
                <a:gd name="csX4" fmla="*/ 9819 w 313901"/>
                <a:gd name="csY4" fmla="*/ 19679 h 19610"/>
                <a:gd name="csX5" fmla="*/ 14 w 313901"/>
                <a:gd name="csY5" fmla="*/ 9873 h 19610"/>
                <a:gd name="csX6" fmla="*/ 9819 w 313901"/>
                <a:gd name="csY6" fmla="*/ 68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819" y="68"/>
                  </a:moveTo>
                  <a:lnTo>
                    <a:pt x="304110" y="68"/>
                  </a:lnTo>
                  <a:cubicBezTo>
                    <a:pt x="309525" y="68"/>
                    <a:pt x="313915" y="4458"/>
                    <a:pt x="313915" y="9873"/>
                  </a:cubicBezTo>
                  <a:cubicBezTo>
                    <a:pt x="313915" y="15289"/>
                    <a:pt x="309525" y="19679"/>
                    <a:pt x="304110" y="19679"/>
                  </a:cubicBezTo>
                  <a:lnTo>
                    <a:pt x="9819" y="19679"/>
                  </a:lnTo>
                  <a:cubicBezTo>
                    <a:pt x="4404" y="19679"/>
                    <a:pt x="14" y="15289"/>
                    <a:pt x="14" y="9873"/>
                  </a:cubicBezTo>
                  <a:cubicBezTo>
                    <a:pt x="14" y="4458"/>
                    <a:pt x="4404" y="68"/>
                    <a:pt x="9819" y="68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ED10B89-C29D-D0E9-AD6D-0DE65E8866A1}"/>
              </a:ext>
            </a:extLst>
          </p:cNvPr>
          <p:cNvSpPr/>
          <p:nvPr/>
        </p:nvSpPr>
        <p:spPr>
          <a:xfrm>
            <a:off x="6096000" y="1422400"/>
            <a:ext cx="5740399" cy="5385555"/>
          </a:xfrm>
          <a:prstGeom prst="roundRect">
            <a:avLst>
              <a:gd name="adj" fmla="val 393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sz="14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F71F67-66D0-9502-28DD-77E9A6FF585B}"/>
              </a:ext>
            </a:extLst>
          </p:cNvPr>
          <p:cNvSpPr txBox="1"/>
          <p:nvPr/>
        </p:nvSpPr>
        <p:spPr>
          <a:xfrm>
            <a:off x="7435874" y="1556263"/>
            <a:ext cx="2793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paradox of two zero’s</a:t>
            </a:r>
            <a:endParaRPr lang="el-GR" b="1" dirty="0"/>
          </a:p>
        </p:txBody>
      </p:sp>
      <p:graphicFrame>
        <p:nvGraphicFramePr>
          <p:cNvPr id="79" name="Table 78">
            <a:extLst>
              <a:ext uri="{FF2B5EF4-FFF2-40B4-BE49-F238E27FC236}">
                <a16:creationId xmlns:a16="http://schemas.microsoft.com/office/drawing/2014/main" id="{4B48B061-C7C4-96E9-F0C4-980501A630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692335"/>
              </p:ext>
            </p:extLst>
          </p:nvPr>
        </p:nvGraphicFramePr>
        <p:xfrm>
          <a:off x="6343259" y="2001511"/>
          <a:ext cx="2198872" cy="222504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198872">
                  <a:extLst>
                    <a:ext uri="{9D8B030D-6E8A-4147-A177-3AD203B41FA5}">
                      <a16:colId xmlns:a16="http://schemas.microsoft.com/office/drawing/2014/main" val="3147164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Open_acc_6m</a:t>
                      </a:r>
                      <a:endParaRPr lang="el-G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772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543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052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387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NaN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765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855439"/>
                  </a:ext>
                </a:extLst>
              </a:tr>
            </a:tbl>
          </a:graphicData>
        </a:graphic>
      </p:graphicFrame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C291A484-4FF2-D3FB-9587-5B3B96C84365}"/>
              </a:ext>
            </a:extLst>
          </p:cNvPr>
          <p:cNvCxnSpPr/>
          <p:nvPr/>
        </p:nvCxnSpPr>
        <p:spPr>
          <a:xfrm>
            <a:off x="8680450" y="3114031"/>
            <a:ext cx="5524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aphicFrame>
        <p:nvGraphicFramePr>
          <p:cNvPr id="84" name="Table 83">
            <a:extLst>
              <a:ext uri="{FF2B5EF4-FFF2-40B4-BE49-F238E27FC236}">
                <a16:creationId xmlns:a16="http://schemas.microsoft.com/office/drawing/2014/main" id="{629A039E-9A74-0EDC-F2A2-BB5BEB2870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880285"/>
              </p:ext>
            </p:extLst>
          </p:nvPr>
        </p:nvGraphicFramePr>
        <p:xfrm>
          <a:off x="9406929" y="2006591"/>
          <a:ext cx="2198872" cy="2213601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198872">
                  <a:extLst>
                    <a:ext uri="{9D8B030D-6E8A-4147-A177-3AD203B41FA5}">
                      <a16:colId xmlns:a16="http://schemas.microsoft.com/office/drawing/2014/main" val="314716406"/>
                    </a:ext>
                  </a:extLst>
                </a:gridCol>
              </a:tblGrid>
              <a:tr h="359401">
                <a:tc>
                  <a:txBody>
                    <a:bodyPr/>
                    <a:lstStyle/>
                    <a:p>
                      <a:r>
                        <a:rPr lang="en-US" sz="1400" dirty="0"/>
                        <a:t>Open_acc_6m</a:t>
                      </a:r>
                      <a:endParaRPr lang="el-G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772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543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052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387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765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855439"/>
                  </a:ext>
                </a:extLst>
              </a:tr>
            </a:tbl>
          </a:graphicData>
        </a:graphic>
      </p:graphicFrame>
      <p:graphicFrame>
        <p:nvGraphicFramePr>
          <p:cNvPr id="85" name="Table 84">
            <a:extLst>
              <a:ext uri="{FF2B5EF4-FFF2-40B4-BE49-F238E27FC236}">
                <a16:creationId xmlns:a16="http://schemas.microsoft.com/office/drawing/2014/main" id="{1941FDC7-DA26-0B14-F475-83E82CA162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27089"/>
              </p:ext>
            </p:extLst>
          </p:nvPr>
        </p:nvGraphicFramePr>
        <p:xfrm>
          <a:off x="6363583" y="4380303"/>
          <a:ext cx="2198872" cy="222504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198872">
                  <a:extLst>
                    <a:ext uri="{9D8B030D-6E8A-4147-A177-3AD203B41FA5}">
                      <a16:colId xmlns:a16="http://schemas.microsoft.com/office/drawing/2014/main" val="3147164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mths_since_last_delinq</a:t>
                      </a:r>
                      <a:endParaRPr lang="el-G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772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543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052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387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NaN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765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855439"/>
                  </a:ext>
                </a:extLst>
              </a:tr>
            </a:tbl>
          </a:graphicData>
        </a:graphic>
      </p:graphicFrame>
      <p:graphicFrame>
        <p:nvGraphicFramePr>
          <p:cNvPr id="86" name="Table 85">
            <a:extLst>
              <a:ext uri="{FF2B5EF4-FFF2-40B4-BE49-F238E27FC236}">
                <a16:creationId xmlns:a16="http://schemas.microsoft.com/office/drawing/2014/main" id="{EA1F75FF-FB0C-5BF4-64CC-019A011956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9378583"/>
              </p:ext>
            </p:extLst>
          </p:nvPr>
        </p:nvGraphicFramePr>
        <p:xfrm>
          <a:off x="9406929" y="4380303"/>
          <a:ext cx="2198872" cy="222504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198872">
                  <a:extLst>
                    <a:ext uri="{9D8B030D-6E8A-4147-A177-3AD203B41FA5}">
                      <a16:colId xmlns:a16="http://schemas.microsoft.com/office/drawing/2014/main" val="3147164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mths_since_last_delinq</a:t>
                      </a:r>
                      <a:endParaRPr lang="el-G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772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543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052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387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765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855439"/>
                  </a:ext>
                </a:extLst>
              </a:tr>
            </a:tbl>
          </a:graphicData>
        </a:graphic>
      </p:graphicFrame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9446E459-C40B-8277-A50F-C3C79D40AA73}"/>
              </a:ext>
            </a:extLst>
          </p:cNvPr>
          <p:cNvCxnSpPr/>
          <p:nvPr/>
        </p:nvCxnSpPr>
        <p:spPr>
          <a:xfrm>
            <a:off x="8686800" y="5514331"/>
            <a:ext cx="5524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aphicFrame>
        <p:nvGraphicFramePr>
          <p:cNvPr id="89" name="Table 88">
            <a:extLst>
              <a:ext uri="{FF2B5EF4-FFF2-40B4-BE49-F238E27FC236}">
                <a16:creationId xmlns:a16="http://schemas.microsoft.com/office/drawing/2014/main" id="{0DD76CD1-EE24-3D4C-3030-FA5E8EF98D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8859098"/>
              </p:ext>
            </p:extLst>
          </p:nvPr>
        </p:nvGraphicFramePr>
        <p:xfrm>
          <a:off x="12273333" y="4387796"/>
          <a:ext cx="2301198" cy="2217545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174962">
                  <a:extLst>
                    <a:ext uri="{9D8B030D-6E8A-4147-A177-3AD203B41FA5}">
                      <a16:colId xmlns:a16="http://schemas.microsoft.com/office/drawing/2014/main" val="174905062"/>
                    </a:ext>
                  </a:extLst>
                </a:gridCol>
                <a:gridCol w="1126236">
                  <a:extLst>
                    <a:ext uri="{9D8B030D-6E8A-4147-A177-3AD203B41FA5}">
                      <a16:colId xmlns:a16="http://schemas.microsoft.com/office/drawing/2014/main" val="3989096877"/>
                    </a:ext>
                  </a:extLst>
                </a:gridCol>
              </a:tblGrid>
              <a:tr h="331995">
                <a:tc>
                  <a:txBody>
                    <a:bodyPr/>
                    <a:lstStyle/>
                    <a:p>
                      <a:r>
                        <a:rPr lang="en-US" sz="1400" dirty="0" err="1"/>
                        <a:t>mths_since</a:t>
                      </a:r>
                      <a:endParaRPr lang="el-G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was_NaN</a:t>
                      </a:r>
                      <a:endParaRPr lang="el-G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364784"/>
                  </a:ext>
                </a:extLst>
              </a:tr>
              <a:tr h="37711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7386730"/>
                  </a:ext>
                </a:extLst>
              </a:tr>
              <a:tr h="37711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190415"/>
                  </a:ext>
                </a:extLst>
              </a:tr>
              <a:tr h="37711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4641444"/>
                  </a:ext>
                </a:extLst>
              </a:tr>
              <a:tr h="37711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283666"/>
                  </a:ext>
                </a:extLst>
              </a:tr>
              <a:tr h="37711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163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52493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76FBF-2596-C26A-55F6-4390CA0C3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163A13-4A92-C693-028D-1445B3EEDC69}"/>
              </a:ext>
            </a:extLst>
          </p:cNvPr>
          <p:cNvSpPr txBox="1"/>
          <p:nvPr/>
        </p:nvSpPr>
        <p:spPr>
          <a:xfrm>
            <a:off x="278495" y="199029"/>
            <a:ext cx="11809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Data pre-processing techniques</a:t>
            </a:r>
            <a:endParaRPr lang="el-GR" sz="3600" dirty="0"/>
          </a:p>
        </p:txBody>
      </p:sp>
      <p:grpSp>
        <p:nvGrpSpPr>
          <p:cNvPr id="9" name="Graphic 5">
            <a:extLst>
              <a:ext uri="{FF2B5EF4-FFF2-40B4-BE49-F238E27FC236}">
                <a16:creationId xmlns:a16="http://schemas.microsoft.com/office/drawing/2014/main" id="{CBD094E2-BF66-AB8B-21F4-9B8097F7B8F3}"/>
              </a:ext>
            </a:extLst>
          </p:cNvPr>
          <p:cNvGrpSpPr/>
          <p:nvPr/>
        </p:nvGrpSpPr>
        <p:grpSpPr>
          <a:xfrm>
            <a:off x="1514524" y="4311774"/>
            <a:ext cx="3226831" cy="2496181"/>
            <a:chOff x="1514524" y="4311774"/>
            <a:chExt cx="3226831" cy="2496181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45704C7-9D1D-3F3B-2CC2-86D873CE8DA1}"/>
                </a:ext>
              </a:extLst>
            </p:cNvPr>
            <p:cNvSpPr/>
            <p:nvPr/>
          </p:nvSpPr>
          <p:spPr>
            <a:xfrm>
              <a:off x="2039075" y="6795266"/>
              <a:ext cx="2169613" cy="12689"/>
            </a:xfrm>
            <a:custGeom>
              <a:avLst/>
              <a:gdLst>
                <a:gd name="csX0" fmla="*/ 316 w 2169613"/>
                <a:gd name="csY0" fmla="*/ 6527 h 12689"/>
                <a:gd name="csX1" fmla="*/ 4648 w 2169613"/>
                <a:gd name="csY1" fmla="*/ 12871 h 12689"/>
                <a:gd name="csX2" fmla="*/ 2165598 w 2169613"/>
                <a:gd name="csY2" fmla="*/ 12871 h 12689"/>
                <a:gd name="csX3" fmla="*/ 2169930 w 2169613"/>
                <a:gd name="csY3" fmla="*/ 6527 h 12689"/>
                <a:gd name="csX4" fmla="*/ 2165598 w 2169613"/>
                <a:gd name="csY4" fmla="*/ 182 h 12689"/>
                <a:gd name="csX5" fmla="*/ 4648 w 2169613"/>
                <a:gd name="csY5" fmla="*/ 182 h 12689"/>
                <a:gd name="csX6" fmla="*/ 316 w 2169613"/>
                <a:gd name="csY6" fmla="*/ 6527 h 126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169613" h="12689">
                  <a:moveTo>
                    <a:pt x="316" y="6527"/>
                  </a:moveTo>
                  <a:cubicBezTo>
                    <a:pt x="316" y="10051"/>
                    <a:pt x="2249" y="12871"/>
                    <a:pt x="4648" y="12871"/>
                  </a:cubicBezTo>
                  <a:lnTo>
                    <a:pt x="2165598" y="12871"/>
                  </a:lnTo>
                  <a:cubicBezTo>
                    <a:pt x="2168021" y="12871"/>
                    <a:pt x="2169930" y="10045"/>
                    <a:pt x="2169930" y="6527"/>
                  </a:cubicBezTo>
                  <a:cubicBezTo>
                    <a:pt x="2169930" y="3008"/>
                    <a:pt x="2167997" y="182"/>
                    <a:pt x="2165598" y="182"/>
                  </a:cubicBezTo>
                  <a:lnTo>
                    <a:pt x="4648" y="182"/>
                  </a:lnTo>
                  <a:cubicBezTo>
                    <a:pt x="2249" y="182"/>
                    <a:pt x="316" y="3008"/>
                    <a:pt x="316" y="6527"/>
                  </a:cubicBezTo>
                  <a:close/>
                </a:path>
              </a:pathLst>
            </a:custGeom>
            <a:solidFill>
              <a:srgbClr val="CCCCCC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D620CB5-2CED-ED64-96FB-20F329CDC8B5}"/>
                </a:ext>
              </a:extLst>
            </p:cNvPr>
            <p:cNvSpPr/>
            <p:nvPr/>
          </p:nvSpPr>
          <p:spPr>
            <a:xfrm>
              <a:off x="2746891" y="6780673"/>
              <a:ext cx="77151" cy="13612"/>
            </a:xfrm>
            <a:custGeom>
              <a:avLst/>
              <a:gdLst>
                <a:gd name="csX0" fmla="*/ 454 w 77151"/>
                <a:gd name="csY0" fmla="*/ 667 h 13612"/>
                <a:gd name="csX1" fmla="*/ 77606 w 77151"/>
                <a:gd name="csY1" fmla="*/ 667 h 13612"/>
                <a:gd name="csX2" fmla="*/ 77606 w 77151"/>
                <a:gd name="csY2" fmla="*/ 14279 h 13612"/>
                <a:gd name="csX3" fmla="*/ 454 w 77151"/>
                <a:gd name="csY3" fmla="*/ 14279 h 13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7151" h="13612">
                  <a:moveTo>
                    <a:pt x="454" y="667"/>
                  </a:moveTo>
                  <a:lnTo>
                    <a:pt x="77606" y="667"/>
                  </a:lnTo>
                  <a:lnTo>
                    <a:pt x="77606" y="14279"/>
                  </a:lnTo>
                  <a:lnTo>
                    <a:pt x="454" y="14279"/>
                  </a:lnTo>
                  <a:close/>
                </a:path>
              </a:pathLst>
            </a:custGeom>
            <a:solidFill>
              <a:srgbClr val="B6B3C5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8EE2E76-33E9-56C5-711E-F09484899E61}"/>
                </a:ext>
              </a:extLst>
            </p:cNvPr>
            <p:cNvSpPr/>
            <p:nvPr/>
          </p:nvSpPr>
          <p:spPr>
            <a:xfrm>
              <a:off x="3429916" y="6782946"/>
              <a:ext cx="77151" cy="13612"/>
            </a:xfrm>
            <a:custGeom>
              <a:avLst/>
              <a:gdLst>
                <a:gd name="csX0" fmla="*/ 573 w 77151"/>
                <a:gd name="csY0" fmla="*/ 667 h 13612"/>
                <a:gd name="csX1" fmla="*/ 77724 w 77151"/>
                <a:gd name="csY1" fmla="*/ 667 h 13612"/>
                <a:gd name="csX2" fmla="*/ 77724 w 77151"/>
                <a:gd name="csY2" fmla="*/ 14279 h 13612"/>
                <a:gd name="csX3" fmla="*/ 573 w 77151"/>
                <a:gd name="csY3" fmla="*/ 14279 h 13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7151" h="13612">
                  <a:moveTo>
                    <a:pt x="573" y="667"/>
                  </a:moveTo>
                  <a:lnTo>
                    <a:pt x="77724" y="667"/>
                  </a:lnTo>
                  <a:lnTo>
                    <a:pt x="77724" y="14279"/>
                  </a:lnTo>
                  <a:lnTo>
                    <a:pt x="573" y="14279"/>
                  </a:lnTo>
                  <a:close/>
                </a:path>
              </a:pathLst>
            </a:custGeom>
            <a:solidFill>
              <a:srgbClr val="B6B3C5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75C47A0-37EE-4DC8-9DFC-676478A9BD67}"/>
                </a:ext>
              </a:extLst>
            </p:cNvPr>
            <p:cNvSpPr/>
            <p:nvPr/>
          </p:nvSpPr>
          <p:spPr>
            <a:xfrm>
              <a:off x="2737622" y="6174788"/>
              <a:ext cx="780623" cy="608146"/>
            </a:xfrm>
            <a:custGeom>
              <a:avLst/>
              <a:gdLst>
                <a:gd name="csX0" fmla="*/ 500215 w 780623"/>
                <a:gd name="csY0" fmla="*/ 191 h 608146"/>
                <a:gd name="csX1" fmla="*/ 372418 w 780623"/>
                <a:gd name="csY1" fmla="*/ 91765 h 608146"/>
                <a:gd name="csX2" fmla="*/ 280844 w 780623"/>
                <a:gd name="csY2" fmla="*/ 191 h 608146"/>
                <a:gd name="csX3" fmla="*/ 223 w 780623"/>
                <a:gd name="csY3" fmla="*/ 191 h 608146"/>
                <a:gd name="csX4" fmla="*/ 223 w 780623"/>
                <a:gd name="csY4" fmla="*/ 608337 h 608146"/>
                <a:gd name="csX5" fmla="*/ 780847 w 780623"/>
                <a:gd name="csY5" fmla="*/ 608337 h 608146"/>
                <a:gd name="csX6" fmla="*/ 780847 w 780623"/>
                <a:gd name="csY6" fmla="*/ 191 h 608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80623" h="608146">
                  <a:moveTo>
                    <a:pt x="500215" y="191"/>
                  </a:moveTo>
                  <a:cubicBezTo>
                    <a:pt x="490213" y="60768"/>
                    <a:pt x="432996" y="101768"/>
                    <a:pt x="372418" y="91765"/>
                  </a:cubicBezTo>
                  <a:cubicBezTo>
                    <a:pt x="325430" y="84006"/>
                    <a:pt x="288603" y="47179"/>
                    <a:pt x="280844" y="191"/>
                  </a:cubicBezTo>
                  <a:lnTo>
                    <a:pt x="223" y="191"/>
                  </a:lnTo>
                  <a:lnTo>
                    <a:pt x="223" y="608337"/>
                  </a:lnTo>
                  <a:lnTo>
                    <a:pt x="780847" y="608337"/>
                  </a:lnTo>
                  <a:lnTo>
                    <a:pt x="780847" y="191"/>
                  </a:lnTo>
                  <a:close/>
                </a:path>
              </a:pathLst>
            </a:custGeom>
            <a:solidFill>
              <a:srgbClr val="D6D6E3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79B77C9-9FDE-3965-7D22-ABA46C3337FF}"/>
                </a:ext>
              </a:extLst>
            </p:cNvPr>
            <p:cNvSpPr/>
            <p:nvPr/>
          </p:nvSpPr>
          <p:spPr>
            <a:xfrm>
              <a:off x="2739894" y="6734755"/>
              <a:ext cx="780606" cy="21168"/>
            </a:xfrm>
            <a:custGeom>
              <a:avLst/>
              <a:gdLst>
                <a:gd name="csX0" fmla="*/ 453 w 780606"/>
                <a:gd name="csY0" fmla="*/ 659 h 21168"/>
                <a:gd name="csX1" fmla="*/ 781060 w 780606"/>
                <a:gd name="csY1" fmla="*/ 659 h 21168"/>
                <a:gd name="csX2" fmla="*/ 781060 w 780606"/>
                <a:gd name="csY2" fmla="*/ 21827 h 21168"/>
                <a:gd name="csX3" fmla="*/ 453 w 780606"/>
                <a:gd name="csY3" fmla="*/ 21827 h 211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80606" h="21168">
                  <a:moveTo>
                    <a:pt x="453" y="659"/>
                  </a:moveTo>
                  <a:lnTo>
                    <a:pt x="781060" y="659"/>
                  </a:lnTo>
                  <a:lnTo>
                    <a:pt x="781060" y="21827"/>
                  </a:lnTo>
                  <a:lnTo>
                    <a:pt x="453" y="21827"/>
                  </a:lnTo>
                  <a:close/>
                </a:path>
              </a:pathLst>
            </a:custGeom>
            <a:solidFill>
              <a:srgbClr val="090814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69C590A-6308-7B32-6AAC-86A70959A5FE}"/>
                </a:ext>
              </a:extLst>
            </p:cNvPr>
            <p:cNvSpPr/>
            <p:nvPr/>
          </p:nvSpPr>
          <p:spPr>
            <a:xfrm>
              <a:off x="1514524" y="4311774"/>
              <a:ext cx="3226831" cy="1878910"/>
            </a:xfrm>
            <a:custGeom>
              <a:avLst/>
              <a:gdLst>
                <a:gd name="csX0" fmla="*/ 3183554 w 3226831"/>
                <a:gd name="csY0" fmla="*/ 1879121 h 1878910"/>
                <a:gd name="csX1" fmla="*/ 43759 w 3226831"/>
                <a:gd name="csY1" fmla="*/ 1879121 h 1878910"/>
                <a:gd name="csX2" fmla="*/ 241 w 3226831"/>
                <a:gd name="csY2" fmla="*/ 1835608 h 1878910"/>
                <a:gd name="csX3" fmla="*/ 241 w 3226831"/>
                <a:gd name="csY3" fmla="*/ 43741 h 1878910"/>
                <a:gd name="csX4" fmla="*/ 43759 w 3226831"/>
                <a:gd name="csY4" fmla="*/ 217 h 1878910"/>
                <a:gd name="csX5" fmla="*/ 3183554 w 3226831"/>
                <a:gd name="csY5" fmla="*/ 217 h 1878910"/>
                <a:gd name="csX6" fmla="*/ 3227073 w 3226831"/>
                <a:gd name="csY6" fmla="*/ 43736 h 1878910"/>
                <a:gd name="csX7" fmla="*/ 3227073 w 3226831"/>
                <a:gd name="csY7" fmla="*/ 1835608 h 1878910"/>
                <a:gd name="csX8" fmla="*/ 3183554 w 3226831"/>
                <a:gd name="csY8" fmla="*/ 1879127 h 18789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226831" h="1878910">
                  <a:moveTo>
                    <a:pt x="3183554" y="1879121"/>
                  </a:moveTo>
                  <a:lnTo>
                    <a:pt x="43759" y="1879121"/>
                  </a:lnTo>
                  <a:cubicBezTo>
                    <a:pt x="19737" y="1879096"/>
                    <a:pt x="269" y="1859630"/>
                    <a:pt x="241" y="1835608"/>
                  </a:cubicBezTo>
                  <a:lnTo>
                    <a:pt x="241" y="43741"/>
                  </a:lnTo>
                  <a:cubicBezTo>
                    <a:pt x="263" y="19715"/>
                    <a:pt x="19733" y="242"/>
                    <a:pt x="43759" y="217"/>
                  </a:cubicBezTo>
                  <a:lnTo>
                    <a:pt x="3183554" y="217"/>
                  </a:lnTo>
                  <a:cubicBezTo>
                    <a:pt x="3207577" y="245"/>
                    <a:pt x="3227044" y="19713"/>
                    <a:pt x="3227073" y="43736"/>
                  </a:cubicBezTo>
                  <a:lnTo>
                    <a:pt x="3227073" y="1835608"/>
                  </a:lnTo>
                  <a:cubicBezTo>
                    <a:pt x="3227044" y="1859631"/>
                    <a:pt x="3207577" y="1879099"/>
                    <a:pt x="3183554" y="1879127"/>
                  </a:cubicBezTo>
                  <a:close/>
                </a:path>
              </a:pathLst>
            </a:custGeom>
            <a:solidFill>
              <a:srgbClr val="090814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5E52816-DAFB-DA8A-B9BD-E191301EB110}"/>
                </a:ext>
              </a:extLst>
            </p:cNvPr>
            <p:cNvSpPr/>
            <p:nvPr/>
          </p:nvSpPr>
          <p:spPr>
            <a:xfrm>
              <a:off x="1579557" y="4380303"/>
              <a:ext cx="3072505" cy="1733674"/>
            </a:xfrm>
            <a:custGeom>
              <a:avLst/>
              <a:gdLst>
                <a:gd name="csX0" fmla="*/ 252 w 3072505"/>
                <a:gd name="csY0" fmla="*/ 251 h 1733674"/>
                <a:gd name="csX1" fmla="*/ 3072758 w 3072505"/>
                <a:gd name="csY1" fmla="*/ 251 h 1733674"/>
                <a:gd name="csX2" fmla="*/ 3072758 w 3072505"/>
                <a:gd name="csY2" fmla="*/ 1733925 h 1733674"/>
                <a:gd name="csX3" fmla="*/ 252 w 3072505"/>
                <a:gd name="csY3" fmla="*/ 1733925 h 17336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072505" h="1733674">
                  <a:moveTo>
                    <a:pt x="252" y="251"/>
                  </a:moveTo>
                  <a:lnTo>
                    <a:pt x="3072758" y="251"/>
                  </a:lnTo>
                  <a:lnTo>
                    <a:pt x="3072758" y="1733925"/>
                  </a:lnTo>
                  <a:lnTo>
                    <a:pt x="252" y="1733925"/>
                  </a:ln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F4ED298-EAD8-1244-B9B9-BD2BF618BCA8}"/>
                </a:ext>
              </a:extLst>
            </p:cNvPr>
            <p:cNvSpPr/>
            <p:nvPr/>
          </p:nvSpPr>
          <p:spPr>
            <a:xfrm>
              <a:off x="1640080" y="4414645"/>
              <a:ext cx="2975725" cy="1669171"/>
            </a:xfrm>
            <a:custGeom>
              <a:avLst/>
              <a:gdLst>
                <a:gd name="csX0" fmla="*/ 24488 w 2975725"/>
                <a:gd name="csY0" fmla="*/ 257 h 1669171"/>
                <a:gd name="csX1" fmla="*/ 2951763 w 2975725"/>
                <a:gd name="csY1" fmla="*/ 257 h 1669171"/>
                <a:gd name="csX2" fmla="*/ 2975988 w 2975725"/>
                <a:gd name="csY2" fmla="*/ 24482 h 1669171"/>
                <a:gd name="csX3" fmla="*/ 2975988 w 2975725"/>
                <a:gd name="csY3" fmla="*/ 1645203 h 1669171"/>
                <a:gd name="csX4" fmla="*/ 2951763 w 2975725"/>
                <a:gd name="csY4" fmla="*/ 1669428 h 1669171"/>
                <a:gd name="csX5" fmla="*/ 24488 w 2975725"/>
                <a:gd name="csY5" fmla="*/ 1669428 h 1669171"/>
                <a:gd name="csX6" fmla="*/ 262 w 2975725"/>
                <a:gd name="csY6" fmla="*/ 1645203 h 1669171"/>
                <a:gd name="csX7" fmla="*/ 262 w 2975725"/>
                <a:gd name="csY7" fmla="*/ 24482 h 1669171"/>
                <a:gd name="csX8" fmla="*/ 24488 w 2975725"/>
                <a:gd name="csY8" fmla="*/ 257 h 16691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975725" h="1669171">
                  <a:moveTo>
                    <a:pt x="24488" y="257"/>
                  </a:moveTo>
                  <a:lnTo>
                    <a:pt x="2951763" y="257"/>
                  </a:lnTo>
                  <a:cubicBezTo>
                    <a:pt x="2965142" y="257"/>
                    <a:pt x="2975988" y="11103"/>
                    <a:pt x="2975988" y="24482"/>
                  </a:cubicBezTo>
                  <a:lnTo>
                    <a:pt x="2975988" y="1645203"/>
                  </a:lnTo>
                  <a:cubicBezTo>
                    <a:pt x="2975988" y="1658582"/>
                    <a:pt x="2965142" y="1669428"/>
                    <a:pt x="2951763" y="1669428"/>
                  </a:cubicBezTo>
                  <a:lnTo>
                    <a:pt x="24488" y="1669428"/>
                  </a:lnTo>
                  <a:cubicBezTo>
                    <a:pt x="11108" y="1669428"/>
                    <a:pt x="262" y="1658582"/>
                    <a:pt x="262" y="1645203"/>
                  </a:cubicBezTo>
                  <a:lnTo>
                    <a:pt x="262" y="24482"/>
                  </a:lnTo>
                  <a:cubicBezTo>
                    <a:pt x="262" y="11103"/>
                    <a:pt x="11108" y="257"/>
                    <a:pt x="24488" y="257"/>
                  </a:cubicBezTo>
                  <a:close/>
                </a:path>
              </a:pathLst>
            </a:custGeom>
            <a:solidFill>
              <a:srgbClr val="FFFF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866445C-AB2B-5FE8-50DA-951132CB31BB}"/>
                </a:ext>
              </a:extLst>
            </p:cNvPr>
            <p:cNvSpPr/>
            <p:nvPr/>
          </p:nvSpPr>
          <p:spPr>
            <a:xfrm>
              <a:off x="1881571" y="4755466"/>
              <a:ext cx="726030" cy="484020"/>
            </a:xfrm>
            <a:custGeom>
              <a:avLst/>
              <a:gdLst>
                <a:gd name="csX0" fmla="*/ 32570 w 726030"/>
                <a:gd name="csY0" fmla="*/ 316 h 484020"/>
                <a:gd name="csX1" fmla="*/ 694069 w 726030"/>
                <a:gd name="csY1" fmla="*/ 316 h 484020"/>
                <a:gd name="csX2" fmla="*/ 726335 w 726030"/>
                <a:gd name="csY2" fmla="*/ 32581 h 484020"/>
                <a:gd name="csX3" fmla="*/ 726335 w 726030"/>
                <a:gd name="csY3" fmla="*/ 452070 h 484020"/>
                <a:gd name="csX4" fmla="*/ 694069 w 726030"/>
                <a:gd name="csY4" fmla="*/ 484336 h 484020"/>
                <a:gd name="csX5" fmla="*/ 32570 w 726030"/>
                <a:gd name="csY5" fmla="*/ 484336 h 484020"/>
                <a:gd name="csX6" fmla="*/ 304 w 726030"/>
                <a:gd name="csY6" fmla="*/ 452070 h 484020"/>
                <a:gd name="csX7" fmla="*/ 304 w 726030"/>
                <a:gd name="csY7" fmla="*/ 32581 h 484020"/>
                <a:gd name="csX8" fmla="*/ 32570 w 726030"/>
                <a:gd name="csY8" fmla="*/ 316 h 4840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30" h="484020">
                  <a:moveTo>
                    <a:pt x="32570" y="316"/>
                  </a:moveTo>
                  <a:lnTo>
                    <a:pt x="694069" y="316"/>
                  </a:lnTo>
                  <a:cubicBezTo>
                    <a:pt x="711889" y="316"/>
                    <a:pt x="726335" y="14761"/>
                    <a:pt x="726335" y="32581"/>
                  </a:cubicBezTo>
                  <a:lnTo>
                    <a:pt x="726335" y="452070"/>
                  </a:lnTo>
                  <a:cubicBezTo>
                    <a:pt x="726335" y="469890"/>
                    <a:pt x="711889" y="484336"/>
                    <a:pt x="694069" y="484336"/>
                  </a:cubicBezTo>
                  <a:lnTo>
                    <a:pt x="32570" y="484336"/>
                  </a:lnTo>
                  <a:cubicBezTo>
                    <a:pt x="14750" y="484336"/>
                    <a:pt x="304" y="469890"/>
                    <a:pt x="304" y="452070"/>
                  </a:cubicBezTo>
                  <a:lnTo>
                    <a:pt x="304" y="32581"/>
                  </a:lnTo>
                  <a:cubicBezTo>
                    <a:pt x="304" y="14761"/>
                    <a:pt x="14750" y="316"/>
                    <a:pt x="32570" y="316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3A81CA6-2438-EA55-31D4-39F46EBA9B93}"/>
                </a:ext>
              </a:extLst>
            </p:cNvPr>
            <p:cNvSpPr/>
            <p:nvPr/>
          </p:nvSpPr>
          <p:spPr>
            <a:xfrm>
              <a:off x="2764910" y="4755466"/>
              <a:ext cx="726030" cy="484020"/>
            </a:xfrm>
            <a:custGeom>
              <a:avLst/>
              <a:gdLst>
                <a:gd name="csX0" fmla="*/ 32723 w 726030"/>
                <a:gd name="csY0" fmla="*/ 316 h 484020"/>
                <a:gd name="csX1" fmla="*/ 694222 w 726030"/>
                <a:gd name="csY1" fmla="*/ 316 h 484020"/>
                <a:gd name="csX2" fmla="*/ 726488 w 726030"/>
                <a:gd name="csY2" fmla="*/ 32581 h 484020"/>
                <a:gd name="csX3" fmla="*/ 726488 w 726030"/>
                <a:gd name="csY3" fmla="*/ 452070 h 484020"/>
                <a:gd name="csX4" fmla="*/ 694222 w 726030"/>
                <a:gd name="csY4" fmla="*/ 484336 h 484020"/>
                <a:gd name="csX5" fmla="*/ 32723 w 726030"/>
                <a:gd name="csY5" fmla="*/ 484336 h 484020"/>
                <a:gd name="csX6" fmla="*/ 457 w 726030"/>
                <a:gd name="csY6" fmla="*/ 452070 h 484020"/>
                <a:gd name="csX7" fmla="*/ 457 w 726030"/>
                <a:gd name="csY7" fmla="*/ 32581 h 484020"/>
                <a:gd name="csX8" fmla="*/ 32723 w 726030"/>
                <a:gd name="csY8" fmla="*/ 316 h 4840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30" h="484020">
                  <a:moveTo>
                    <a:pt x="32723" y="316"/>
                  </a:moveTo>
                  <a:lnTo>
                    <a:pt x="694222" y="316"/>
                  </a:lnTo>
                  <a:cubicBezTo>
                    <a:pt x="712042" y="316"/>
                    <a:pt x="726488" y="14761"/>
                    <a:pt x="726488" y="32581"/>
                  </a:cubicBezTo>
                  <a:lnTo>
                    <a:pt x="726488" y="452070"/>
                  </a:lnTo>
                  <a:cubicBezTo>
                    <a:pt x="726488" y="469890"/>
                    <a:pt x="712042" y="484336"/>
                    <a:pt x="694222" y="484336"/>
                  </a:cubicBezTo>
                  <a:lnTo>
                    <a:pt x="32723" y="484336"/>
                  </a:lnTo>
                  <a:cubicBezTo>
                    <a:pt x="14903" y="484336"/>
                    <a:pt x="457" y="469890"/>
                    <a:pt x="457" y="452070"/>
                  </a:cubicBezTo>
                  <a:lnTo>
                    <a:pt x="457" y="32581"/>
                  </a:lnTo>
                  <a:cubicBezTo>
                    <a:pt x="457" y="14761"/>
                    <a:pt x="14903" y="316"/>
                    <a:pt x="32723" y="316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E7E1A21-4652-357A-58E1-C6F979E6EE5C}"/>
                </a:ext>
              </a:extLst>
            </p:cNvPr>
            <p:cNvSpPr/>
            <p:nvPr/>
          </p:nvSpPr>
          <p:spPr>
            <a:xfrm>
              <a:off x="1881571" y="5396794"/>
              <a:ext cx="726065" cy="80704"/>
            </a:xfrm>
            <a:custGeom>
              <a:avLst/>
              <a:gdLst>
                <a:gd name="csX0" fmla="*/ 16454 w 726065"/>
                <a:gd name="csY0" fmla="*/ 427 h 80704"/>
                <a:gd name="csX1" fmla="*/ 710219 w 726065"/>
                <a:gd name="csY1" fmla="*/ 427 h 80704"/>
                <a:gd name="csX2" fmla="*/ 726370 w 726065"/>
                <a:gd name="csY2" fmla="*/ 16577 h 80704"/>
                <a:gd name="csX3" fmla="*/ 726370 w 726065"/>
                <a:gd name="csY3" fmla="*/ 64981 h 80704"/>
                <a:gd name="csX4" fmla="*/ 710219 w 726065"/>
                <a:gd name="csY4" fmla="*/ 81131 h 80704"/>
                <a:gd name="csX5" fmla="*/ 16454 w 726065"/>
                <a:gd name="csY5" fmla="*/ 81131 h 80704"/>
                <a:gd name="csX6" fmla="*/ 304 w 726065"/>
                <a:gd name="csY6" fmla="*/ 64981 h 80704"/>
                <a:gd name="csX7" fmla="*/ 304 w 726065"/>
                <a:gd name="csY7" fmla="*/ 16577 h 80704"/>
                <a:gd name="csX8" fmla="*/ 16454 w 726065"/>
                <a:gd name="csY8" fmla="*/ 42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454" y="427"/>
                  </a:moveTo>
                  <a:lnTo>
                    <a:pt x="710219" y="427"/>
                  </a:lnTo>
                  <a:cubicBezTo>
                    <a:pt x="719139" y="427"/>
                    <a:pt x="726370" y="7657"/>
                    <a:pt x="726370" y="16577"/>
                  </a:cubicBezTo>
                  <a:lnTo>
                    <a:pt x="726370" y="64981"/>
                  </a:lnTo>
                  <a:cubicBezTo>
                    <a:pt x="726370" y="73901"/>
                    <a:pt x="719139" y="81131"/>
                    <a:pt x="710219" y="81131"/>
                  </a:cubicBezTo>
                  <a:lnTo>
                    <a:pt x="16454" y="81131"/>
                  </a:lnTo>
                  <a:cubicBezTo>
                    <a:pt x="7535" y="81131"/>
                    <a:pt x="304" y="73901"/>
                    <a:pt x="304" y="64981"/>
                  </a:cubicBezTo>
                  <a:lnTo>
                    <a:pt x="304" y="16577"/>
                  </a:lnTo>
                  <a:cubicBezTo>
                    <a:pt x="304" y="7657"/>
                    <a:pt x="7535" y="427"/>
                    <a:pt x="16454" y="427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6D4F64D-CF81-8CC2-750B-72D57ECFB78C}"/>
                </a:ext>
              </a:extLst>
            </p:cNvPr>
            <p:cNvSpPr/>
            <p:nvPr/>
          </p:nvSpPr>
          <p:spPr>
            <a:xfrm>
              <a:off x="1881571" y="5542002"/>
              <a:ext cx="726065" cy="80704"/>
            </a:xfrm>
            <a:custGeom>
              <a:avLst/>
              <a:gdLst>
                <a:gd name="csX0" fmla="*/ 16454 w 726065"/>
                <a:gd name="csY0" fmla="*/ 452 h 80704"/>
                <a:gd name="csX1" fmla="*/ 710219 w 726065"/>
                <a:gd name="csY1" fmla="*/ 452 h 80704"/>
                <a:gd name="csX2" fmla="*/ 726370 w 726065"/>
                <a:gd name="csY2" fmla="*/ 16602 h 80704"/>
                <a:gd name="csX3" fmla="*/ 726370 w 726065"/>
                <a:gd name="csY3" fmla="*/ 65006 h 80704"/>
                <a:gd name="csX4" fmla="*/ 710219 w 726065"/>
                <a:gd name="csY4" fmla="*/ 81157 h 80704"/>
                <a:gd name="csX5" fmla="*/ 16454 w 726065"/>
                <a:gd name="csY5" fmla="*/ 81157 h 80704"/>
                <a:gd name="csX6" fmla="*/ 304 w 726065"/>
                <a:gd name="csY6" fmla="*/ 65006 h 80704"/>
                <a:gd name="csX7" fmla="*/ 304 w 726065"/>
                <a:gd name="csY7" fmla="*/ 16602 h 80704"/>
                <a:gd name="csX8" fmla="*/ 16454 w 726065"/>
                <a:gd name="csY8" fmla="*/ 452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454" y="452"/>
                  </a:moveTo>
                  <a:lnTo>
                    <a:pt x="710219" y="452"/>
                  </a:lnTo>
                  <a:cubicBezTo>
                    <a:pt x="719139" y="452"/>
                    <a:pt x="726370" y="7683"/>
                    <a:pt x="726370" y="16602"/>
                  </a:cubicBezTo>
                  <a:lnTo>
                    <a:pt x="726370" y="65006"/>
                  </a:lnTo>
                  <a:cubicBezTo>
                    <a:pt x="726370" y="73926"/>
                    <a:pt x="719139" y="81157"/>
                    <a:pt x="710219" y="81157"/>
                  </a:cubicBezTo>
                  <a:lnTo>
                    <a:pt x="16454" y="81157"/>
                  </a:lnTo>
                  <a:cubicBezTo>
                    <a:pt x="7535" y="81157"/>
                    <a:pt x="304" y="73926"/>
                    <a:pt x="304" y="65006"/>
                  </a:cubicBezTo>
                  <a:lnTo>
                    <a:pt x="304" y="16602"/>
                  </a:lnTo>
                  <a:cubicBezTo>
                    <a:pt x="304" y="7683"/>
                    <a:pt x="7535" y="452"/>
                    <a:pt x="16454" y="452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B330117-5E09-CAC6-8900-26B8FE0B192E}"/>
                </a:ext>
              </a:extLst>
            </p:cNvPr>
            <p:cNvSpPr/>
            <p:nvPr/>
          </p:nvSpPr>
          <p:spPr>
            <a:xfrm>
              <a:off x="1881571" y="5687209"/>
              <a:ext cx="281716" cy="80704"/>
            </a:xfrm>
            <a:custGeom>
              <a:avLst/>
              <a:gdLst>
                <a:gd name="csX0" fmla="*/ 16454 w 281716"/>
                <a:gd name="csY0" fmla="*/ 477 h 80704"/>
                <a:gd name="csX1" fmla="*/ 265871 w 281716"/>
                <a:gd name="csY1" fmla="*/ 477 h 80704"/>
                <a:gd name="csX2" fmla="*/ 282021 w 281716"/>
                <a:gd name="csY2" fmla="*/ 16627 h 80704"/>
                <a:gd name="csX3" fmla="*/ 282021 w 281716"/>
                <a:gd name="csY3" fmla="*/ 65032 h 80704"/>
                <a:gd name="csX4" fmla="*/ 265871 w 281716"/>
                <a:gd name="csY4" fmla="*/ 81182 h 80704"/>
                <a:gd name="csX5" fmla="*/ 16454 w 281716"/>
                <a:gd name="csY5" fmla="*/ 81182 h 80704"/>
                <a:gd name="csX6" fmla="*/ 304 w 281716"/>
                <a:gd name="csY6" fmla="*/ 65032 h 80704"/>
                <a:gd name="csX7" fmla="*/ 304 w 281716"/>
                <a:gd name="csY7" fmla="*/ 16627 h 80704"/>
                <a:gd name="csX8" fmla="*/ 16454 w 281716"/>
                <a:gd name="csY8" fmla="*/ 47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1716" h="80704">
                  <a:moveTo>
                    <a:pt x="16454" y="477"/>
                  </a:moveTo>
                  <a:lnTo>
                    <a:pt x="265871" y="477"/>
                  </a:lnTo>
                  <a:cubicBezTo>
                    <a:pt x="274790" y="477"/>
                    <a:pt x="282021" y="7708"/>
                    <a:pt x="282021" y="16627"/>
                  </a:cubicBezTo>
                  <a:lnTo>
                    <a:pt x="282021" y="65032"/>
                  </a:lnTo>
                  <a:cubicBezTo>
                    <a:pt x="282021" y="73951"/>
                    <a:pt x="274790" y="81182"/>
                    <a:pt x="265871" y="81182"/>
                  </a:cubicBezTo>
                  <a:lnTo>
                    <a:pt x="16454" y="81182"/>
                  </a:lnTo>
                  <a:cubicBezTo>
                    <a:pt x="7535" y="81182"/>
                    <a:pt x="304" y="73951"/>
                    <a:pt x="304" y="65032"/>
                  </a:cubicBezTo>
                  <a:lnTo>
                    <a:pt x="304" y="16627"/>
                  </a:lnTo>
                  <a:cubicBezTo>
                    <a:pt x="304" y="7708"/>
                    <a:pt x="7535" y="477"/>
                    <a:pt x="16454" y="477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3403111-B78F-9861-63D4-EEAF90AC5027}"/>
                </a:ext>
              </a:extLst>
            </p:cNvPr>
            <p:cNvSpPr/>
            <p:nvPr/>
          </p:nvSpPr>
          <p:spPr>
            <a:xfrm>
              <a:off x="2764910" y="5396794"/>
              <a:ext cx="726065" cy="80704"/>
            </a:xfrm>
            <a:custGeom>
              <a:avLst/>
              <a:gdLst>
                <a:gd name="csX0" fmla="*/ 16608 w 726065"/>
                <a:gd name="csY0" fmla="*/ 427 h 80704"/>
                <a:gd name="csX1" fmla="*/ 710373 w 726065"/>
                <a:gd name="csY1" fmla="*/ 427 h 80704"/>
                <a:gd name="csX2" fmla="*/ 726523 w 726065"/>
                <a:gd name="csY2" fmla="*/ 16577 h 80704"/>
                <a:gd name="csX3" fmla="*/ 726523 w 726065"/>
                <a:gd name="csY3" fmla="*/ 64981 h 80704"/>
                <a:gd name="csX4" fmla="*/ 710372 w 726065"/>
                <a:gd name="csY4" fmla="*/ 81131 h 80704"/>
                <a:gd name="csX5" fmla="*/ 16608 w 726065"/>
                <a:gd name="csY5" fmla="*/ 81131 h 80704"/>
                <a:gd name="csX6" fmla="*/ 457 w 726065"/>
                <a:gd name="csY6" fmla="*/ 64981 h 80704"/>
                <a:gd name="csX7" fmla="*/ 457 w 726065"/>
                <a:gd name="csY7" fmla="*/ 16577 h 80704"/>
                <a:gd name="csX8" fmla="*/ 16608 w 726065"/>
                <a:gd name="csY8" fmla="*/ 42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608" y="427"/>
                  </a:moveTo>
                  <a:lnTo>
                    <a:pt x="710373" y="427"/>
                  </a:lnTo>
                  <a:cubicBezTo>
                    <a:pt x="719292" y="427"/>
                    <a:pt x="726523" y="7657"/>
                    <a:pt x="726523" y="16577"/>
                  </a:cubicBezTo>
                  <a:lnTo>
                    <a:pt x="726523" y="64981"/>
                  </a:lnTo>
                  <a:cubicBezTo>
                    <a:pt x="726523" y="73901"/>
                    <a:pt x="719292" y="81131"/>
                    <a:pt x="710372" y="81131"/>
                  </a:cubicBezTo>
                  <a:lnTo>
                    <a:pt x="16608" y="81131"/>
                  </a:lnTo>
                  <a:cubicBezTo>
                    <a:pt x="7688" y="81131"/>
                    <a:pt x="457" y="73901"/>
                    <a:pt x="457" y="64981"/>
                  </a:cubicBezTo>
                  <a:lnTo>
                    <a:pt x="457" y="16577"/>
                  </a:lnTo>
                  <a:cubicBezTo>
                    <a:pt x="457" y="7657"/>
                    <a:pt x="7688" y="427"/>
                    <a:pt x="16608" y="427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2710348-2BAC-6643-CB40-6BB6F1CC431A}"/>
                </a:ext>
              </a:extLst>
            </p:cNvPr>
            <p:cNvSpPr/>
            <p:nvPr/>
          </p:nvSpPr>
          <p:spPr>
            <a:xfrm>
              <a:off x="2764910" y="5542002"/>
              <a:ext cx="726065" cy="80704"/>
            </a:xfrm>
            <a:custGeom>
              <a:avLst/>
              <a:gdLst>
                <a:gd name="csX0" fmla="*/ 16608 w 726065"/>
                <a:gd name="csY0" fmla="*/ 452 h 80704"/>
                <a:gd name="csX1" fmla="*/ 710373 w 726065"/>
                <a:gd name="csY1" fmla="*/ 452 h 80704"/>
                <a:gd name="csX2" fmla="*/ 726523 w 726065"/>
                <a:gd name="csY2" fmla="*/ 16602 h 80704"/>
                <a:gd name="csX3" fmla="*/ 726523 w 726065"/>
                <a:gd name="csY3" fmla="*/ 65006 h 80704"/>
                <a:gd name="csX4" fmla="*/ 710372 w 726065"/>
                <a:gd name="csY4" fmla="*/ 81157 h 80704"/>
                <a:gd name="csX5" fmla="*/ 16608 w 726065"/>
                <a:gd name="csY5" fmla="*/ 81157 h 80704"/>
                <a:gd name="csX6" fmla="*/ 457 w 726065"/>
                <a:gd name="csY6" fmla="*/ 65006 h 80704"/>
                <a:gd name="csX7" fmla="*/ 457 w 726065"/>
                <a:gd name="csY7" fmla="*/ 16602 h 80704"/>
                <a:gd name="csX8" fmla="*/ 16608 w 726065"/>
                <a:gd name="csY8" fmla="*/ 452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608" y="452"/>
                  </a:moveTo>
                  <a:lnTo>
                    <a:pt x="710373" y="452"/>
                  </a:lnTo>
                  <a:cubicBezTo>
                    <a:pt x="719292" y="452"/>
                    <a:pt x="726523" y="7683"/>
                    <a:pt x="726523" y="16602"/>
                  </a:cubicBezTo>
                  <a:lnTo>
                    <a:pt x="726523" y="65006"/>
                  </a:lnTo>
                  <a:cubicBezTo>
                    <a:pt x="726523" y="73926"/>
                    <a:pt x="719292" y="81157"/>
                    <a:pt x="710372" y="81157"/>
                  </a:cubicBezTo>
                  <a:lnTo>
                    <a:pt x="16608" y="81157"/>
                  </a:lnTo>
                  <a:cubicBezTo>
                    <a:pt x="7688" y="81157"/>
                    <a:pt x="457" y="73926"/>
                    <a:pt x="457" y="65006"/>
                  </a:cubicBezTo>
                  <a:lnTo>
                    <a:pt x="457" y="16602"/>
                  </a:lnTo>
                  <a:cubicBezTo>
                    <a:pt x="457" y="7683"/>
                    <a:pt x="7688" y="452"/>
                    <a:pt x="16608" y="452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F0C580E-7AF7-8E4F-BB63-F7826E119C4D}"/>
                </a:ext>
              </a:extLst>
            </p:cNvPr>
            <p:cNvSpPr/>
            <p:nvPr/>
          </p:nvSpPr>
          <p:spPr>
            <a:xfrm>
              <a:off x="2764910" y="5687209"/>
              <a:ext cx="281716" cy="80704"/>
            </a:xfrm>
            <a:custGeom>
              <a:avLst/>
              <a:gdLst>
                <a:gd name="csX0" fmla="*/ 16608 w 281716"/>
                <a:gd name="csY0" fmla="*/ 477 h 80704"/>
                <a:gd name="csX1" fmla="*/ 266024 w 281716"/>
                <a:gd name="csY1" fmla="*/ 477 h 80704"/>
                <a:gd name="csX2" fmla="*/ 282174 w 281716"/>
                <a:gd name="csY2" fmla="*/ 16627 h 80704"/>
                <a:gd name="csX3" fmla="*/ 282174 w 281716"/>
                <a:gd name="csY3" fmla="*/ 65032 h 80704"/>
                <a:gd name="csX4" fmla="*/ 266024 w 281716"/>
                <a:gd name="csY4" fmla="*/ 81182 h 80704"/>
                <a:gd name="csX5" fmla="*/ 16608 w 281716"/>
                <a:gd name="csY5" fmla="*/ 81182 h 80704"/>
                <a:gd name="csX6" fmla="*/ 457 w 281716"/>
                <a:gd name="csY6" fmla="*/ 65032 h 80704"/>
                <a:gd name="csX7" fmla="*/ 457 w 281716"/>
                <a:gd name="csY7" fmla="*/ 16627 h 80704"/>
                <a:gd name="csX8" fmla="*/ 16608 w 281716"/>
                <a:gd name="csY8" fmla="*/ 47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1716" h="80704">
                  <a:moveTo>
                    <a:pt x="16608" y="477"/>
                  </a:moveTo>
                  <a:lnTo>
                    <a:pt x="266024" y="477"/>
                  </a:lnTo>
                  <a:cubicBezTo>
                    <a:pt x="274943" y="477"/>
                    <a:pt x="282174" y="7708"/>
                    <a:pt x="282174" y="16627"/>
                  </a:cubicBezTo>
                  <a:lnTo>
                    <a:pt x="282174" y="65032"/>
                  </a:lnTo>
                  <a:cubicBezTo>
                    <a:pt x="282174" y="73951"/>
                    <a:pt x="274943" y="81182"/>
                    <a:pt x="266024" y="81182"/>
                  </a:cubicBezTo>
                  <a:lnTo>
                    <a:pt x="16608" y="81182"/>
                  </a:lnTo>
                  <a:cubicBezTo>
                    <a:pt x="7688" y="81182"/>
                    <a:pt x="457" y="73951"/>
                    <a:pt x="457" y="65032"/>
                  </a:cubicBezTo>
                  <a:lnTo>
                    <a:pt x="457" y="16627"/>
                  </a:lnTo>
                  <a:cubicBezTo>
                    <a:pt x="457" y="7708"/>
                    <a:pt x="7688" y="477"/>
                    <a:pt x="16608" y="477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07F840E-C160-257C-C345-E96E9A5974DD}"/>
                </a:ext>
              </a:extLst>
            </p:cNvPr>
            <p:cNvSpPr/>
            <p:nvPr/>
          </p:nvSpPr>
          <p:spPr>
            <a:xfrm>
              <a:off x="3624047" y="4755466"/>
              <a:ext cx="726030" cy="484020"/>
            </a:xfrm>
            <a:custGeom>
              <a:avLst/>
              <a:gdLst>
                <a:gd name="csX0" fmla="*/ 32872 w 726030"/>
                <a:gd name="csY0" fmla="*/ 316 h 484020"/>
                <a:gd name="csX1" fmla="*/ 694371 w 726030"/>
                <a:gd name="csY1" fmla="*/ 316 h 484020"/>
                <a:gd name="csX2" fmla="*/ 726637 w 726030"/>
                <a:gd name="csY2" fmla="*/ 32581 h 484020"/>
                <a:gd name="csX3" fmla="*/ 726637 w 726030"/>
                <a:gd name="csY3" fmla="*/ 452070 h 484020"/>
                <a:gd name="csX4" fmla="*/ 694371 w 726030"/>
                <a:gd name="csY4" fmla="*/ 484336 h 484020"/>
                <a:gd name="csX5" fmla="*/ 32872 w 726030"/>
                <a:gd name="csY5" fmla="*/ 484336 h 484020"/>
                <a:gd name="csX6" fmla="*/ 606 w 726030"/>
                <a:gd name="csY6" fmla="*/ 452070 h 484020"/>
                <a:gd name="csX7" fmla="*/ 606 w 726030"/>
                <a:gd name="csY7" fmla="*/ 32581 h 484020"/>
                <a:gd name="csX8" fmla="*/ 32872 w 726030"/>
                <a:gd name="csY8" fmla="*/ 316 h 4840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30" h="484020">
                  <a:moveTo>
                    <a:pt x="32872" y="316"/>
                  </a:moveTo>
                  <a:lnTo>
                    <a:pt x="694371" y="316"/>
                  </a:lnTo>
                  <a:cubicBezTo>
                    <a:pt x="712191" y="316"/>
                    <a:pt x="726637" y="14761"/>
                    <a:pt x="726637" y="32581"/>
                  </a:cubicBezTo>
                  <a:lnTo>
                    <a:pt x="726637" y="452070"/>
                  </a:lnTo>
                  <a:cubicBezTo>
                    <a:pt x="726637" y="469890"/>
                    <a:pt x="712191" y="484336"/>
                    <a:pt x="694371" y="484336"/>
                  </a:cubicBezTo>
                  <a:lnTo>
                    <a:pt x="32872" y="484336"/>
                  </a:lnTo>
                  <a:cubicBezTo>
                    <a:pt x="15052" y="484336"/>
                    <a:pt x="606" y="469890"/>
                    <a:pt x="606" y="452070"/>
                  </a:cubicBezTo>
                  <a:lnTo>
                    <a:pt x="606" y="32581"/>
                  </a:lnTo>
                  <a:cubicBezTo>
                    <a:pt x="606" y="14761"/>
                    <a:pt x="15052" y="316"/>
                    <a:pt x="32872" y="316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9B15432-0740-4152-45B1-A715F73AEC0B}"/>
                </a:ext>
              </a:extLst>
            </p:cNvPr>
            <p:cNvSpPr/>
            <p:nvPr/>
          </p:nvSpPr>
          <p:spPr>
            <a:xfrm>
              <a:off x="3624047" y="5396794"/>
              <a:ext cx="726065" cy="80704"/>
            </a:xfrm>
            <a:custGeom>
              <a:avLst/>
              <a:gdLst>
                <a:gd name="csX0" fmla="*/ 16756 w 726065"/>
                <a:gd name="csY0" fmla="*/ 427 h 80704"/>
                <a:gd name="csX1" fmla="*/ 710521 w 726065"/>
                <a:gd name="csY1" fmla="*/ 427 h 80704"/>
                <a:gd name="csX2" fmla="*/ 726672 w 726065"/>
                <a:gd name="csY2" fmla="*/ 16577 h 80704"/>
                <a:gd name="csX3" fmla="*/ 726672 w 726065"/>
                <a:gd name="csY3" fmla="*/ 64981 h 80704"/>
                <a:gd name="csX4" fmla="*/ 710521 w 726065"/>
                <a:gd name="csY4" fmla="*/ 81131 h 80704"/>
                <a:gd name="csX5" fmla="*/ 16756 w 726065"/>
                <a:gd name="csY5" fmla="*/ 81131 h 80704"/>
                <a:gd name="csX6" fmla="*/ 606 w 726065"/>
                <a:gd name="csY6" fmla="*/ 64981 h 80704"/>
                <a:gd name="csX7" fmla="*/ 606 w 726065"/>
                <a:gd name="csY7" fmla="*/ 16577 h 80704"/>
                <a:gd name="csX8" fmla="*/ 16756 w 726065"/>
                <a:gd name="csY8" fmla="*/ 42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756" y="427"/>
                  </a:moveTo>
                  <a:lnTo>
                    <a:pt x="710521" y="427"/>
                  </a:lnTo>
                  <a:cubicBezTo>
                    <a:pt x="719441" y="427"/>
                    <a:pt x="726672" y="7657"/>
                    <a:pt x="726672" y="16577"/>
                  </a:cubicBezTo>
                  <a:lnTo>
                    <a:pt x="726672" y="64981"/>
                  </a:lnTo>
                  <a:cubicBezTo>
                    <a:pt x="726672" y="73901"/>
                    <a:pt x="719441" y="81131"/>
                    <a:pt x="710521" y="81131"/>
                  </a:cubicBezTo>
                  <a:lnTo>
                    <a:pt x="16756" y="81131"/>
                  </a:lnTo>
                  <a:cubicBezTo>
                    <a:pt x="7837" y="81131"/>
                    <a:pt x="606" y="73901"/>
                    <a:pt x="606" y="64981"/>
                  </a:cubicBezTo>
                  <a:lnTo>
                    <a:pt x="606" y="16577"/>
                  </a:lnTo>
                  <a:cubicBezTo>
                    <a:pt x="606" y="7657"/>
                    <a:pt x="7837" y="427"/>
                    <a:pt x="16756" y="427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ACC7597-94C2-CA8E-83CC-CDB68ECE028B}"/>
                </a:ext>
              </a:extLst>
            </p:cNvPr>
            <p:cNvSpPr/>
            <p:nvPr/>
          </p:nvSpPr>
          <p:spPr>
            <a:xfrm>
              <a:off x="3624047" y="5542002"/>
              <a:ext cx="726065" cy="80704"/>
            </a:xfrm>
            <a:custGeom>
              <a:avLst/>
              <a:gdLst>
                <a:gd name="csX0" fmla="*/ 16756 w 726065"/>
                <a:gd name="csY0" fmla="*/ 452 h 80704"/>
                <a:gd name="csX1" fmla="*/ 710521 w 726065"/>
                <a:gd name="csY1" fmla="*/ 452 h 80704"/>
                <a:gd name="csX2" fmla="*/ 726672 w 726065"/>
                <a:gd name="csY2" fmla="*/ 16602 h 80704"/>
                <a:gd name="csX3" fmla="*/ 726672 w 726065"/>
                <a:gd name="csY3" fmla="*/ 65006 h 80704"/>
                <a:gd name="csX4" fmla="*/ 710521 w 726065"/>
                <a:gd name="csY4" fmla="*/ 81157 h 80704"/>
                <a:gd name="csX5" fmla="*/ 16756 w 726065"/>
                <a:gd name="csY5" fmla="*/ 81157 h 80704"/>
                <a:gd name="csX6" fmla="*/ 606 w 726065"/>
                <a:gd name="csY6" fmla="*/ 65006 h 80704"/>
                <a:gd name="csX7" fmla="*/ 606 w 726065"/>
                <a:gd name="csY7" fmla="*/ 16602 h 80704"/>
                <a:gd name="csX8" fmla="*/ 16756 w 726065"/>
                <a:gd name="csY8" fmla="*/ 452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756" y="452"/>
                  </a:moveTo>
                  <a:lnTo>
                    <a:pt x="710521" y="452"/>
                  </a:lnTo>
                  <a:cubicBezTo>
                    <a:pt x="719441" y="452"/>
                    <a:pt x="726672" y="7683"/>
                    <a:pt x="726672" y="16602"/>
                  </a:cubicBezTo>
                  <a:lnTo>
                    <a:pt x="726672" y="65006"/>
                  </a:lnTo>
                  <a:cubicBezTo>
                    <a:pt x="726672" y="73926"/>
                    <a:pt x="719441" y="81157"/>
                    <a:pt x="710521" y="81157"/>
                  </a:cubicBezTo>
                  <a:lnTo>
                    <a:pt x="16756" y="81157"/>
                  </a:lnTo>
                  <a:cubicBezTo>
                    <a:pt x="7837" y="81157"/>
                    <a:pt x="606" y="73926"/>
                    <a:pt x="606" y="65006"/>
                  </a:cubicBezTo>
                  <a:lnTo>
                    <a:pt x="606" y="16602"/>
                  </a:lnTo>
                  <a:cubicBezTo>
                    <a:pt x="606" y="7683"/>
                    <a:pt x="7837" y="452"/>
                    <a:pt x="16756" y="452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244F95E-82DC-89BC-554A-2EA28DA435BD}"/>
                </a:ext>
              </a:extLst>
            </p:cNvPr>
            <p:cNvSpPr/>
            <p:nvPr/>
          </p:nvSpPr>
          <p:spPr>
            <a:xfrm>
              <a:off x="3624047" y="5687209"/>
              <a:ext cx="281716" cy="80704"/>
            </a:xfrm>
            <a:custGeom>
              <a:avLst/>
              <a:gdLst>
                <a:gd name="csX0" fmla="*/ 16756 w 281716"/>
                <a:gd name="csY0" fmla="*/ 477 h 80704"/>
                <a:gd name="csX1" fmla="*/ 266173 w 281716"/>
                <a:gd name="csY1" fmla="*/ 477 h 80704"/>
                <a:gd name="csX2" fmla="*/ 282323 w 281716"/>
                <a:gd name="csY2" fmla="*/ 16627 h 80704"/>
                <a:gd name="csX3" fmla="*/ 282323 w 281716"/>
                <a:gd name="csY3" fmla="*/ 65032 h 80704"/>
                <a:gd name="csX4" fmla="*/ 266173 w 281716"/>
                <a:gd name="csY4" fmla="*/ 81182 h 80704"/>
                <a:gd name="csX5" fmla="*/ 16756 w 281716"/>
                <a:gd name="csY5" fmla="*/ 81182 h 80704"/>
                <a:gd name="csX6" fmla="*/ 606 w 281716"/>
                <a:gd name="csY6" fmla="*/ 65032 h 80704"/>
                <a:gd name="csX7" fmla="*/ 606 w 281716"/>
                <a:gd name="csY7" fmla="*/ 16627 h 80704"/>
                <a:gd name="csX8" fmla="*/ 16756 w 281716"/>
                <a:gd name="csY8" fmla="*/ 47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1716" h="80704">
                  <a:moveTo>
                    <a:pt x="16756" y="477"/>
                  </a:moveTo>
                  <a:lnTo>
                    <a:pt x="266173" y="477"/>
                  </a:lnTo>
                  <a:cubicBezTo>
                    <a:pt x="275092" y="477"/>
                    <a:pt x="282323" y="7708"/>
                    <a:pt x="282323" y="16627"/>
                  </a:cubicBezTo>
                  <a:lnTo>
                    <a:pt x="282323" y="65032"/>
                  </a:lnTo>
                  <a:cubicBezTo>
                    <a:pt x="282323" y="73951"/>
                    <a:pt x="275092" y="81182"/>
                    <a:pt x="266173" y="81182"/>
                  </a:cubicBezTo>
                  <a:lnTo>
                    <a:pt x="16756" y="81182"/>
                  </a:lnTo>
                  <a:cubicBezTo>
                    <a:pt x="7837" y="81182"/>
                    <a:pt x="606" y="73951"/>
                    <a:pt x="606" y="65032"/>
                  </a:cubicBezTo>
                  <a:lnTo>
                    <a:pt x="606" y="16627"/>
                  </a:lnTo>
                  <a:cubicBezTo>
                    <a:pt x="606" y="7708"/>
                    <a:pt x="7837" y="477"/>
                    <a:pt x="16756" y="477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31" name="Graphic 5">
            <a:extLst>
              <a:ext uri="{FF2B5EF4-FFF2-40B4-BE49-F238E27FC236}">
                <a16:creationId xmlns:a16="http://schemas.microsoft.com/office/drawing/2014/main" id="{B6668565-12BF-8D24-2EC0-941CFC255425}"/>
              </a:ext>
            </a:extLst>
          </p:cNvPr>
          <p:cNvGrpSpPr/>
          <p:nvPr/>
        </p:nvGrpSpPr>
        <p:grpSpPr>
          <a:xfrm>
            <a:off x="126999" y="3477670"/>
            <a:ext cx="1798436" cy="199823"/>
            <a:chOff x="126999" y="3477670"/>
            <a:chExt cx="1798436" cy="199823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8069345-3469-70E5-4FCD-3CFC08C23C62}"/>
                </a:ext>
              </a:extLst>
            </p:cNvPr>
            <p:cNvSpPr/>
            <p:nvPr/>
          </p:nvSpPr>
          <p:spPr>
            <a:xfrm>
              <a:off x="126999" y="3477670"/>
              <a:ext cx="1798436" cy="199823"/>
            </a:xfrm>
            <a:custGeom>
              <a:avLst/>
              <a:gdLst>
                <a:gd name="csX0" fmla="*/ 59946 w 1798436"/>
                <a:gd name="csY0" fmla="*/ 94 h 199823"/>
                <a:gd name="csX1" fmla="*/ 1738450 w 1798436"/>
                <a:gd name="csY1" fmla="*/ 94 h 199823"/>
                <a:gd name="csX2" fmla="*/ 1798436 w 1798436"/>
                <a:gd name="csY2" fmla="*/ 60000 h 199823"/>
                <a:gd name="csX3" fmla="*/ 1798436 w 1798436"/>
                <a:gd name="csY3" fmla="*/ 60040 h 199823"/>
                <a:gd name="csX4" fmla="*/ 1798436 w 1798436"/>
                <a:gd name="csY4" fmla="*/ 139972 h 199823"/>
                <a:gd name="csX5" fmla="*/ 1738490 w 1798436"/>
                <a:gd name="csY5" fmla="*/ 199918 h 199823"/>
                <a:gd name="csX6" fmla="*/ 1738450 w 1798436"/>
                <a:gd name="csY6" fmla="*/ 199918 h 199823"/>
                <a:gd name="csX7" fmla="*/ 59946 w 1798436"/>
                <a:gd name="csY7" fmla="*/ 199918 h 199823"/>
                <a:gd name="csX8" fmla="*/ 0 w 1798436"/>
                <a:gd name="csY8" fmla="*/ 139972 h 199823"/>
                <a:gd name="csX9" fmla="*/ 0 w 1798436"/>
                <a:gd name="csY9" fmla="*/ 60040 h 199823"/>
                <a:gd name="csX10" fmla="*/ 59946 w 1798436"/>
                <a:gd name="csY10" fmla="*/ 94 h 199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798436" h="199823">
                  <a:moveTo>
                    <a:pt x="59946" y="94"/>
                  </a:moveTo>
                  <a:lnTo>
                    <a:pt x="1738450" y="94"/>
                  </a:lnTo>
                  <a:cubicBezTo>
                    <a:pt x="1771557" y="72"/>
                    <a:pt x="1798414" y="26892"/>
                    <a:pt x="1798436" y="60000"/>
                  </a:cubicBezTo>
                  <a:cubicBezTo>
                    <a:pt x="1798436" y="60013"/>
                    <a:pt x="1798436" y="60027"/>
                    <a:pt x="1798436" y="60040"/>
                  </a:cubicBezTo>
                  <a:lnTo>
                    <a:pt x="1798436" y="139972"/>
                  </a:lnTo>
                  <a:cubicBezTo>
                    <a:pt x="1798436" y="173079"/>
                    <a:pt x="1771598" y="199918"/>
                    <a:pt x="1738490" y="199918"/>
                  </a:cubicBezTo>
                  <a:cubicBezTo>
                    <a:pt x="1738477" y="199918"/>
                    <a:pt x="1738463" y="199918"/>
                    <a:pt x="1738450" y="199918"/>
                  </a:cubicBezTo>
                  <a:lnTo>
                    <a:pt x="59946" y="199918"/>
                  </a:lnTo>
                  <a:cubicBezTo>
                    <a:pt x="26839" y="199918"/>
                    <a:pt x="0" y="173079"/>
                    <a:pt x="0" y="139972"/>
                  </a:cubicBezTo>
                  <a:lnTo>
                    <a:pt x="0" y="60040"/>
                  </a:lnTo>
                  <a:cubicBezTo>
                    <a:pt x="0" y="26933"/>
                    <a:pt x="26839" y="94"/>
                    <a:pt x="59946" y="94"/>
                  </a:cubicBezTo>
                  <a:close/>
                </a:path>
              </a:pathLst>
            </a:custGeom>
            <a:solidFill>
              <a:srgbClr val="FFFF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6269081-2CB4-A109-0A46-B19E1DA70898}"/>
                </a:ext>
              </a:extLst>
            </p:cNvPr>
            <p:cNvSpPr/>
            <p:nvPr/>
          </p:nvSpPr>
          <p:spPr>
            <a:xfrm>
              <a:off x="126999" y="3477670"/>
              <a:ext cx="1798436" cy="199823"/>
            </a:xfrm>
            <a:custGeom>
              <a:avLst/>
              <a:gdLst>
                <a:gd name="csX0" fmla="*/ 59946 w 1798436"/>
                <a:gd name="csY0" fmla="*/ 10084 h 199823"/>
                <a:gd name="csX1" fmla="*/ 9990 w 1798436"/>
                <a:gd name="csY1" fmla="*/ 60040 h 199823"/>
                <a:gd name="csX2" fmla="*/ 9990 w 1798436"/>
                <a:gd name="csY2" fmla="*/ 139972 h 199823"/>
                <a:gd name="csX3" fmla="*/ 59946 w 1798436"/>
                <a:gd name="csY3" fmla="*/ 189928 h 199823"/>
                <a:gd name="csX4" fmla="*/ 1738450 w 1798436"/>
                <a:gd name="csY4" fmla="*/ 189928 h 199823"/>
                <a:gd name="csX5" fmla="*/ 1788406 w 1798436"/>
                <a:gd name="csY5" fmla="*/ 139972 h 199823"/>
                <a:gd name="csX6" fmla="*/ 1788406 w 1798436"/>
                <a:gd name="csY6" fmla="*/ 60040 h 199823"/>
                <a:gd name="csX7" fmla="*/ 1738450 w 1798436"/>
                <a:gd name="csY7" fmla="*/ 10084 h 199823"/>
                <a:gd name="csX8" fmla="*/ 59946 w 1798436"/>
                <a:gd name="csY8" fmla="*/ 10084 h 199823"/>
                <a:gd name="csX9" fmla="*/ 59946 w 1798436"/>
                <a:gd name="csY9" fmla="*/ 94 h 199823"/>
                <a:gd name="csX10" fmla="*/ 1738450 w 1798436"/>
                <a:gd name="csY10" fmla="*/ 94 h 199823"/>
                <a:gd name="csX11" fmla="*/ 1798436 w 1798436"/>
                <a:gd name="csY11" fmla="*/ 60000 h 199823"/>
                <a:gd name="csX12" fmla="*/ 1798436 w 1798436"/>
                <a:gd name="csY12" fmla="*/ 60040 h 199823"/>
                <a:gd name="csX13" fmla="*/ 1798436 w 1798436"/>
                <a:gd name="csY13" fmla="*/ 139972 h 199823"/>
                <a:gd name="csX14" fmla="*/ 1738490 w 1798436"/>
                <a:gd name="csY14" fmla="*/ 199918 h 199823"/>
                <a:gd name="csX15" fmla="*/ 1738450 w 1798436"/>
                <a:gd name="csY15" fmla="*/ 199918 h 199823"/>
                <a:gd name="csX16" fmla="*/ 59946 w 1798436"/>
                <a:gd name="csY16" fmla="*/ 199918 h 199823"/>
                <a:gd name="csX17" fmla="*/ 0 w 1798436"/>
                <a:gd name="csY17" fmla="*/ 139972 h 199823"/>
                <a:gd name="csX18" fmla="*/ 0 w 1798436"/>
                <a:gd name="csY18" fmla="*/ 60040 h 199823"/>
                <a:gd name="csX19" fmla="*/ 59946 w 1798436"/>
                <a:gd name="csY19" fmla="*/ 94 h 199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798436" h="199823">
                  <a:moveTo>
                    <a:pt x="59946" y="10084"/>
                  </a:moveTo>
                  <a:cubicBezTo>
                    <a:pt x="32369" y="10116"/>
                    <a:pt x="10022" y="32463"/>
                    <a:pt x="9990" y="60040"/>
                  </a:cubicBezTo>
                  <a:lnTo>
                    <a:pt x="9990" y="139972"/>
                  </a:lnTo>
                  <a:cubicBezTo>
                    <a:pt x="10022" y="167549"/>
                    <a:pt x="32369" y="189896"/>
                    <a:pt x="59946" y="189928"/>
                  </a:cubicBezTo>
                  <a:lnTo>
                    <a:pt x="1738450" y="189928"/>
                  </a:lnTo>
                  <a:cubicBezTo>
                    <a:pt x="1766027" y="189896"/>
                    <a:pt x="1788374" y="167549"/>
                    <a:pt x="1788406" y="139972"/>
                  </a:cubicBezTo>
                  <a:lnTo>
                    <a:pt x="1788406" y="60040"/>
                  </a:lnTo>
                  <a:cubicBezTo>
                    <a:pt x="1788374" y="32463"/>
                    <a:pt x="1766027" y="10116"/>
                    <a:pt x="1738450" y="10084"/>
                  </a:cubicBezTo>
                  <a:lnTo>
                    <a:pt x="59946" y="10084"/>
                  </a:lnTo>
                  <a:moveTo>
                    <a:pt x="59946" y="94"/>
                  </a:moveTo>
                  <a:lnTo>
                    <a:pt x="1738450" y="94"/>
                  </a:lnTo>
                  <a:cubicBezTo>
                    <a:pt x="1771557" y="72"/>
                    <a:pt x="1798414" y="26892"/>
                    <a:pt x="1798436" y="60000"/>
                  </a:cubicBezTo>
                  <a:cubicBezTo>
                    <a:pt x="1798436" y="60013"/>
                    <a:pt x="1798436" y="60027"/>
                    <a:pt x="1798436" y="60040"/>
                  </a:cubicBezTo>
                  <a:lnTo>
                    <a:pt x="1798436" y="139972"/>
                  </a:lnTo>
                  <a:cubicBezTo>
                    <a:pt x="1798436" y="173079"/>
                    <a:pt x="1771598" y="199918"/>
                    <a:pt x="1738490" y="199918"/>
                  </a:cubicBezTo>
                  <a:cubicBezTo>
                    <a:pt x="1738477" y="199918"/>
                    <a:pt x="1738463" y="199918"/>
                    <a:pt x="1738450" y="199918"/>
                  </a:cubicBezTo>
                  <a:lnTo>
                    <a:pt x="59946" y="199918"/>
                  </a:lnTo>
                  <a:cubicBezTo>
                    <a:pt x="26839" y="199918"/>
                    <a:pt x="0" y="173079"/>
                    <a:pt x="0" y="139972"/>
                  </a:cubicBezTo>
                  <a:lnTo>
                    <a:pt x="0" y="60040"/>
                  </a:lnTo>
                  <a:cubicBezTo>
                    <a:pt x="0" y="26933"/>
                    <a:pt x="26839" y="94"/>
                    <a:pt x="59946" y="94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793FC3ED-FFBE-F691-7F4D-CC6D1BBA9FDD}"/>
                </a:ext>
              </a:extLst>
            </p:cNvPr>
            <p:cNvSpPr/>
            <p:nvPr/>
          </p:nvSpPr>
          <p:spPr>
            <a:xfrm>
              <a:off x="246897" y="3517636"/>
              <a:ext cx="119891" cy="119891"/>
            </a:xfrm>
            <a:custGeom>
              <a:avLst/>
              <a:gdLst>
                <a:gd name="csX0" fmla="*/ 59967 w 119891"/>
                <a:gd name="csY0" fmla="*/ 101 h 119891"/>
                <a:gd name="csX1" fmla="*/ 119913 w 119891"/>
                <a:gd name="csY1" fmla="*/ 60047 h 119891"/>
                <a:gd name="csX2" fmla="*/ 59967 w 119891"/>
                <a:gd name="csY2" fmla="*/ 119993 h 119891"/>
                <a:gd name="csX3" fmla="*/ 21 w 119891"/>
                <a:gd name="csY3" fmla="*/ 60047 h 119891"/>
                <a:gd name="csX4" fmla="*/ 59967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59967" y="101"/>
                  </a:moveTo>
                  <a:cubicBezTo>
                    <a:pt x="93074" y="101"/>
                    <a:pt x="119913" y="26940"/>
                    <a:pt x="119913" y="60047"/>
                  </a:cubicBezTo>
                  <a:cubicBezTo>
                    <a:pt x="119913" y="93154"/>
                    <a:pt x="93074" y="119993"/>
                    <a:pt x="59967" y="119993"/>
                  </a:cubicBezTo>
                  <a:cubicBezTo>
                    <a:pt x="26860" y="119993"/>
                    <a:pt x="21" y="93154"/>
                    <a:pt x="21" y="60047"/>
                  </a:cubicBezTo>
                  <a:cubicBezTo>
                    <a:pt x="21" y="26940"/>
                    <a:pt x="26860" y="101"/>
                    <a:pt x="59967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226868E-31F0-0771-39AB-B660FE0D4960}"/>
                </a:ext>
              </a:extLst>
            </p:cNvPr>
            <p:cNvSpPr/>
            <p:nvPr/>
          </p:nvSpPr>
          <p:spPr>
            <a:xfrm>
              <a:off x="486687" y="3517636"/>
              <a:ext cx="119891" cy="119891"/>
            </a:xfrm>
            <a:custGeom>
              <a:avLst/>
              <a:gdLst>
                <a:gd name="csX0" fmla="*/ 60008 w 119891"/>
                <a:gd name="csY0" fmla="*/ 101 h 119891"/>
                <a:gd name="csX1" fmla="*/ 119954 w 119891"/>
                <a:gd name="csY1" fmla="*/ 60047 h 119891"/>
                <a:gd name="csX2" fmla="*/ 60008 w 119891"/>
                <a:gd name="csY2" fmla="*/ 119993 h 119891"/>
                <a:gd name="csX3" fmla="*/ 62 w 119891"/>
                <a:gd name="csY3" fmla="*/ 60047 h 119891"/>
                <a:gd name="csX4" fmla="*/ 60008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008" y="101"/>
                  </a:moveTo>
                  <a:cubicBezTo>
                    <a:pt x="93116" y="101"/>
                    <a:pt x="119954" y="26940"/>
                    <a:pt x="119954" y="60047"/>
                  </a:cubicBezTo>
                  <a:cubicBezTo>
                    <a:pt x="119954" y="93154"/>
                    <a:pt x="93116" y="119993"/>
                    <a:pt x="60008" y="119993"/>
                  </a:cubicBezTo>
                  <a:cubicBezTo>
                    <a:pt x="26901" y="119993"/>
                    <a:pt x="62" y="93154"/>
                    <a:pt x="62" y="60047"/>
                  </a:cubicBezTo>
                  <a:cubicBezTo>
                    <a:pt x="62" y="26940"/>
                    <a:pt x="26901" y="101"/>
                    <a:pt x="60008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9227564-9712-ECE4-1C1F-049B9F1DD297}"/>
                </a:ext>
              </a:extLst>
            </p:cNvPr>
            <p:cNvSpPr/>
            <p:nvPr/>
          </p:nvSpPr>
          <p:spPr>
            <a:xfrm>
              <a:off x="726476" y="3517636"/>
              <a:ext cx="119891" cy="119891"/>
            </a:xfrm>
            <a:custGeom>
              <a:avLst/>
              <a:gdLst>
                <a:gd name="csX0" fmla="*/ 60050 w 119891"/>
                <a:gd name="csY0" fmla="*/ 101 h 119891"/>
                <a:gd name="csX1" fmla="*/ 119996 w 119891"/>
                <a:gd name="csY1" fmla="*/ 60047 h 119891"/>
                <a:gd name="csX2" fmla="*/ 60050 w 119891"/>
                <a:gd name="csY2" fmla="*/ 119993 h 119891"/>
                <a:gd name="csX3" fmla="*/ 104 w 119891"/>
                <a:gd name="csY3" fmla="*/ 60047 h 119891"/>
                <a:gd name="csX4" fmla="*/ 60050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050" y="101"/>
                  </a:moveTo>
                  <a:cubicBezTo>
                    <a:pt x="93157" y="101"/>
                    <a:pt x="119996" y="26940"/>
                    <a:pt x="119996" y="60047"/>
                  </a:cubicBezTo>
                  <a:cubicBezTo>
                    <a:pt x="119996" y="93154"/>
                    <a:pt x="93157" y="119993"/>
                    <a:pt x="60050" y="119993"/>
                  </a:cubicBezTo>
                  <a:cubicBezTo>
                    <a:pt x="26943" y="119993"/>
                    <a:pt x="104" y="93154"/>
                    <a:pt x="104" y="60047"/>
                  </a:cubicBezTo>
                  <a:cubicBezTo>
                    <a:pt x="104" y="26940"/>
                    <a:pt x="26943" y="101"/>
                    <a:pt x="60050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455F895-DB90-608C-224B-41C422D2A854}"/>
                </a:ext>
              </a:extLst>
            </p:cNvPr>
            <p:cNvSpPr/>
            <p:nvPr/>
          </p:nvSpPr>
          <p:spPr>
            <a:xfrm>
              <a:off x="966266" y="3517636"/>
              <a:ext cx="119891" cy="119891"/>
            </a:xfrm>
            <a:custGeom>
              <a:avLst/>
              <a:gdLst>
                <a:gd name="csX0" fmla="*/ 60091 w 119891"/>
                <a:gd name="csY0" fmla="*/ 101 h 119891"/>
                <a:gd name="csX1" fmla="*/ 120037 w 119891"/>
                <a:gd name="csY1" fmla="*/ 60047 h 119891"/>
                <a:gd name="csX2" fmla="*/ 60091 w 119891"/>
                <a:gd name="csY2" fmla="*/ 119993 h 119891"/>
                <a:gd name="csX3" fmla="*/ 146 w 119891"/>
                <a:gd name="csY3" fmla="*/ 60047 h 119891"/>
                <a:gd name="csX4" fmla="*/ 60091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091" y="101"/>
                  </a:moveTo>
                  <a:cubicBezTo>
                    <a:pt x="93199" y="101"/>
                    <a:pt x="120037" y="26940"/>
                    <a:pt x="120037" y="60047"/>
                  </a:cubicBezTo>
                  <a:cubicBezTo>
                    <a:pt x="120037" y="93154"/>
                    <a:pt x="93199" y="119993"/>
                    <a:pt x="60091" y="119993"/>
                  </a:cubicBezTo>
                  <a:cubicBezTo>
                    <a:pt x="26984" y="119993"/>
                    <a:pt x="146" y="93154"/>
                    <a:pt x="146" y="60047"/>
                  </a:cubicBezTo>
                  <a:cubicBezTo>
                    <a:pt x="146" y="26940"/>
                    <a:pt x="26984" y="101"/>
                    <a:pt x="60091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84D874D-0D7C-FBAE-4571-45DDB5ABA750}"/>
                </a:ext>
              </a:extLst>
            </p:cNvPr>
            <p:cNvSpPr/>
            <p:nvPr/>
          </p:nvSpPr>
          <p:spPr>
            <a:xfrm>
              <a:off x="1206056" y="3517636"/>
              <a:ext cx="119891" cy="119891"/>
            </a:xfrm>
            <a:custGeom>
              <a:avLst/>
              <a:gdLst>
                <a:gd name="csX0" fmla="*/ 60133 w 119891"/>
                <a:gd name="csY0" fmla="*/ 101 h 119891"/>
                <a:gd name="csX1" fmla="*/ 120079 w 119891"/>
                <a:gd name="csY1" fmla="*/ 60047 h 119891"/>
                <a:gd name="csX2" fmla="*/ 60133 w 119891"/>
                <a:gd name="csY2" fmla="*/ 119993 h 119891"/>
                <a:gd name="csX3" fmla="*/ 187 w 119891"/>
                <a:gd name="csY3" fmla="*/ 60047 h 119891"/>
                <a:gd name="csX4" fmla="*/ 60133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133" y="101"/>
                  </a:moveTo>
                  <a:cubicBezTo>
                    <a:pt x="93240" y="101"/>
                    <a:pt x="120079" y="26940"/>
                    <a:pt x="120079" y="60047"/>
                  </a:cubicBezTo>
                  <a:cubicBezTo>
                    <a:pt x="120079" y="93154"/>
                    <a:pt x="93240" y="119993"/>
                    <a:pt x="60133" y="119993"/>
                  </a:cubicBezTo>
                  <a:cubicBezTo>
                    <a:pt x="27026" y="119993"/>
                    <a:pt x="187" y="93154"/>
                    <a:pt x="187" y="60047"/>
                  </a:cubicBezTo>
                  <a:cubicBezTo>
                    <a:pt x="187" y="26940"/>
                    <a:pt x="27026" y="101"/>
                    <a:pt x="60133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06DA8945-834B-BD8E-DBF7-D404F0310A3D}"/>
                </a:ext>
              </a:extLst>
            </p:cNvPr>
            <p:cNvSpPr/>
            <p:nvPr/>
          </p:nvSpPr>
          <p:spPr>
            <a:xfrm>
              <a:off x="1445845" y="3517636"/>
              <a:ext cx="119891" cy="119891"/>
            </a:xfrm>
            <a:custGeom>
              <a:avLst/>
              <a:gdLst>
                <a:gd name="csX0" fmla="*/ 60175 w 119891"/>
                <a:gd name="csY0" fmla="*/ 101 h 119891"/>
                <a:gd name="csX1" fmla="*/ 120121 w 119891"/>
                <a:gd name="csY1" fmla="*/ 60047 h 119891"/>
                <a:gd name="csX2" fmla="*/ 60175 w 119891"/>
                <a:gd name="csY2" fmla="*/ 119993 h 119891"/>
                <a:gd name="csX3" fmla="*/ 229 w 119891"/>
                <a:gd name="csY3" fmla="*/ 60047 h 119891"/>
                <a:gd name="csX4" fmla="*/ 60175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175" y="101"/>
                  </a:moveTo>
                  <a:cubicBezTo>
                    <a:pt x="93282" y="101"/>
                    <a:pt x="120121" y="26940"/>
                    <a:pt x="120121" y="60047"/>
                  </a:cubicBezTo>
                  <a:cubicBezTo>
                    <a:pt x="120121" y="93154"/>
                    <a:pt x="93282" y="119993"/>
                    <a:pt x="60175" y="119993"/>
                  </a:cubicBezTo>
                  <a:cubicBezTo>
                    <a:pt x="27067" y="119993"/>
                    <a:pt x="229" y="93154"/>
                    <a:pt x="229" y="60047"/>
                  </a:cubicBezTo>
                  <a:cubicBezTo>
                    <a:pt x="229" y="26940"/>
                    <a:pt x="27067" y="101"/>
                    <a:pt x="60175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992E3772-19B5-8D1F-E1A0-8E1646D6E7AD}"/>
                </a:ext>
              </a:extLst>
            </p:cNvPr>
            <p:cNvSpPr/>
            <p:nvPr/>
          </p:nvSpPr>
          <p:spPr>
            <a:xfrm>
              <a:off x="1685635" y="3517636"/>
              <a:ext cx="119891" cy="119891"/>
            </a:xfrm>
            <a:custGeom>
              <a:avLst/>
              <a:gdLst>
                <a:gd name="csX0" fmla="*/ 60216 w 119891"/>
                <a:gd name="csY0" fmla="*/ 101 h 119891"/>
                <a:gd name="csX1" fmla="*/ 120162 w 119891"/>
                <a:gd name="csY1" fmla="*/ 60047 h 119891"/>
                <a:gd name="csX2" fmla="*/ 60216 w 119891"/>
                <a:gd name="csY2" fmla="*/ 119993 h 119891"/>
                <a:gd name="csX3" fmla="*/ 270 w 119891"/>
                <a:gd name="csY3" fmla="*/ 60047 h 119891"/>
                <a:gd name="csX4" fmla="*/ 60216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216" y="101"/>
                  </a:moveTo>
                  <a:cubicBezTo>
                    <a:pt x="93323" y="101"/>
                    <a:pt x="120162" y="26940"/>
                    <a:pt x="120162" y="60047"/>
                  </a:cubicBezTo>
                  <a:cubicBezTo>
                    <a:pt x="120162" y="93154"/>
                    <a:pt x="93323" y="119993"/>
                    <a:pt x="60216" y="119993"/>
                  </a:cubicBezTo>
                  <a:cubicBezTo>
                    <a:pt x="27109" y="119993"/>
                    <a:pt x="270" y="93154"/>
                    <a:pt x="270" y="60047"/>
                  </a:cubicBezTo>
                  <a:cubicBezTo>
                    <a:pt x="270" y="26940"/>
                    <a:pt x="27109" y="101"/>
                    <a:pt x="60216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41" name="Graphic 5">
            <a:extLst>
              <a:ext uri="{FF2B5EF4-FFF2-40B4-BE49-F238E27FC236}">
                <a16:creationId xmlns:a16="http://schemas.microsoft.com/office/drawing/2014/main" id="{6D07A6F7-E38D-62A8-0E0C-864CB7AB2863}"/>
              </a:ext>
            </a:extLst>
          </p:cNvPr>
          <p:cNvGrpSpPr/>
          <p:nvPr/>
        </p:nvGrpSpPr>
        <p:grpSpPr>
          <a:xfrm>
            <a:off x="2901367" y="3748797"/>
            <a:ext cx="472969" cy="467201"/>
            <a:chOff x="2901367" y="3748797"/>
            <a:chExt cx="472969" cy="467201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5EAB51E0-C0C8-CC73-D446-96455A69A612}"/>
                </a:ext>
              </a:extLst>
            </p:cNvPr>
            <p:cNvSpPr/>
            <p:nvPr/>
          </p:nvSpPr>
          <p:spPr>
            <a:xfrm>
              <a:off x="2901367" y="3748797"/>
              <a:ext cx="472969" cy="467201"/>
            </a:xfrm>
            <a:custGeom>
              <a:avLst/>
              <a:gdLst>
                <a:gd name="csX0" fmla="*/ 438843 w 472969"/>
                <a:gd name="csY0" fmla="*/ 141 h 467201"/>
                <a:gd name="csX1" fmla="*/ 473450 w 472969"/>
                <a:gd name="csY1" fmla="*/ 141 h 467201"/>
                <a:gd name="csX2" fmla="*/ 473450 w 472969"/>
                <a:gd name="csY2" fmla="*/ 467342 h 467201"/>
                <a:gd name="csX3" fmla="*/ 438843 w 472969"/>
                <a:gd name="csY3" fmla="*/ 467342 h 467201"/>
                <a:gd name="csX4" fmla="*/ 35088 w 472969"/>
                <a:gd name="csY4" fmla="*/ 467342 h 467201"/>
                <a:gd name="csX5" fmla="*/ 481 w 472969"/>
                <a:gd name="csY5" fmla="*/ 467342 h 467201"/>
                <a:gd name="csX6" fmla="*/ 481 w 472969"/>
                <a:gd name="csY6" fmla="*/ 141 h 467201"/>
                <a:gd name="csX7" fmla="*/ 35088 w 472969"/>
                <a:gd name="csY7" fmla="*/ 141 h 4672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72969" h="467201">
                  <a:moveTo>
                    <a:pt x="438843" y="141"/>
                  </a:moveTo>
                  <a:cubicBezTo>
                    <a:pt x="457956" y="141"/>
                    <a:pt x="473450" y="141"/>
                    <a:pt x="473450" y="141"/>
                  </a:cubicBezTo>
                  <a:lnTo>
                    <a:pt x="473450" y="467342"/>
                  </a:lnTo>
                  <a:cubicBezTo>
                    <a:pt x="473450" y="467342"/>
                    <a:pt x="457956" y="467342"/>
                    <a:pt x="438843" y="467342"/>
                  </a:cubicBezTo>
                  <a:lnTo>
                    <a:pt x="35088" y="467342"/>
                  </a:lnTo>
                  <a:cubicBezTo>
                    <a:pt x="15975" y="467342"/>
                    <a:pt x="481" y="467342"/>
                    <a:pt x="481" y="467342"/>
                  </a:cubicBezTo>
                  <a:lnTo>
                    <a:pt x="481" y="141"/>
                  </a:lnTo>
                  <a:cubicBezTo>
                    <a:pt x="481" y="141"/>
                    <a:pt x="15975" y="141"/>
                    <a:pt x="35088" y="141"/>
                  </a:cubicBezTo>
                  <a:close/>
                </a:path>
              </a:pathLst>
            </a:custGeom>
            <a:solidFill>
              <a:srgbClr val="F2F2F2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1D1C28DC-5E4C-620C-657E-E1247732ED6E}"/>
                </a:ext>
              </a:extLst>
            </p:cNvPr>
            <p:cNvSpPr/>
            <p:nvPr/>
          </p:nvSpPr>
          <p:spPr>
            <a:xfrm>
              <a:off x="2903115" y="3750654"/>
              <a:ext cx="470852" cy="464317"/>
            </a:xfrm>
            <a:custGeom>
              <a:avLst/>
              <a:gdLst>
                <a:gd name="csX0" fmla="*/ 20092 w 470852"/>
                <a:gd name="csY0" fmla="*/ 9947 h 464317"/>
                <a:gd name="csX1" fmla="*/ 10287 w 470852"/>
                <a:gd name="csY1" fmla="*/ 19752 h 464317"/>
                <a:gd name="csX2" fmla="*/ 10287 w 470852"/>
                <a:gd name="csY2" fmla="*/ 444848 h 464317"/>
                <a:gd name="csX3" fmla="*/ 20092 w 470852"/>
                <a:gd name="csY3" fmla="*/ 454653 h 464317"/>
                <a:gd name="csX4" fmla="*/ 451723 w 470852"/>
                <a:gd name="csY4" fmla="*/ 454653 h 464317"/>
                <a:gd name="csX5" fmla="*/ 461528 w 470852"/>
                <a:gd name="csY5" fmla="*/ 444848 h 464317"/>
                <a:gd name="csX6" fmla="*/ 461528 w 470852"/>
                <a:gd name="csY6" fmla="*/ 19752 h 464317"/>
                <a:gd name="csX7" fmla="*/ 451723 w 470852"/>
                <a:gd name="csY7" fmla="*/ 9947 h 464317"/>
                <a:gd name="csX8" fmla="*/ 20092 w 470852"/>
                <a:gd name="csY8" fmla="*/ 9947 h 464317"/>
                <a:gd name="csX9" fmla="*/ 20092 w 470852"/>
                <a:gd name="csY9" fmla="*/ 141 h 464317"/>
                <a:gd name="csX10" fmla="*/ 451723 w 470852"/>
                <a:gd name="csY10" fmla="*/ 141 h 464317"/>
                <a:gd name="csX11" fmla="*/ 471334 w 470852"/>
                <a:gd name="csY11" fmla="*/ 19752 h 464317"/>
                <a:gd name="csX12" fmla="*/ 471334 w 470852"/>
                <a:gd name="csY12" fmla="*/ 444848 h 464317"/>
                <a:gd name="csX13" fmla="*/ 451723 w 470852"/>
                <a:gd name="csY13" fmla="*/ 464459 h 464317"/>
                <a:gd name="csX14" fmla="*/ 20092 w 470852"/>
                <a:gd name="csY14" fmla="*/ 464459 h 464317"/>
                <a:gd name="csX15" fmla="*/ 481 w 470852"/>
                <a:gd name="csY15" fmla="*/ 444848 h 464317"/>
                <a:gd name="csX16" fmla="*/ 481 w 470852"/>
                <a:gd name="csY16" fmla="*/ 19752 h 464317"/>
                <a:gd name="csX17" fmla="*/ 20092 w 470852"/>
                <a:gd name="csY17" fmla="*/ 141 h 4643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70852" h="464317">
                  <a:moveTo>
                    <a:pt x="20092" y="9947"/>
                  </a:moveTo>
                  <a:cubicBezTo>
                    <a:pt x="14677" y="9947"/>
                    <a:pt x="10287" y="14337"/>
                    <a:pt x="10287" y="19752"/>
                  </a:cubicBezTo>
                  <a:lnTo>
                    <a:pt x="10287" y="444848"/>
                  </a:lnTo>
                  <a:cubicBezTo>
                    <a:pt x="10287" y="450263"/>
                    <a:pt x="14677" y="454653"/>
                    <a:pt x="20092" y="454653"/>
                  </a:cubicBezTo>
                  <a:lnTo>
                    <a:pt x="451723" y="454653"/>
                  </a:lnTo>
                  <a:cubicBezTo>
                    <a:pt x="457138" y="454653"/>
                    <a:pt x="461528" y="450263"/>
                    <a:pt x="461528" y="444848"/>
                  </a:cubicBezTo>
                  <a:lnTo>
                    <a:pt x="461528" y="19752"/>
                  </a:lnTo>
                  <a:cubicBezTo>
                    <a:pt x="461528" y="14337"/>
                    <a:pt x="457138" y="9947"/>
                    <a:pt x="451723" y="9947"/>
                  </a:cubicBezTo>
                  <a:lnTo>
                    <a:pt x="20092" y="9947"/>
                  </a:lnTo>
                  <a:moveTo>
                    <a:pt x="20092" y="141"/>
                  </a:moveTo>
                  <a:lnTo>
                    <a:pt x="451723" y="141"/>
                  </a:lnTo>
                  <a:cubicBezTo>
                    <a:pt x="462554" y="141"/>
                    <a:pt x="471334" y="8921"/>
                    <a:pt x="471334" y="19752"/>
                  </a:cubicBezTo>
                  <a:lnTo>
                    <a:pt x="471334" y="444848"/>
                  </a:lnTo>
                  <a:cubicBezTo>
                    <a:pt x="471334" y="455679"/>
                    <a:pt x="462554" y="464459"/>
                    <a:pt x="451723" y="464459"/>
                  </a:cubicBezTo>
                  <a:lnTo>
                    <a:pt x="20092" y="464459"/>
                  </a:lnTo>
                  <a:cubicBezTo>
                    <a:pt x="9261" y="464459"/>
                    <a:pt x="481" y="455679"/>
                    <a:pt x="481" y="444848"/>
                  </a:cubicBezTo>
                  <a:lnTo>
                    <a:pt x="481" y="19752"/>
                  </a:lnTo>
                  <a:cubicBezTo>
                    <a:pt x="481" y="8921"/>
                    <a:pt x="9261" y="141"/>
                    <a:pt x="20092" y="141"/>
                  </a:cubicBezTo>
                  <a:close/>
                </a:path>
              </a:pathLst>
            </a:custGeom>
            <a:solidFill>
              <a:srgbClr val="090814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DCED70BE-5667-54E2-1F7E-B2C5EBCFE2F3}"/>
                </a:ext>
              </a:extLst>
            </p:cNvPr>
            <p:cNvSpPr/>
            <p:nvPr/>
          </p:nvSpPr>
          <p:spPr>
            <a:xfrm>
              <a:off x="2981593" y="3829132"/>
              <a:ext cx="313901" cy="19610"/>
            </a:xfrm>
            <a:custGeom>
              <a:avLst/>
              <a:gdLst>
                <a:gd name="csX0" fmla="*/ 10300 w 313901"/>
                <a:gd name="csY0" fmla="*/ 155 h 19610"/>
                <a:gd name="csX1" fmla="*/ 304591 w 313901"/>
                <a:gd name="csY1" fmla="*/ 155 h 19610"/>
                <a:gd name="csX2" fmla="*/ 314396 w 313901"/>
                <a:gd name="csY2" fmla="*/ 9960 h 19610"/>
                <a:gd name="csX3" fmla="*/ 304591 w 313901"/>
                <a:gd name="csY3" fmla="*/ 19766 h 19610"/>
                <a:gd name="csX4" fmla="*/ 10300 w 313901"/>
                <a:gd name="csY4" fmla="*/ 19766 h 19610"/>
                <a:gd name="csX5" fmla="*/ 495 w 313901"/>
                <a:gd name="csY5" fmla="*/ 9960 h 19610"/>
                <a:gd name="csX6" fmla="*/ 10300 w 313901"/>
                <a:gd name="csY6" fmla="*/ 155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300" y="155"/>
                  </a:moveTo>
                  <a:lnTo>
                    <a:pt x="304591" y="155"/>
                  </a:lnTo>
                  <a:cubicBezTo>
                    <a:pt x="310006" y="155"/>
                    <a:pt x="314396" y="4545"/>
                    <a:pt x="314396" y="9960"/>
                  </a:cubicBezTo>
                  <a:cubicBezTo>
                    <a:pt x="314396" y="15376"/>
                    <a:pt x="310006" y="19766"/>
                    <a:pt x="304591" y="19766"/>
                  </a:cubicBezTo>
                  <a:lnTo>
                    <a:pt x="10300" y="19766"/>
                  </a:lnTo>
                  <a:cubicBezTo>
                    <a:pt x="4885" y="19766"/>
                    <a:pt x="495" y="15376"/>
                    <a:pt x="495" y="9960"/>
                  </a:cubicBezTo>
                  <a:cubicBezTo>
                    <a:pt x="495" y="4545"/>
                    <a:pt x="4885" y="155"/>
                    <a:pt x="10300" y="155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241428E6-B8C4-FB94-7941-8D9F723FB021}"/>
                </a:ext>
              </a:extLst>
            </p:cNvPr>
            <p:cNvSpPr/>
            <p:nvPr/>
          </p:nvSpPr>
          <p:spPr>
            <a:xfrm>
              <a:off x="2981593" y="3901070"/>
              <a:ext cx="313901" cy="19610"/>
            </a:xfrm>
            <a:custGeom>
              <a:avLst/>
              <a:gdLst>
                <a:gd name="csX0" fmla="*/ 10300 w 313901"/>
                <a:gd name="csY0" fmla="*/ 167 h 19610"/>
                <a:gd name="csX1" fmla="*/ 304591 w 313901"/>
                <a:gd name="csY1" fmla="*/ 167 h 19610"/>
                <a:gd name="csX2" fmla="*/ 314396 w 313901"/>
                <a:gd name="csY2" fmla="*/ 9973 h 19610"/>
                <a:gd name="csX3" fmla="*/ 304591 w 313901"/>
                <a:gd name="csY3" fmla="*/ 19778 h 19610"/>
                <a:gd name="csX4" fmla="*/ 10300 w 313901"/>
                <a:gd name="csY4" fmla="*/ 19778 h 19610"/>
                <a:gd name="csX5" fmla="*/ 495 w 313901"/>
                <a:gd name="csY5" fmla="*/ 9973 h 19610"/>
                <a:gd name="csX6" fmla="*/ 10300 w 313901"/>
                <a:gd name="csY6" fmla="*/ 167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300" y="167"/>
                  </a:moveTo>
                  <a:lnTo>
                    <a:pt x="304591" y="167"/>
                  </a:lnTo>
                  <a:cubicBezTo>
                    <a:pt x="310006" y="167"/>
                    <a:pt x="314396" y="4558"/>
                    <a:pt x="314396" y="9973"/>
                  </a:cubicBezTo>
                  <a:cubicBezTo>
                    <a:pt x="314396" y="15388"/>
                    <a:pt x="310006" y="19778"/>
                    <a:pt x="304591" y="19778"/>
                  </a:cubicBezTo>
                  <a:lnTo>
                    <a:pt x="10300" y="19778"/>
                  </a:lnTo>
                  <a:cubicBezTo>
                    <a:pt x="4885" y="19778"/>
                    <a:pt x="495" y="15388"/>
                    <a:pt x="495" y="9973"/>
                  </a:cubicBezTo>
                  <a:cubicBezTo>
                    <a:pt x="495" y="4558"/>
                    <a:pt x="4885" y="167"/>
                    <a:pt x="10300" y="167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000C621D-65B3-0FEC-C8AF-C3CBE29CD43F}"/>
                </a:ext>
              </a:extLst>
            </p:cNvPr>
            <p:cNvSpPr/>
            <p:nvPr/>
          </p:nvSpPr>
          <p:spPr>
            <a:xfrm>
              <a:off x="2981593" y="3973007"/>
              <a:ext cx="313901" cy="19610"/>
            </a:xfrm>
            <a:custGeom>
              <a:avLst/>
              <a:gdLst>
                <a:gd name="csX0" fmla="*/ 10300 w 313901"/>
                <a:gd name="csY0" fmla="*/ 180 h 19610"/>
                <a:gd name="csX1" fmla="*/ 304591 w 313901"/>
                <a:gd name="csY1" fmla="*/ 180 h 19610"/>
                <a:gd name="csX2" fmla="*/ 314396 w 313901"/>
                <a:gd name="csY2" fmla="*/ 9985 h 19610"/>
                <a:gd name="csX3" fmla="*/ 304591 w 313901"/>
                <a:gd name="csY3" fmla="*/ 19791 h 19610"/>
                <a:gd name="csX4" fmla="*/ 10300 w 313901"/>
                <a:gd name="csY4" fmla="*/ 19791 h 19610"/>
                <a:gd name="csX5" fmla="*/ 495 w 313901"/>
                <a:gd name="csY5" fmla="*/ 9985 h 19610"/>
                <a:gd name="csX6" fmla="*/ 10300 w 313901"/>
                <a:gd name="csY6" fmla="*/ 180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300" y="180"/>
                  </a:moveTo>
                  <a:lnTo>
                    <a:pt x="304591" y="180"/>
                  </a:lnTo>
                  <a:cubicBezTo>
                    <a:pt x="310006" y="180"/>
                    <a:pt x="314396" y="4570"/>
                    <a:pt x="314396" y="9985"/>
                  </a:cubicBezTo>
                  <a:cubicBezTo>
                    <a:pt x="314396" y="15401"/>
                    <a:pt x="310006" y="19791"/>
                    <a:pt x="304591" y="19791"/>
                  </a:cubicBezTo>
                  <a:lnTo>
                    <a:pt x="10300" y="19791"/>
                  </a:lnTo>
                  <a:cubicBezTo>
                    <a:pt x="4885" y="19791"/>
                    <a:pt x="495" y="15401"/>
                    <a:pt x="495" y="9985"/>
                  </a:cubicBezTo>
                  <a:cubicBezTo>
                    <a:pt x="495" y="4570"/>
                    <a:pt x="4885" y="180"/>
                    <a:pt x="10300" y="180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EB1AA224-60FC-222B-9948-23278CC52ACD}"/>
                </a:ext>
              </a:extLst>
            </p:cNvPr>
            <p:cNvSpPr/>
            <p:nvPr/>
          </p:nvSpPr>
          <p:spPr>
            <a:xfrm>
              <a:off x="2981593" y="4044939"/>
              <a:ext cx="313901" cy="19610"/>
            </a:xfrm>
            <a:custGeom>
              <a:avLst/>
              <a:gdLst>
                <a:gd name="csX0" fmla="*/ 10300 w 313901"/>
                <a:gd name="csY0" fmla="*/ 192 h 19610"/>
                <a:gd name="csX1" fmla="*/ 304591 w 313901"/>
                <a:gd name="csY1" fmla="*/ 192 h 19610"/>
                <a:gd name="csX2" fmla="*/ 314396 w 313901"/>
                <a:gd name="csY2" fmla="*/ 9998 h 19610"/>
                <a:gd name="csX3" fmla="*/ 304591 w 313901"/>
                <a:gd name="csY3" fmla="*/ 19803 h 19610"/>
                <a:gd name="csX4" fmla="*/ 10300 w 313901"/>
                <a:gd name="csY4" fmla="*/ 19803 h 19610"/>
                <a:gd name="csX5" fmla="*/ 495 w 313901"/>
                <a:gd name="csY5" fmla="*/ 9998 h 19610"/>
                <a:gd name="csX6" fmla="*/ 10300 w 313901"/>
                <a:gd name="csY6" fmla="*/ 192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300" y="192"/>
                  </a:moveTo>
                  <a:lnTo>
                    <a:pt x="304591" y="192"/>
                  </a:lnTo>
                  <a:cubicBezTo>
                    <a:pt x="310006" y="192"/>
                    <a:pt x="314396" y="4582"/>
                    <a:pt x="314396" y="9998"/>
                  </a:cubicBezTo>
                  <a:cubicBezTo>
                    <a:pt x="314396" y="15413"/>
                    <a:pt x="310006" y="19803"/>
                    <a:pt x="304591" y="19803"/>
                  </a:cubicBezTo>
                  <a:lnTo>
                    <a:pt x="10300" y="19803"/>
                  </a:lnTo>
                  <a:cubicBezTo>
                    <a:pt x="4885" y="19803"/>
                    <a:pt x="495" y="15413"/>
                    <a:pt x="495" y="9998"/>
                  </a:cubicBezTo>
                  <a:cubicBezTo>
                    <a:pt x="495" y="4582"/>
                    <a:pt x="4885" y="192"/>
                    <a:pt x="10300" y="192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AC8CEB2F-CA78-8642-39F7-A74CB614CFBC}"/>
                </a:ext>
              </a:extLst>
            </p:cNvPr>
            <p:cNvSpPr/>
            <p:nvPr/>
          </p:nvSpPr>
          <p:spPr>
            <a:xfrm>
              <a:off x="2981593" y="4116876"/>
              <a:ext cx="313901" cy="19610"/>
            </a:xfrm>
            <a:custGeom>
              <a:avLst/>
              <a:gdLst>
                <a:gd name="csX0" fmla="*/ 10300 w 313901"/>
                <a:gd name="csY0" fmla="*/ 205 h 19610"/>
                <a:gd name="csX1" fmla="*/ 304591 w 313901"/>
                <a:gd name="csY1" fmla="*/ 205 h 19610"/>
                <a:gd name="csX2" fmla="*/ 314396 w 313901"/>
                <a:gd name="csY2" fmla="*/ 10010 h 19610"/>
                <a:gd name="csX3" fmla="*/ 304591 w 313901"/>
                <a:gd name="csY3" fmla="*/ 19816 h 19610"/>
                <a:gd name="csX4" fmla="*/ 10300 w 313901"/>
                <a:gd name="csY4" fmla="*/ 19816 h 19610"/>
                <a:gd name="csX5" fmla="*/ 495 w 313901"/>
                <a:gd name="csY5" fmla="*/ 10010 h 19610"/>
                <a:gd name="csX6" fmla="*/ 10300 w 313901"/>
                <a:gd name="csY6" fmla="*/ 205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300" y="205"/>
                  </a:moveTo>
                  <a:lnTo>
                    <a:pt x="304591" y="205"/>
                  </a:lnTo>
                  <a:cubicBezTo>
                    <a:pt x="310006" y="205"/>
                    <a:pt x="314396" y="4595"/>
                    <a:pt x="314396" y="10010"/>
                  </a:cubicBezTo>
                  <a:cubicBezTo>
                    <a:pt x="314396" y="15426"/>
                    <a:pt x="310006" y="19816"/>
                    <a:pt x="304591" y="19816"/>
                  </a:cubicBezTo>
                  <a:lnTo>
                    <a:pt x="10300" y="19816"/>
                  </a:lnTo>
                  <a:cubicBezTo>
                    <a:pt x="4885" y="19816"/>
                    <a:pt x="495" y="15426"/>
                    <a:pt x="495" y="10010"/>
                  </a:cubicBezTo>
                  <a:cubicBezTo>
                    <a:pt x="495" y="4595"/>
                    <a:pt x="4885" y="205"/>
                    <a:pt x="10300" y="205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49" name="Graphic 5">
            <a:extLst>
              <a:ext uri="{FF2B5EF4-FFF2-40B4-BE49-F238E27FC236}">
                <a16:creationId xmlns:a16="http://schemas.microsoft.com/office/drawing/2014/main" id="{08DA8B00-2140-3989-BC2A-C27C139C4598}"/>
              </a:ext>
            </a:extLst>
          </p:cNvPr>
          <p:cNvGrpSpPr/>
          <p:nvPr/>
        </p:nvGrpSpPr>
        <p:grpSpPr>
          <a:xfrm>
            <a:off x="2172570" y="3194269"/>
            <a:ext cx="552061" cy="462165"/>
            <a:chOff x="2172570" y="3194269"/>
            <a:chExt cx="552061" cy="462165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5EE029C-40A9-70BE-E8CC-D88DEA82F780}"/>
                </a:ext>
              </a:extLst>
            </p:cNvPr>
            <p:cNvSpPr/>
            <p:nvPr/>
          </p:nvSpPr>
          <p:spPr>
            <a:xfrm rot="1200000">
              <a:off x="2213172" y="3265128"/>
              <a:ext cx="470858" cy="320448"/>
            </a:xfrm>
            <a:custGeom>
              <a:avLst/>
              <a:gdLst>
                <a:gd name="csX0" fmla="*/ 436612 w 470858"/>
                <a:gd name="csY0" fmla="*/ 57 h 320448"/>
                <a:gd name="csX1" fmla="*/ 471220 w 470858"/>
                <a:gd name="csY1" fmla="*/ 57 h 320448"/>
                <a:gd name="csX2" fmla="*/ 471220 w 470858"/>
                <a:gd name="csY2" fmla="*/ 320505 h 320448"/>
                <a:gd name="csX3" fmla="*/ 436612 w 470858"/>
                <a:gd name="csY3" fmla="*/ 320505 h 320448"/>
                <a:gd name="csX4" fmla="*/ 34969 w 470858"/>
                <a:gd name="csY4" fmla="*/ 320505 h 320448"/>
                <a:gd name="csX5" fmla="*/ 362 w 470858"/>
                <a:gd name="csY5" fmla="*/ 320505 h 320448"/>
                <a:gd name="csX6" fmla="*/ 362 w 470858"/>
                <a:gd name="csY6" fmla="*/ 57 h 320448"/>
                <a:gd name="csX7" fmla="*/ 34969 w 470858"/>
                <a:gd name="csY7" fmla="*/ 57 h 3204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70858" h="320448">
                  <a:moveTo>
                    <a:pt x="436612" y="57"/>
                  </a:moveTo>
                  <a:cubicBezTo>
                    <a:pt x="455725" y="57"/>
                    <a:pt x="471220" y="57"/>
                    <a:pt x="471220" y="57"/>
                  </a:cubicBezTo>
                  <a:lnTo>
                    <a:pt x="471220" y="320505"/>
                  </a:lnTo>
                  <a:cubicBezTo>
                    <a:pt x="471220" y="320505"/>
                    <a:pt x="455725" y="320505"/>
                    <a:pt x="436612" y="320505"/>
                  </a:cubicBezTo>
                  <a:lnTo>
                    <a:pt x="34969" y="320505"/>
                  </a:lnTo>
                  <a:cubicBezTo>
                    <a:pt x="15856" y="320505"/>
                    <a:pt x="362" y="320505"/>
                    <a:pt x="362" y="320505"/>
                  </a:cubicBezTo>
                  <a:lnTo>
                    <a:pt x="362" y="57"/>
                  </a:lnTo>
                  <a:cubicBezTo>
                    <a:pt x="362" y="57"/>
                    <a:pt x="15856" y="57"/>
                    <a:pt x="34969" y="57"/>
                  </a:cubicBezTo>
                  <a:close/>
                </a:path>
              </a:pathLst>
            </a:custGeom>
            <a:solidFill>
              <a:srgbClr val="F2F2F2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BF54E916-EBC6-A172-9B56-146700CBC60E}"/>
                </a:ext>
              </a:extLst>
            </p:cNvPr>
            <p:cNvSpPr/>
            <p:nvPr/>
          </p:nvSpPr>
          <p:spPr>
            <a:xfrm rot="1200000">
              <a:off x="2213174" y="3265127"/>
              <a:ext cx="470852" cy="320436"/>
            </a:xfrm>
            <a:custGeom>
              <a:avLst/>
              <a:gdLst>
                <a:gd name="csX0" fmla="*/ 19973 w 470852"/>
                <a:gd name="csY0" fmla="*/ 9863 h 320436"/>
                <a:gd name="csX1" fmla="*/ 10167 w 470852"/>
                <a:gd name="csY1" fmla="*/ 19668 h 320436"/>
                <a:gd name="csX2" fmla="*/ 10167 w 470852"/>
                <a:gd name="csY2" fmla="*/ 300883 h 320436"/>
                <a:gd name="csX3" fmla="*/ 19973 w 470852"/>
                <a:gd name="csY3" fmla="*/ 310688 h 320436"/>
                <a:gd name="csX4" fmla="*/ 451603 w 470852"/>
                <a:gd name="csY4" fmla="*/ 310688 h 320436"/>
                <a:gd name="csX5" fmla="*/ 461409 w 470852"/>
                <a:gd name="csY5" fmla="*/ 300883 h 320436"/>
                <a:gd name="csX6" fmla="*/ 461409 w 470852"/>
                <a:gd name="csY6" fmla="*/ 19668 h 320436"/>
                <a:gd name="csX7" fmla="*/ 451603 w 470852"/>
                <a:gd name="csY7" fmla="*/ 9863 h 320436"/>
                <a:gd name="csX8" fmla="*/ 19973 w 470852"/>
                <a:gd name="csY8" fmla="*/ 9863 h 320436"/>
                <a:gd name="csX9" fmla="*/ 19973 w 470852"/>
                <a:gd name="csY9" fmla="*/ 57 h 320436"/>
                <a:gd name="csX10" fmla="*/ 451603 w 470852"/>
                <a:gd name="csY10" fmla="*/ 57 h 320436"/>
                <a:gd name="csX11" fmla="*/ 471214 w 470852"/>
                <a:gd name="csY11" fmla="*/ 19668 h 320436"/>
                <a:gd name="csX12" fmla="*/ 471214 w 470852"/>
                <a:gd name="csY12" fmla="*/ 300883 h 320436"/>
                <a:gd name="csX13" fmla="*/ 451603 w 470852"/>
                <a:gd name="csY13" fmla="*/ 320494 h 320436"/>
                <a:gd name="csX14" fmla="*/ 19973 w 470852"/>
                <a:gd name="csY14" fmla="*/ 320494 h 320436"/>
                <a:gd name="csX15" fmla="*/ 362 w 470852"/>
                <a:gd name="csY15" fmla="*/ 300883 h 320436"/>
                <a:gd name="csX16" fmla="*/ 362 w 470852"/>
                <a:gd name="csY16" fmla="*/ 19668 h 320436"/>
                <a:gd name="csX17" fmla="*/ 19973 w 470852"/>
                <a:gd name="csY17" fmla="*/ 57 h 3204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70852" h="320436">
                  <a:moveTo>
                    <a:pt x="19973" y="9863"/>
                  </a:moveTo>
                  <a:cubicBezTo>
                    <a:pt x="14557" y="9863"/>
                    <a:pt x="10167" y="14253"/>
                    <a:pt x="10167" y="19668"/>
                  </a:cubicBezTo>
                  <a:lnTo>
                    <a:pt x="10167" y="300883"/>
                  </a:lnTo>
                  <a:cubicBezTo>
                    <a:pt x="10167" y="306298"/>
                    <a:pt x="14557" y="310688"/>
                    <a:pt x="19973" y="310688"/>
                  </a:cubicBezTo>
                  <a:lnTo>
                    <a:pt x="451603" y="310688"/>
                  </a:lnTo>
                  <a:cubicBezTo>
                    <a:pt x="457018" y="310688"/>
                    <a:pt x="461409" y="306298"/>
                    <a:pt x="461409" y="300883"/>
                  </a:cubicBezTo>
                  <a:lnTo>
                    <a:pt x="461409" y="19668"/>
                  </a:lnTo>
                  <a:cubicBezTo>
                    <a:pt x="461409" y="14253"/>
                    <a:pt x="457018" y="9863"/>
                    <a:pt x="451603" y="9863"/>
                  </a:cubicBezTo>
                  <a:lnTo>
                    <a:pt x="19973" y="9863"/>
                  </a:lnTo>
                  <a:moveTo>
                    <a:pt x="19973" y="57"/>
                  </a:moveTo>
                  <a:lnTo>
                    <a:pt x="451603" y="57"/>
                  </a:lnTo>
                  <a:cubicBezTo>
                    <a:pt x="462434" y="57"/>
                    <a:pt x="471214" y="8837"/>
                    <a:pt x="471214" y="19668"/>
                  </a:cubicBezTo>
                  <a:lnTo>
                    <a:pt x="471214" y="300883"/>
                  </a:lnTo>
                  <a:cubicBezTo>
                    <a:pt x="471214" y="311714"/>
                    <a:pt x="462434" y="320494"/>
                    <a:pt x="451603" y="320494"/>
                  </a:cubicBezTo>
                  <a:lnTo>
                    <a:pt x="19973" y="320494"/>
                  </a:lnTo>
                  <a:cubicBezTo>
                    <a:pt x="9142" y="320494"/>
                    <a:pt x="362" y="311714"/>
                    <a:pt x="362" y="300883"/>
                  </a:cubicBezTo>
                  <a:lnTo>
                    <a:pt x="362" y="19668"/>
                  </a:lnTo>
                  <a:cubicBezTo>
                    <a:pt x="362" y="8837"/>
                    <a:pt x="9142" y="57"/>
                    <a:pt x="19973" y="57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4A35C88C-C6B9-ADED-B965-2CF303715845}"/>
                </a:ext>
              </a:extLst>
            </p:cNvPr>
            <p:cNvSpPr/>
            <p:nvPr/>
          </p:nvSpPr>
          <p:spPr>
            <a:xfrm rot="1200000">
              <a:off x="2316255" y="3347945"/>
              <a:ext cx="313901" cy="19610"/>
            </a:xfrm>
            <a:custGeom>
              <a:avLst/>
              <a:gdLst>
                <a:gd name="csX0" fmla="*/ 10185 w 313901"/>
                <a:gd name="csY0" fmla="*/ 72 h 19610"/>
                <a:gd name="csX1" fmla="*/ 304476 w 313901"/>
                <a:gd name="csY1" fmla="*/ 72 h 19610"/>
                <a:gd name="csX2" fmla="*/ 314281 w 313901"/>
                <a:gd name="csY2" fmla="*/ 9877 h 19610"/>
                <a:gd name="csX3" fmla="*/ 304476 w 313901"/>
                <a:gd name="csY3" fmla="*/ 19682 h 19610"/>
                <a:gd name="csX4" fmla="*/ 10185 w 313901"/>
                <a:gd name="csY4" fmla="*/ 19682 h 19610"/>
                <a:gd name="csX5" fmla="*/ 380 w 313901"/>
                <a:gd name="csY5" fmla="*/ 9877 h 19610"/>
                <a:gd name="csX6" fmla="*/ 10185 w 313901"/>
                <a:gd name="csY6" fmla="*/ 72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185" y="72"/>
                  </a:moveTo>
                  <a:lnTo>
                    <a:pt x="304476" y="72"/>
                  </a:lnTo>
                  <a:cubicBezTo>
                    <a:pt x="309891" y="72"/>
                    <a:pt x="314281" y="4462"/>
                    <a:pt x="314281" y="9877"/>
                  </a:cubicBezTo>
                  <a:cubicBezTo>
                    <a:pt x="314281" y="15292"/>
                    <a:pt x="309891" y="19682"/>
                    <a:pt x="304476" y="19682"/>
                  </a:cubicBezTo>
                  <a:lnTo>
                    <a:pt x="10185" y="19682"/>
                  </a:lnTo>
                  <a:cubicBezTo>
                    <a:pt x="4770" y="19682"/>
                    <a:pt x="380" y="15292"/>
                    <a:pt x="380" y="9877"/>
                  </a:cubicBezTo>
                  <a:cubicBezTo>
                    <a:pt x="380" y="4462"/>
                    <a:pt x="4770" y="72"/>
                    <a:pt x="10185" y="72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F956916-F370-F292-A31D-047E12768C1C}"/>
                </a:ext>
              </a:extLst>
            </p:cNvPr>
            <p:cNvSpPr/>
            <p:nvPr/>
          </p:nvSpPr>
          <p:spPr>
            <a:xfrm rot="1200000">
              <a:off x="2291651" y="3415544"/>
              <a:ext cx="313901" cy="19610"/>
            </a:xfrm>
            <a:custGeom>
              <a:avLst/>
              <a:gdLst>
                <a:gd name="csX0" fmla="*/ 10181 w 313901"/>
                <a:gd name="csY0" fmla="*/ 83 h 19610"/>
                <a:gd name="csX1" fmla="*/ 304471 w 313901"/>
                <a:gd name="csY1" fmla="*/ 83 h 19610"/>
                <a:gd name="csX2" fmla="*/ 314277 w 313901"/>
                <a:gd name="csY2" fmla="*/ 9889 h 19610"/>
                <a:gd name="csX3" fmla="*/ 304471 w 313901"/>
                <a:gd name="csY3" fmla="*/ 19694 h 19610"/>
                <a:gd name="csX4" fmla="*/ 10181 w 313901"/>
                <a:gd name="csY4" fmla="*/ 19694 h 19610"/>
                <a:gd name="csX5" fmla="*/ 375 w 313901"/>
                <a:gd name="csY5" fmla="*/ 9889 h 19610"/>
                <a:gd name="csX6" fmla="*/ 10181 w 313901"/>
                <a:gd name="csY6" fmla="*/ 83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181" y="83"/>
                  </a:moveTo>
                  <a:lnTo>
                    <a:pt x="304471" y="83"/>
                  </a:lnTo>
                  <a:cubicBezTo>
                    <a:pt x="309887" y="83"/>
                    <a:pt x="314277" y="4473"/>
                    <a:pt x="314277" y="9889"/>
                  </a:cubicBezTo>
                  <a:cubicBezTo>
                    <a:pt x="314277" y="15304"/>
                    <a:pt x="309887" y="19694"/>
                    <a:pt x="304471" y="19694"/>
                  </a:cubicBezTo>
                  <a:lnTo>
                    <a:pt x="10181" y="19694"/>
                  </a:lnTo>
                  <a:cubicBezTo>
                    <a:pt x="4765" y="19694"/>
                    <a:pt x="375" y="15304"/>
                    <a:pt x="375" y="9889"/>
                  </a:cubicBezTo>
                  <a:cubicBezTo>
                    <a:pt x="375" y="4473"/>
                    <a:pt x="4765" y="83"/>
                    <a:pt x="10181" y="83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8E375E0-29A5-F9B8-82B5-D4A32B5545E9}"/>
                </a:ext>
              </a:extLst>
            </p:cNvPr>
            <p:cNvSpPr/>
            <p:nvPr/>
          </p:nvSpPr>
          <p:spPr>
            <a:xfrm rot="1200000">
              <a:off x="2267047" y="3483143"/>
              <a:ext cx="313901" cy="19610"/>
            </a:xfrm>
            <a:custGeom>
              <a:avLst/>
              <a:gdLst>
                <a:gd name="csX0" fmla="*/ 10176 w 313901"/>
                <a:gd name="csY0" fmla="*/ 95 h 19610"/>
                <a:gd name="csX1" fmla="*/ 304467 w 313901"/>
                <a:gd name="csY1" fmla="*/ 95 h 19610"/>
                <a:gd name="csX2" fmla="*/ 314273 w 313901"/>
                <a:gd name="csY2" fmla="*/ 9900 h 19610"/>
                <a:gd name="csX3" fmla="*/ 304467 w 313901"/>
                <a:gd name="csY3" fmla="*/ 19706 h 19610"/>
                <a:gd name="csX4" fmla="*/ 10176 w 313901"/>
                <a:gd name="csY4" fmla="*/ 19706 h 19610"/>
                <a:gd name="csX5" fmla="*/ 371 w 313901"/>
                <a:gd name="csY5" fmla="*/ 9900 h 19610"/>
                <a:gd name="csX6" fmla="*/ 10176 w 313901"/>
                <a:gd name="csY6" fmla="*/ 95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176" y="95"/>
                  </a:moveTo>
                  <a:lnTo>
                    <a:pt x="304467" y="95"/>
                  </a:lnTo>
                  <a:cubicBezTo>
                    <a:pt x="309883" y="95"/>
                    <a:pt x="314273" y="4485"/>
                    <a:pt x="314273" y="9900"/>
                  </a:cubicBezTo>
                  <a:cubicBezTo>
                    <a:pt x="314273" y="15316"/>
                    <a:pt x="309883" y="19706"/>
                    <a:pt x="304467" y="19706"/>
                  </a:cubicBezTo>
                  <a:lnTo>
                    <a:pt x="10176" y="19706"/>
                  </a:lnTo>
                  <a:cubicBezTo>
                    <a:pt x="4761" y="19706"/>
                    <a:pt x="371" y="15316"/>
                    <a:pt x="371" y="9900"/>
                  </a:cubicBezTo>
                  <a:cubicBezTo>
                    <a:pt x="371" y="4485"/>
                    <a:pt x="4761" y="95"/>
                    <a:pt x="10176" y="95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55" name="Graphic 5">
            <a:extLst>
              <a:ext uri="{FF2B5EF4-FFF2-40B4-BE49-F238E27FC236}">
                <a16:creationId xmlns:a16="http://schemas.microsoft.com/office/drawing/2014/main" id="{98587936-0F3B-AB43-E605-18117DC81112}"/>
              </a:ext>
            </a:extLst>
          </p:cNvPr>
          <p:cNvGrpSpPr/>
          <p:nvPr/>
        </p:nvGrpSpPr>
        <p:grpSpPr>
          <a:xfrm>
            <a:off x="819149" y="3104901"/>
            <a:ext cx="472969" cy="320886"/>
            <a:chOff x="819149" y="3104901"/>
            <a:chExt cx="472969" cy="320886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50DCB80A-3E30-5393-E06D-5DA2321580B0}"/>
                </a:ext>
              </a:extLst>
            </p:cNvPr>
            <p:cNvSpPr/>
            <p:nvPr/>
          </p:nvSpPr>
          <p:spPr>
            <a:xfrm>
              <a:off x="819149" y="3108552"/>
              <a:ext cx="472969" cy="317235"/>
            </a:xfrm>
            <a:custGeom>
              <a:avLst/>
              <a:gdLst>
                <a:gd name="csX0" fmla="*/ 438482 w 472969"/>
                <a:gd name="csY0" fmla="*/ 30 h 317235"/>
                <a:gd name="csX1" fmla="*/ 473089 w 472969"/>
                <a:gd name="csY1" fmla="*/ 30 h 317235"/>
                <a:gd name="csX2" fmla="*/ 473089 w 472969"/>
                <a:gd name="csY2" fmla="*/ 317265 h 317235"/>
                <a:gd name="csX3" fmla="*/ 438482 w 472969"/>
                <a:gd name="csY3" fmla="*/ 317265 h 317235"/>
                <a:gd name="csX4" fmla="*/ 34727 w 472969"/>
                <a:gd name="csY4" fmla="*/ 317265 h 317235"/>
                <a:gd name="csX5" fmla="*/ 120 w 472969"/>
                <a:gd name="csY5" fmla="*/ 317265 h 317235"/>
                <a:gd name="csX6" fmla="*/ 120 w 472969"/>
                <a:gd name="csY6" fmla="*/ 30 h 317235"/>
                <a:gd name="csX7" fmla="*/ 34727 w 472969"/>
                <a:gd name="csY7" fmla="*/ 30 h 3172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72969" h="317235">
                  <a:moveTo>
                    <a:pt x="438482" y="30"/>
                  </a:moveTo>
                  <a:cubicBezTo>
                    <a:pt x="457595" y="30"/>
                    <a:pt x="473089" y="30"/>
                    <a:pt x="473089" y="30"/>
                  </a:cubicBezTo>
                  <a:lnTo>
                    <a:pt x="473089" y="317265"/>
                  </a:lnTo>
                  <a:cubicBezTo>
                    <a:pt x="473089" y="317265"/>
                    <a:pt x="457595" y="317265"/>
                    <a:pt x="438482" y="317265"/>
                  </a:cubicBezTo>
                  <a:lnTo>
                    <a:pt x="34727" y="317265"/>
                  </a:lnTo>
                  <a:cubicBezTo>
                    <a:pt x="15614" y="317265"/>
                    <a:pt x="120" y="317265"/>
                    <a:pt x="120" y="317265"/>
                  </a:cubicBezTo>
                  <a:lnTo>
                    <a:pt x="120" y="30"/>
                  </a:lnTo>
                  <a:cubicBezTo>
                    <a:pt x="120" y="30"/>
                    <a:pt x="15614" y="30"/>
                    <a:pt x="34727" y="30"/>
                  </a:cubicBezTo>
                  <a:close/>
                </a:path>
              </a:pathLst>
            </a:custGeom>
            <a:solidFill>
              <a:srgbClr val="F2F2F2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D39CEDA-9E13-2044-F78F-C70405BD2A98}"/>
                </a:ext>
              </a:extLst>
            </p:cNvPr>
            <p:cNvSpPr/>
            <p:nvPr/>
          </p:nvSpPr>
          <p:spPr>
            <a:xfrm>
              <a:off x="820211" y="3104901"/>
              <a:ext cx="470852" cy="320436"/>
            </a:xfrm>
            <a:custGeom>
              <a:avLst/>
              <a:gdLst>
                <a:gd name="csX0" fmla="*/ 19731 w 470852"/>
                <a:gd name="csY0" fmla="*/ 9835 h 320436"/>
                <a:gd name="csX1" fmla="*/ 9926 w 470852"/>
                <a:gd name="csY1" fmla="*/ 19640 h 320436"/>
                <a:gd name="csX2" fmla="*/ 9926 w 470852"/>
                <a:gd name="csY2" fmla="*/ 300855 h 320436"/>
                <a:gd name="csX3" fmla="*/ 19731 w 470852"/>
                <a:gd name="csY3" fmla="*/ 310661 h 320436"/>
                <a:gd name="csX4" fmla="*/ 451362 w 470852"/>
                <a:gd name="csY4" fmla="*/ 310661 h 320436"/>
                <a:gd name="csX5" fmla="*/ 461167 w 470852"/>
                <a:gd name="csY5" fmla="*/ 300855 h 320436"/>
                <a:gd name="csX6" fmla="*/ 461167 w 470852"/>
                <a:gd name="csY6" fmla="*/ 19640 h 320436"/>
                <a:gd name="csX7" fmla="*/ 451362 w 470852"/>
                <a:gd name="csY7" fmla="*/ 9835 h 320436"/>
                <a:gd name="csX8" fmla="*/ 19731 w 470852"/>
                <a:gd name="csY8" fmla="*/ 9835 h 320436"/>
                <a:gd name="csX9" fmla="*/ 19731 w 470852"/>
                <a:gd name="csY9" fmla="*/ 29 h 320436"/>
                <a:gd name="csX10" fmla="*/ 451362 w 470852"/>
                <a:gd name="csY10" fmla="*/ 29 h 320436"/>
                <a:gd name="csX11" fmla="*/ 470973 w 470852"/>
                <a:gd name="csY11" fmla="*/ 19640 h 320436"/>
                <a:gd name="csX12" fmla="*/ 470973 w 470852"/>
                <a:gd name="csY12" fmla="*/ 300855 h 320436"/>
                <a:gd name="csX13" fmla="*/ 451362 w 470852"/>
                <a:gd name="csY13" fmla="*/ 320466 h 320436"/>
                <a:gd name="csX14" fmla="*/ 19731 w 470852"/>
                <a:gd name="csY14" fmla="*/ 320466 h 320436"/>
                <a:gd name="csX15" fmla="*/ 120 w 470852"/>
                <a:gd name="csY15" fmla="*/ 300855 h 320436"/>
                <a:gd name="csX16" fmla="*/ 120 w 470852"/>
                <a:gd name="csY16" fmla="*/ 19640 h 320436"/>
                <a:gd name="csX17" fmla="*/ 19731 w 470852"/>
                <a:gd name="csY17" fmla="*/ 29 h 3204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70852" h="320436">
                  <a:moveTo>
                    <a:pt x="19731" y="9835"/>
                  </a:moveTo>
                  <a:cubicBezTo>
                    <a:pt x="14316" y="9835"/>
                    <a:pt x="9926" y="14225"/>
                    <a:pt x="9926" y="19640"/>
                  </a:cubicBezTo>
                  <a:lnTo>
                    <a:pt x="9926" y="300855"/>
                  </a:lnTo>
                  <a:cubicBezTo>
                    <a:pt x="9926" y="306271"/>
                    <a:pt x="14316" y="310661"/>
                    <a:pt x="19731" y="310661"/>
                  </a:cubicBezTo>
                  <a:lnTo>
                    <a:pt x="451362" y="310661"/>
                  </a:lnTo>
                  <a:cubicBezTo>
                    <a:pt x="456777" y="310661"/>
                    <a:pt x="461167" y="306271"/>
                    <a:pt x="461167" y="300855"/>
                  </a:cubicBezTo>
                  <a:lnTo>
                    <a:pt x="461167" y="19640"/>
                  </a:lnTo>
                  <a:cubicBezTo>
                    <a:pt x="461167" y="14225"/>
                    <a:pt x="456777" y="9835"/>
                    <a:pt x="451362" y="9835"/>
                  </a:cubicBezTo>
                  <a:lnTo>
                    <a:pt x="19731" y="9835"/>
                  </a:lnTo>
                  <a:moveTo>
                    <a:pt x="19731" y="29"/>
                  </a:moveTo>
                  <a:lnTo>
                    <a:pt x="451362" y="29"/>
                  </a:lnTo>
                  <a:cubicBezTo>
                    <a:pt x="462192" y="29"/>
                    <a:pt x="470973" y="8810"/>
                    <a:pt x="470973" y="19640"/>
                  </a:cubicBezTo>
                  <a:lnTo>
                    <a:pt x="470973" y="300855"/>
                  </a:lnTo>
                  <a:cubicBezTo>
                    <a:pt x="470973" y="311686"/>
                    <a:pt x="462192" y="320466"/>
                    <a:pt x="451362" y="320466"/>
                  </a:cubicBezTo>
                  <a:lnTo>
                    <a:pt x="19731" y="320466"/>
                  </a:lnTo>
                  <a:cubicBezTo>
                    <a:pt x="8900" y="320466"/>
                    <a:pt x="120" y="311686"/>
                    <a:pt x="120" y="300855"/>
                  </a:cubicBezTo>
                  <a:lnTo>
                    <a:pt x="120" y="19640"/>
                  </a:lnTo>
                  <a:cubicBezTo>
                    <a:pt x="120" y="8810"/>
                    <a:pt x="8900" y="29"/>
                    <a:pt x="19731" y="29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F20526A-793D-3899-CDE4-9DC3F5AEA52E}"/>
                </a:ext>
              </a:extLst>
            </p:cNvPr>
            <p:cNvSpPr/>
            <p:nvPr/>
          </p:nvSpPr>
          <p:spPr>
            <a:xfrm>
              <a:off x="898689" y="3183379"/>
              <a:ext cx="313901" cy="19610"/>
            </a:xfrm>
            <a:custGeom>
              <a:avLst/>
              <a:gdLst>
                <a:gd name="csX0" fmla="*/ 9939 w 313901"/>
                <a:gd name="csY0" fmla="*/ 43 h 19610"/>
                <a:gd name="csX1" fmla="*/ 304230 w 313901"/>
                <a:gd name="csY1" fmla="*/ 43 h 19610"/>
                <a:gd name="csX2" fmla="*/ 314035 w 313901"/>
                <a:gd name="csY2" fmla="*/ 9848 h 19610"/>
                <a:gd name="csX3" fmla="*/ 304230 w 313901"/>
                <a:gd name="csY3" fmla="*/ 19654 h 19610"/>
                <a:gd name="csX4" fmla="*/ 9939 w 313901"/>
                <a:gd name="csY4" fmla="*/ 19654 h 19610"/>
                <a:gd name="csX5" fmla="*/ 134 w 313901"/>
                <a:gd name="csY5" fmla="*/ 9848 h 19610"/>
                <a:gd name="csX6" fmla="*/ 9939 w 313901"/>
                <a:gd name="csY6" fmla="*/ 43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939" y="43"/>
                  </a:moveTo>
                  <a:lnTo>
                    <a:pt x="304230" y="43"/>
                  </a:lnTo>
                  <a:cubicBezTo>
                    <a:pt x="309645" y="43"/>
                    <a:pt x="314035" y="4433"/>
                    <a:pt x="314035" y="9848"/>
                  </a:cubicBezTo>
                  <a:cubicBezTo>
                    <a:pt x="314035" y="15264"/>
                    <a:pt x="309645" y="19654"/>
                    <a:pt x="304230" y="19654"/>
                  </a:cubicBezTo>
                  <a:lnTo>
                    <a:pt x="9939" y="19654"/>
                  </a:lnTo>
                  <a:cubicBezTo>
                    <a:pt x="4524" y="19654"/>
                    <a:pt x="134" y="15264"/>
                    <a:pt x="134" y="9848"/>
                  </a:cubicBezTo>
                  <a:cubicBezTo>
                    <a:pt x="134" y="4433"/>
                    <a:pt x="4524" y="43"/>
                    <a:pt x="9939" y="43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5C975E79-D6A9-9ECB-BA91-02BE3BE83504}"/>
                </a:ext>
              </a:extLst>
            </p:cNvPr>
            <p:cNvSpPr/>
            <p:nvPr/>
          </p:nvSpPr>
          <p:spPr>
            <a:xfrm>
              <a:off x="898689" y="3255317"/>
              <a:ext cx="313901" cy="19610"/>
            </a:xfrm>
            <a:custGeom>
              <a:avLst/>
              <a:gdLst>
                <a:gd name="csX0" fmla="*/ 9939 w 313901"/>
                <a:gd name="csY0" fmla="*/ 56 h 19610"/>
                <a:gd name="csX1" fmla="*/ 304230 w 313901"/>
                <a:gd name="csY1" fmla="*/ 56 h 19610"/>
                <a:gd name="csX2" fmla="*/ 314035 w 313901"/>
                <a:gd name="csY2" fmla="*/ 9861 h 19610"/>
                <a:gd name="csX3" fmla="*/ 304230 w 313901"/>
                <a:gd name="csY3" fmla="*/ 19666 h 19610"/>
                <a:gd name="csX4" fmla="*/ 9939 w 313901"/>
                <a:gd name="csY4" fmla="*/ 19666 h 19610"/>
                <a:gd name="csX5" fmla="*/ 134 w 313901"/>
                <a:gd name="csY5" fmla="*/ 9861 h 19610"/>
                <a:gd name="csX6" fmla="*/ 9939 w 313901"/>
                <a:gd name="csY6" fmla="*/ 56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939" y="56"/>
                  </a:moveTo>
                  <a:lnTo>
                    <a:pt x="304230" y="56"/>
                  </a:lnTo>
                  <a:cubicBezTo>
                    <a:pt x="309645" y="56"/>
                    <a:pt x="314035" y="4446"/>
                    <a:pt x="314035" y="9861"/>
                  </a:cubicBezTo>
                  <a:cubicBezTo>
                    <a:pt x="314035" y="15276"/>
                    <a:pt x="309645" y="19666"/>
                    <a:pt x="304230" y="19666"/>
                  </a:cubicBezTo>
                  <a:lnTo>
                    <a:pt x="9939" y="19666"/>
                  </a:lnTo>
                  <a:cubicBezTo>
                    <a:pt x="4524" y="19666"/>
                    <a:pt x="134" y="15276"/>
                    <a:pt x="134" y="9861"/>
                  </a:cubicBezTo>
                  <a:cubicBezTo>
                    <a:pt x="134" y="4446"/>
                    <a:pt x="4524" y="56"/>
                    <a:pt x="9939" y="56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8D281779-C24B-DF9A-423C-82CD8A922B92}"/>
                </a:ext>
              </a:extLst>
            </p:cNvPr>
            <p:cNvSpPr/>
            <p:nvPr/>
          </p:nvSpPr>
          <p:spPr>
            <a:xfrm>
              <a:off x="898689" y="3327254"/>
              <a:ext cx="313901" cy="19610"/>
            </a:xfrm>
            <a:custGeom>
              <a:avLst/>
              <a:gdLst>
                <a:gd name="csX0" fmla="*/ 9939 w 313901"/>
                <a:gd name="csY0" fmla="*/ 68 h 19610"/>
                <a:gd name="csX1" fmla="*/ 304230 w 313901"/>
                <a:gd name="csY1" fmla="*/ 68 h 19610"/>
                <a:gd name="csX2" fmla="*/ 314035 w 313901"/>
                <a:gd name="csY2" fmla="*/ 9873 h 19610"/>
                <a:gd name="csX3" fmla="*/ 304230 w 313901"/>
                <a:gd name="csY3" fmla="*/ 19679 h 19610"/>
                <a:gd name="csX4" fmla="*/ 9939 w 313901"/>
                <a:gd name="csY4" fmla="*/ 19679 h 19610"/>
                <a:gd name="csX5" fmla="*/ 134 w 313901"/>
                <a:gd name="csY5" fmla="*/ 9873 h 19610"/>
                <a:gd name="csX6" fmla="*/ 9939 w 313901"/>
                <a:gd name="csY6" fmla="*/ 68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939" y="68"/>
                  </a:moveTo>
                  <a:lnTo>
                    <a:pt x="304230" y="68"/>
                  </a:lnTo>
                  <a:cubicBezTo>
                    <a:pt x="309645" y="68"/>
                    <a:pt x="314035" y="4458"/>
                    <a:pt x="314035" y="9873"/>
                  </a:cubicBezTo>
                  <a:cubicBezTo>
                    <a:pt x="314035" y="15289"/>
                    <a:pt x="309645" y="19679"/>
                    <a:pt x="304230" y="19679"/>
                  </a:cubicBezTo>
                  <a:lnTo>
                    <a:pt x="9939" y="19679"/>
                  </a:lnTo>
                  <a:cubicBezTo>
                    <a:pt x="4524" y="19679"/>
                    <a:pt x="134" y="15289"/>
                    <a:pt x="134" y="9873"/>
                  </a:cubicBezTo>
                  <a:cubicBezTo>
                    <a:pt x="134" y="4458"/>
                    <a:pt x="4524" y="68"/>
                    <a:pt x="9939" y="68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61" name="Graphic 5">
            <a:extLst>
              <a:ext uri="{FF2B5EF4-FFF2-40B4-BE49-F238E27FC236}">
                <a16:creationId xmlns:a16="http://schemas.microsoft.com/office/drawing/2014/main" id="{FA7C2D74-F86B-EDEF-FE68-9CE580B9A7F3}"/>
              </a:ext>
            </a:extLst>
          </p:cNvPr>
          <p:cNvGrpSpPr/>
          <p:nvPr/>
        </p:nvGrpSpPr>
        <p:grpSpPr>
          <a:xfrm>
            <a:off x="1516472" y="2958011"/>
            <a:ext cx="494490" cy="467548"/>
            <a:chOff x="1516472" y="2958011"/>
            <a:chExt cx="494490" cy="467548"/>
          </a:xfrm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DAD8C27A-03C2-9A66-4162-5F8248061EE2}"/>
                </a:ext>
              </a:extLst>
            </p:cNvPr>
            <p:cNvSpPr/>
            <p:nvPr/>
          </p:nvSpPr>
          <p:spPr>
            <a:xfrm rot="361440">
              <a:off x="1537745" y="2958011"/>
              <a:ext cx="473217" cy="467446"/>
            </a:xfrm>
            <a:custGeom>
              <a:avLst/>
              <a:gdLst>
                <a:gd name="csX0" fmla="*/ 438833 w 473217"/>
                <a:gd name="csY0" fmla="*/ 4 h 467446"/>
                <a:gd name="csX1" fmla="*/ 473458 w 473217"/>
                <a:gd name="csY1" fmla="*/ 4 h 467446"/>
                <a:gd name="csX2" fmla="*/ 473458 w 473217"/>
                <a:gd name="csY2" fmla="*/ 467451 h 467446"/>
                <a:gd name="csX3" fmla="*/ 438833 w 473217"/>
                <a:gd name="csY3" fmla="*/ 467451 h 467446"/>
                <a:gd name="csX4" fmla="*/ 34867 w 473217"/>
                <a:gd name="csY4" fmla="*/ 467451 h 467446"/>
                <a:gd name="csX5" fmla="*/ 241 w 473217"/>
                <a:gd name="csY5" fmla="*/ 467451 h 467446"/>
                <a:gd name="csX6" fmla="*/ 241 w 473217"/>
                <a:gd name="csY6" fmla="*/ 4 h 467446"/>
                <a:gd name="csX7" fmla="*/ 34867 w 473217"/>
                <a:gd name="csY7" fmla="*/ 4 h 4674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73217" h="467446">
                  <a:moveTo>
                    <a:pt x="438833" y="4"/>
                  </a:moveTo>
                  <a:cubicBezTo>
                    <a:pt x="457956" y="4"/>
                    <a:pt x="473458" y="4"/>
                    <a:pt x="473458" y="4"/>
                  </a:cubicBezTo>
                  <a:lnTo>
                    <a:pt x="473458" y="467451"/>
                  </a:lnTo>
                  <a:cubicBezTo>
                    <a:pt x="473458" y="467451"/>
                    <a:pt x="457956" y="467451"/>
                    <a:pt x="438833" y="467451"/>
                  </a:cubicBezTo>
                  <a:lnTo>
                    <a:pt x="34867" y="467451"/>
                  </a:lnTo>
                  <a:cubicBezTo>
                    <a:pt x="15743" y="467451"/>
                    <a:pt x="241" y="467451"/>
                    <a:pt x="241" y="467451"/>
                  </a:cubicBezTo>
                  <a:lnTo>
                    <a:pt x="241" y="4"/>
                  </a:lnTo>
                  <a:cubicBezTo>
                    <a:pt x="241" y="4"/>
                    <a:pt x="15743" y="4"/>
                    <a:pt x="34867" y="4"/>
                  </a:cubicBezTo>
                  <a:close/>
                </a:path>
              </a:pathLst>
            </a:custGeom>
            <a:solidFill>
              <a:srgbClr val="F2F2F2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8E1BCA5F-C4CF-72B3-2F7D-10C6D4E9C9F5}"/>
                </a:ext>
              </a:extLst>
            </p:cNvPr>
            <p:cNvSpPr/>
            <p:nvPr/>
          </p:nvSpPr>
          <p:spPr>
            <a:xfrm rot="361440">
              <a:off x="1516472" y="2960999"/>
              <a:ext cx="471099" cy="464560"/>
            </a:xfrm>
            <a:custGeom>
              <a:avLst/>
              <a:gdLst>
                <a:gd name="csX0" fmla="*/ 19862 w 471099"/>
                <a:gd name="csY0" fmla="*/ 9815 h 464560"/>
                <a:gd name="csX1" fmla="*/ 10052 w 471099"/>
                <a:gd name="csY1" fmla="*/ 19626 h 464560"/>
                <a:gd name="csX2" fmla="*/ 10052 w 471099"/>
                <a:gd name="csY2" fmla="*/ 444944 h 464560"/>
                <a:gd name="csX3" fmla="*/ 19862 w 471099"/>
                <a:gd name="csY3" fmla="*/ 454755 h 464560"/>
                <a:gd name="csX4" fmla="*/ 451719 w 471099"/>
                <a:gd name="csY4" fmla="*/ 454755 h 464560"/>
                <a:gd name="csX5" fmla="*/ 461530 w 471099"/>
                <a:gd name="csY5" fmla="*/ 444944 h 464560"/>
                <a:gd name="csX6" fmla="*/ 461530 w 471099"/>
                <a:gd name="csY6" fmla="*/ 19626 h 464560"/>
                <a:gd name="csX7" fmla="*/ 451719 w 471099"/>
                <a:gd name="csY7" fmla="*/ 9815 h 464560"/>
                <a:gd name="csX8" fmla="*/ 19862 w 471099"/>
                <a:gd name="csY8" fmla="*/ 9815 h 464560"/>
                <a:gd name="csX9" fmla="*/ 19862 w 471099"/>
                <a:gd name="csY9" fmla="*/ 4 h 464560"/>
                <a:gd name="csX10" fmla="*/ 451719 w 471099"/>
                <a:gd name="csY10" fmla="*/ 4 h 464560"/>
                <a:gd name="csX11" fmla="*/ 471340 w 471099"/>
                <a:gd name="csY11" fmla="*/ 19626 h 464560"/>
                <a:gd name="csX12" fmla="*/ 471340 w 471099"/>
                <a:gd name="csY12" fmla="*/ 444944 h 464560"/>
                <a:gd name="csX13" fmla="*/ 451719 w 471099"/>
                <a:gd name="csY13" fmla="*/ 464565 h 464560"/>
                <a:gd name="csX14" fmla="*/ 19862 w 471099"/>
                <a:gd name="csY14" fmla="*/ 464565 h 464560"/>
                <a:gd name="csX15" fmla="*/ 241 w 471099"/>
                <a:gd name="csY15" fmla="*/ 444944 h 464560"/>
                <a:gd name="csX16" fmla="*/ 241 w 471099"/>
                <a:gd name="csY16" fmla="*/ 19626 h 464560"/>
                <a:gd name="csX17" fmla="*/ 19862 w 471099"/>
                <a:gd name="csY17" fmla="*/ 4 h 4645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71099" h="464560">
                  <a:moveTo>
                    <a:pt x="19862" y="9815"/>
                  </a:moveTo>
                  <a:cubicBezTo>
                    <a:pt x="14444" y="9815"/>
                    <a:pt x="10052" y="14207"/>
                    <a:pt x="10052" y="19626"/>
                  </a:cubicBezTo>
                  <a:lnTo>
                    <a:pt x="10052" y="444944"/>
                  </a:lnTo>
                  <a:cubicBezTo>
                    <a:pt x="10052" y="450363"/>
                    <a:pt x="14444" y="454755"/>
                    <a:pt x="19862" y="454755"/>
                  </a:cubicBezTo>
                  <a:lnTo>
                    <a:pt x="451719" y="454755"/>
                  </a:lnTo>
                  <a:cubicBezTo>
                    <a:pt x="457137" y="454755"/>
                    <a:pt x="461530" y="450363"/>
                    <a:pt x="461530" y="444944"/>
                  </a:cubicBezTo>
                  <a:lnTo>
                    <a:pt x="461530" y="19626"/>
                  </a:lnTo>
                  <a:cubicBezTo>
                    <a:pt x="461530" y="14207"/>
                    <a:pt x="457137" y="9815"/>
                    <a:pt x="451719" y="9815"/>
                  </a:cubicBezTo>
                  <a:lnTo>
                    <a:pt x="19862" y="9815"/>
                  </a:lnTo>
                  <a:moveTo>
                    <a:pt x="19862" y="4"/>
                  </a:moveTo>
                  <a:lnTo>
                    <a:pt x="451719" y="4"/>
                  </a:lnTo>
                  <a:cubicBezTo>
                    <a:pt x="462556" y="4"/>
                    <a:pt x="471340" y="8789"/>
                    <a:pt x="471340" y="19626"/>
                  </a:cubicBezTo>
                  <a:lnTo>
                    <a:pt x="471340" y="444944"/>
                  </a:lnTo>
                  <a:cubicBezTo>
                    <a:pt x="471340" y="455781"/>
                    <a:pt x="462556" y="464565"/>
                    <a:pt x="451719" y="464565"/>
                  </a:cubicBezTo>
                  <a:lnTo>
                    <a:pt x="19862" y="464565"/>
                  </a:lnTo>
                  <a:cubicBezTo>
                    <a:pt x="9026" y="464565"/>
                    <a:pt x="241" y="455781"/>
                    <a:pt x="241" y="444944"/>
                  </a:cubicBezTo>
                  <a:lnTo>
                    <a:pt x="241" y="19626"/>
                  </a:lnTo>
                  <a:cubicBezTo>
                    <a:pt x="241" y="8789"/>
                    <a:pt x="9026" y="4"/>
                    <a:pt x="19862" y="4"/>
                  </a:cubicBezTo>
                  <a:close/>
                </a:path>
              </a:pathLst>
            </a:custGeom>
            <a:solidFill>
              <a:srgbClr val="E6E6E6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1D03515F-C51B-A53F-7BD9-749867269C7B}"/>
                </a:ext>
              </a:extLst>
            </p:cNvPr>
            <p:cNvSpPr/>
            <p:nvPr/>
          </p:nvSpPr>
          <p:spPr>
            <a:xfrm rot="361440">
              <a:off x="1610099" y="3040308"/>
              <a:ext cx="314066" cy="19621"/>
            </a:xfrm>
            <a:custGeom>
              <a:avLst/>
              <a:gdLst>
                <a:gd name="csX0" fmla="*/ 10068 w 314066"/>
                <a:gd name="csY0" fmla="*/ 18 h 19621"/>
                <a:gd name="csX1" fmla="*/ 304513 w 314066"/>
                <a:gd name="csY1" fmla="*/ 18 h 19621"/>
                <a:gd name="csX2" fmla="*/ 314323 w 314066"/>
                <a:gd name="csY2" fmla="*/ 9829 h 19621"/>
                <a:gd name="csX3" fmla="*/ 304513 w 314066"/>
                <a:gd name="csY3" fmla="*/ 19639 h 19621"/>
                <a:gd name="csX4" fmla="*/ 10068 w 314066"/>
                <a:gd name="csY4" fmla="*/ 19639 h 19621"/>
                <a:gd name="csX5" fmla="*/ 257 w 314066"/>
                <a:gd name="csY5" fmla="*/ 9829 h 19621"/>
                <a:gd name="csX6" fmla="*/ 10068 w 314066"/>
                <a:gd name="csY6" fmla="*/ 18 h 1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4066" h="19621">
                  <a:moveTo>
                    <a:pt x="10068" y="18"/>
                  </a:moveTo>
                  <a:lnTo>
                    <a:pt x="304513" y="18"/>
                  </a:lnTo>
                  <a:cubicBezTo>
                    <a:pt x="309931" y="18"/>
                    <a:pt x="314323" y="4411"/>
                    <a:pt x="314323" y="9829"/>
                  </a:cubicBezTo>
                  <a:cubicBezTo>
                    <a:pt x="314323" y="15247"/>
                    <a:pt x="309931" y="19639"/>
                    <a:pt x="304513" y="19639"/>
                  </a:cubicBezTo>
                  <a:lnTo>
                    <a:pt x="10068" y="19639"/>
                  </a:lnTo>
                  <a:cubicBezTo>
                    <a:pt x="4650" y="19639"/>
                    <a:pt x="257" y="15247"/>
                    <a:pt x="257" y="9829"/>
                  </a:cubicBezTo>
                  <a:cubicBezTo>
                    <a:pt x="257" y="4411"/>
                    <a:pt x="4650" y="18"/>
                    <a:pt x="10068" y="18"/>
                  </a:cubicBezTo>
                  <a:close/>
                </a:path>
              </a:pathLst>
            </a:custGeom>
            <a:solidFill>
              <a:srgbClr val="6C63FF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6CF4A2B-E41C-F679-2147-247EEC04D90D}"/>
                </a:ext>
              </a:extLst>
            </p:cNvPr>
            <p:cNvSpPr/>
            <p:nvPr/>
          </p:nvSpPr>
          <p:spPr>
            <a:xfrm rot="361440">
              <a:off x="1602546" y="3111886"/>
              <a:ext cx="314066" cy="19621"/>
            </a:xfrm>
            <a:custGeom>
              <a:avLst/>
              <a:gdLst>
                <a:gd name="csX0" fmla="*/ 10066 w 314066"/>
                <a:gd name="csY0" fmla="*/ 31 h 19621"/>
                <a:gd name="csX1" fmla="*/ 304512 w 314066"/>
                <a:gd name="csY1" fmla="*/ 31 h 19621"/>
                <a:gd name="csX2" fmla="*/ 314322 w 314066"/>
                <a:gd name="csY2" fmla="*/ 9841 h 19621"/>
                <a:gd name="csX3" fmla="*/ 304512 w 314066"/>
                <a:gd name="csY3" fmla="*/ 19652 h 19621"/>
                <a:gd name="csX4" fmla="*/ 10066 w 314066"/>
                <a:gd name="csY4" fmla="*/ 19652 h 19621"/>
                <a:gd name="csX5" fmla="*/ 256 w 314066"/>
                <a:gd name="csY5" fmla="*/ 9841 h 19621"/>
                <a:gd name="csX6" fmla="*/ 10066 w 314066"/>
                <a:gd name="csY6" fmla="*/ 31 h 1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4066" h="19621">
                  <a:moveTo>
                    <a:pt x="10066" y="31"/>
                  </a:moveTo>
                  <a:lnTo>
                    <a:pt x="304512" y="31"/>
                  </a:lnTo>
                  <a:cubicBezTo>
                    <a:pt x="309930" y="31"/>
                    <a:pt x="314322" y="4423"/>
                    <a:pt x="314322" y="9841"/>
                  </a:cubicBezTo>
                  <a:cubicBezTo>
                    <a:pt x="314322" y="15259"/>
                    <a:pt x="309930" y="19652"/>
                    <a:pt x="304512" y="19652"/>
                  </a:cubicBezTo>
                  <a:lnTo>
                    <a:pt x="10066" y="19652"/>
                  </a:lnTo>
                  <a:cubicBezTo>
                    <a:pt x="4648" y="19652"/>
                    <a:pt x="256" y="15259"/>
                    <a:pt x="256" y="9841"/>
                  </a:cubicBezTo>
                  <a:cubicBezTo>
                    <a:pt x="256" y="4423"/>
                    <a:pt x="4648" y="31"/>
                    <a:pt x="10066" y="31"/>
                  </a:cubicBezTo>
                  <a:close/>
                </a:path>
              </a:pathLst>
            </a:custGeom>
            <a:solidFill>
              <a:srgbClr val="6C63FF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9FAC793C-6EF0-282E-63B3-9036BFCF61EC}"/>
                </a:ext>
              </a:extLst>
            </p:cNvPr>
            <p:cNvSpPr/>
            <p:nvPr/>
          </p:nvSpPr>
          <p:spPr>
            <a:xfrm rot="361440">
              <a:off x="1594992" y="3183463"/>
              <a:ext cx="314066" cy="19621"/>
            </a:xfrm>
            <a:custGeom>
              <a:avLst/>
              <a:gdLst>
                <a:gd name="csX0" fmla="*/ 10065 w 314066"/>
                <a:gd name="csY0" fmla="*/ 43 h 19621"/>
                <a:gd name="csX1" fmla="*/ 304510 w 314066"/>
                <a:gd name="csY1" fmla="*/ 43 h 19621"/>
                <a:gd name="csX2" fmla="*/ 314321 w 314066"/>
                <a:gd name="csY2" fmla="*/ 9854 h 19621"/>
                <a:gd name="csX3" fmla="*/ 304510 w 314066"/>
                <a:gd name="csY3" fmla="*/ 19664 h 19621"/>
                <a:gd name="csX4" fmla="*/ 10065 w 314066"/>
                <a:gd name="csY4" fmla="*/ 19664 h 19621"/>
                <a:gd name="csX5" fmla="*/ 255 w 314066"/>
                <a:gd name="csY5" fmla="*/ 9854 h 19621"/>
                <a:gd name="csX6" fmla="*/ 10065 w 314066"/>
                <a:gd name="csY6" fmla="*/ 43 h 1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4066" h="19621">
                  <a:moveTo>
                    <a:pt x="10065" y="43"/>
                  </a:moveTo>
                  <a:lnTo>
                    <a:pt x="304510" y="43"/>
                  </a:lnTo>
                  <a:cubicBezTo>
                    <a:pt x="309928" y="43"/>
                    <a:pt x="314321" y="4435"/>
                    <a:pt x="314321" y="9854"/>
                  </a:cubicBezTo>
                  <a:cubicBezTo>
                    <a:pt x="314321" y="15272"/>
                    <a:pt x="309928" y="19664"/>
                    <a:pt x="304510" y="19664"/>
                  </a:cubicBezTo>
                  <a:lnTo>
                    <a:pt x="10065" y="19664"/>
                  </a:lnTo>
                  <a:cubicBezTo>
                    <a:pt x="4647" y="19664"/>
                    <a:pt x="255" y="15272"/>
                    <a:pt x="255" y="9854"/>
                  </a:cubicBezTo>
                  <a:cubicBezTo>
                    <a:pt x="255" y="4435"/>
                    <a:pt x="4647" y="43"/>
                    <a:pt x="10065" y="43"/>
                  </a:cubicBezTo>
                  <a:close/>
                </a:path>
              </a:pathLst>
            </a:custGeom>
            <a:solidFill>
              <a:srgbClr val="6C63FF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0340E66-2DBF-2E9C-DF4E-5001D47E8F4B}"/>
                </a:ext>
              </a:extLst>
            </p:cNvPr>
            <p:cNvSpPr/>
            <p:nvPr/>
          </p:nvSpPr>
          <p:spPr>
            <a:xfrm rot="361440">
              <a:off x="1587439" y="3255041"/>
              <a:ext cx="314066" cy="19621"/>
            </a:xfrm>
            <a:custGeom>
              <a:avLst/>
              <a:gdLst>
                <a:gd name="csX0" fmla="*/ 10064 w 314066"/>
                <a:gd name="csY0" fmla="*/ 55 h 19621"/>
                <a:gd name="csX1" fmla="*/ 304509 w 314066"/>
                <a:gd name="csY1" fmla="*/ 55 h 19621"/>
                <a:gd name="csX2" fmla="*/ 314320 w 314066"/>
                <a:gd name="csY2" fmla="*/ 9866 h 19621"/>
                <a:gd name="csX3" fmla="*/ 304509 w 314066"/>
                <a:gd name="csY3" fmla="*/ 19677 h 19621"/>
                <a:gd name="csX4" fmla="*/ 10064 w 314066"/>
                <a:gd name="csY4" fmla="*/ 19677 h 19621"/>
                <a:gd name="csX5" fmla="*/ 253 w 314066"/>
                <a:gd name="csY5" fmla="*/ 9866 h 19621"/>
                <a:gd name="csX6" fmla="*/ 10064 w 314066"/>
                <a:gd name="csY6" fmla="*/ 55 h 1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4066" h="19621">
                  <a:moveTo>
                    <a:pt x="10064" y="55"/>
                  </a:moveTo>
                  <a:lnTo>
                    <a:pt x="304509" y="55"/>
                  </a:lnTo>
                  <a:cubicBezTo>
                    <a:pt x="309927" y="55"/>
                    <a:pt x="314320" y="4448"/>
                    <a:pt x="314320" y="9866"/>
                  </a:cubicBezTo>
                  <a:cubicBezTo>
                    <a:pt x="314320" y="15284"/>
                    <a:pt x="309927" y="19677"/>
                    <a:pt x="304509" y="19677"/>
                  </a:cubicBezTo>
                  <a:lnTo>
                    <a:pt x="10064" y="19677"/>
                  </a:lnTo>
                  <a:cubicBezTo>
                    <a:pt x="4646" y="19677"/>
                    <a:pt x="253" y="15284"/>
                    <a:pt x="253" y="9866"/>
                  </a:cubicBezTo>
                  <a:cubicBezTo>
                    <a:pt x="253" y="4448"/>
                    <a:pt x="4646" y="55"/>
                    <a:pt x="10064" y="55"/>
                  </a:cubicBezTo>
                  <a:close/>
                </a:path>
              </a:pathLst>
            </a:custGeom>
            <a:solidFill>
              <a:srgbClr val="6C63FF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E93E336D-A205-9F21-7049-C53F55FCD9A9}"/>
                </a:ext>
              </a:extLst>
            </p:cNvPr>
            <p:cNvSpPr/>
            <p:nvPr/>
          </p:nvSpPr>
          <p:spPr>
            <a:xfrm rot="361440">
              <a:off x="1579885" y="3326619"/>
              <a:ext cx="314066" cy="19621"/>
            </a:xfrm>
            <a:custGeom>
              <a:avLst/>
              <a:gdLst>
                <a:gd name="csX0" fmla="*/ 10063 w 314066"/>
                <a:gd name="csY0" fmla="*/ 68 h 19621"/>
                <a:gd name="csX1" fmla="*/ 304508 w 314066"/>
                <a:gd name="csY1" fmla="*/ 68 h 19621"/>
                <a:gd name="csX2" fmla="*/ 314318 w 314066"/>
                <a:gd name="csY2" fmla="*/ 9878 h 19621"/>
                <a:gd name="csX3" fmla="*/ 304508 w 314066"/>
                <a:gd name="csY3" fmla="*/ 19689 h 19621"/>
                <a:gd name="csX4" fmla="*/ 10063 w 314066"/>
                <a:gd name="csY4" fmla="*/ 19689 h 19621"/>
                <a:gd name="csX5" fmla="*/ 252 w 314066"/>
                <a:gd name="csY5" fmla="*/ 9878 h 19621"/>
                <a:gd name="csX6" fmla="*/ 10063 w 314066"/>
                <a:gd name="csY6" fmla="*/ 68 h 1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4066" h="19621">
                  <a:moveTo>
                    <a:pt x="10063" y="68"/>
                  </a:moveTo>
                  <a:lnTo>
                    <a:pt x="304508" y="68"/>
                  </a:lnTo>
                  <a:cubicBezTo>
                    <a:pt x="309926" y="68"/>
                    <a:pt x="314318" y="4460"/>
                    <a:pt x="314318" y="9878"/>
                  </a:cubicBezTo>
                  <a:cubicBezTo>
                    <a:pt x="314318" y="15297"/>
                    <a:pt x="309926" y="19689"/>
                    <a:pt x="304508" y="19689"/>
                  </a:cubicBezTo>
                  <a:lnTo>
                    <a:pt x="10063" y="19689"/>
                  </a:lnTo>
                  <a:cubicBezTo>
                    <a:pt x="4644" y="19689"/>
                    <a:pt x="252" y="15297"/>
                    <a:pt x="252" y="9878"/>
                  </a:cubicBezTo>
                  <a:cubicBezTo>
                    <a:pt x="252" y="4460"/>
                    <a:pt x="4644" y="68"/>
                    <a:pt x="10063" y="68"/>
                  </a:cubicBezTo>
                  <a:close/>
                </a:path>
              </a:pathLst>
            </a:custGeom>
            <a:solidFill>
              <a:srgbClr val="6C63FF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69" name="Graphic 5">
            <a:extLst>
              <a:ext uri="{FF2B5EF4-FFF2-40B4-BE49-F238E27FC236}">
                <a16:creationId xmlns:a16="http://schemas.microsoft.com/office/drawing/2014/main" id="{DAD82084-5A34-CE54-DA75-83F46212E44B}"/>
              </a:ext>
            </a:extLst>
          </p:cNvPr>
          <p:cNvGrpSpPr/>
          <p:nvPr/>
        </p:nvGrpSpPr>
        <p:grpSpPr>
          <a:xfrm>
            <a:off x="127000" y="2958598"/>
            <a:ext cx="470852" cy="467201"/>
            <a:chOff x="127000" y="2958598"/>
            <a:chExt cx="470852" cy="467201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68FB642E-A80F-A906-2AF2-DA905939FB13}"/>
                </a:ext>
              </a:extLst>
            </p:cNvPr>
            <p:cNvSpPr/>
            <p:nvPr/>
          </p:nvSpPr>
          <p:spPr>
            <a:xfrm>
              <a:off x="127000" y="2958598"/>
              <a:ext cx="467201" cy="467201"/>
            </a:xfrm>
            <a:custGeom>
              <a:avLst/>
              <a:gdLst>
                <a:gd name="csX0" fmla="*/ 432594 w 467201"/>
                <a:gd name="csY0" fmla="*/ 4 h 467201"/>
                <a:gd name="csX1" fmla="*/ 467201 w 467201"/>
                <a:gd name="csY1" fmla="*/ 4 h 467201"/>
                <a:gd name="csX2" fmla="*/ 467201 w 467201"/>
                <a:gd name="csY2" fmla="*/ 467205 h 467201"/>
                <a:gd name="csX3" fmla="*/ 432594 w 467201"/>
                <a:gd name="csY3" fmla="*/ 467205 h 467201"/>
                <a:gd name="csX4" fmla="*/ 34607 w 467201"/>
                <a:gd name="csY4" fmla="*/ 467205 h 467201"/>
                <a:gd name="csX5" fmla="*/ 0 w 467201"/>
                <a:gd name="csY5" fmla="*/ 467205 h 467201"/>
                <a:gd name="csX6" fmla="*/ 0 w 467201"/>
                <a:gd name="csY6" fmla="*/ 4 h 467201"/>
                <a:gd name="csX7" fmla="*/ 34607 w 467201"/>
                <a:gd name="csY7" fmla="*/ 4 h 4672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67201" h="467201">
                  <a:moveTo>
                    <a:pt x="432594" y="4"/>
                  </a:moveTo>
                  <a:cubicBezTo>
                    <a:pt x="451707" y="4"/>
                    <a:pt x="467201" y="4"/>
                    <a:pt x="467201" y="4"/>
                  </a:cubicBezTo>
                  <a:lnTo>
                    <a:pt x="467201" y="467205"/>
                  </a:lnTo>
                  <a:cubicBezTo>
                    <a:pt x="467201" y="467205"/>
                    <a:pt x="451707" y="467205"/>
                    <a:pt x="432594" y="467205"/>
                  </a:cubicBezTo>
                  <a:lnTo>
                    <a:pt x="34607" y="467205"/>
                  </a:lnTo>
                  <a:cubicBezTo>
                    <a:pt x="15494" y="467205"/>
                    <a:pt x="0" y="467205"/>
                    <a:pt x="0" y="467205"/>
                  </a:cubicBezTo>
                  <a:lnTo>
                    <a:pt x="0" y="4"/>
                  </a:lnTo>
                  <a:cubicBezTo>
                    <a:pt x="0" y="4"/>
                    <a:pt x="15494" y="4"/>
                    <a:pt x="34607" y="4"/>
                  </a:cubicBezTo>
                  <a:close/>
                </a:path>
              </a:pathLst>
            </a:custGeom>
            <a:solidFill>
              <a:srgbClr val="F2F2F2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1829424B-10FC-9A98-AC57-0C5746422907}"/>
                </a:ext>
              </a:extLst>
            </p:cNvPr>
            <p:cNvSpPr/>
            <p:nvPr/>
          </p:nvSpPr>
          <p:spPr>
            <a:xfrm>
              <a:off x="127000" y="2961032"/>
              <a:ext cx="470852" cy="464317"/>
            </a:xfrm>
            <a:custGeom>
              <a:avLst/>
              <a:gdLst>
                <a:gd name="csX0" fmla="*/ 19611 w 470852"/>
                <a:gd name="csY0" fmla="*/ 9810 h 464317"/>
                <a:gd name="csX1" fmla="*/ 9805 w 470852"/>
                <a:gd name="csY1" fmla="*/ 19615 h 464317"/>
                <a:gd name="csX2" fmla="*/ 9805 w 470852"/>
                <a:gd name="csY2" fmla="*/ 444711 h 464317"/>
                <a:gd name="csX3" fmla="*/ 19611 w 470852"/>
                <a:gd name="csY3" fmla="*/ 454516 h 464317"/>
                <a:gd name="csX4" fmla="*/ 451241 w 470852"/>
                <a:gd name="csY4" fmla="*/ 454516 h 464317"/>
                <a:gd name="csX5" fmla="*/ 461047 w 470852"/>
                <a:gd name="csY5" fmla="*/ 444711 h 464317"/>
                <a:gd name="csX6" fmla="*/ 461047 w 470852"/>
                <a:gd name="csY6" fmla="*/ 19615 h 464317"/>
                <a:gd name="csX7" fmla="*/ 451241 w 470852"/>
                <a:gd name="csY7" fmla="*/ 9810 h 464317"/>
                <a:gd name="csX8" fmla="*/ 19611 w 470852"/>
                <a:gd name="csY8" fmla="*/ 9810 h 464317"/>
                <a:gd name="csX9" fmla="*/ 19611 w 470852"/>
                <a:gd name="csY9" fmla="*/ 4 h 464317"/>
                <a:gd name="csX10" fmla="*/ 451241 w 470852"/>
                <a:gd name="csY10" fmla="*/ 4 h 464317"/>
                <a:gd name="csX11" fmla="*/ 470852 w 470852"/>
                <a:gd name="csY11" fmla="*/ 19615 h 464317"/>
                <a:gd name="csX12" fmla="*/ 470852 w 470852"/>
                <a:gd name="csY12" fmla="*/ 444711 h 464317"/>
                <a:gd name="csX13" fmla="*/ 451241 w 470852"/>
                <a:gd name="csY13" fmla="*/ 464322 h 464317"/>
                <a:gd name="csX14" fmla="*/ 19611 w 470852"/>
                <a:gd name="csY14" fmla="*/ 464322 h 464317"/>
                <a:gd name="csX15" fmla="*/ 0 w 470852"/>
                <a:gd name="csY15" fmla="*/ 444711 h 464317"/>
                <a:gd name="csX16" fmla="*/ 0 w 470852"/>
                <a:gd name="csY16" fmla="*/ 19615 h 464317"/>
                <a:gd name="csX17" fmla="*/ 19611 w 470852"/>
                <a:gd name="csY17" fmla="*/ 4 h 4643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70852" h="464317">
                  <a:moveTo>
                    <a:pt x="19611" y="9810"/>
                  </a:moveTo>
                  <a:cubicBezTo>
                    <a:pt x="14196" y="9810"/>
                    <a:pt x="9805" y="14200"/>
                    <a:pt x="9805" y="19615"/>
                  </a:cubicBezTo>
                  <a:lnTo>
                    <a:pt x="9805" y="444711"/>
                  </a:lnTo>
                  <a:cubicBezTo>
                    <a:pt x="9805" y="450126"/>
                    <a:pt x="14196" y="454516"/>
                    <a:pt x="19611" y="454516"/>
                  </a:cubicBezTo>
                  <a:lnTo>
                    <a:pt x="451241" y="454516"/>
                  </a:lnTo>
                  <a:cubicBezTo>
                    <a:pt x="456657" y="454516"/>
                    <a:pt x="461047" y="450126"/>
                    <a:pt x="461047" y="444711"/>
                  </a:cubicBezTo>
                  <a:lnTo>
                    <a:pt x="461047" y="19615"/>
                  </a:lnTo>
                  <a:cubicBezTo>
                    <a:pt x="461047" y="14200"/>
                    <a:pt x="456657" y="9810"/>
                    <a:pt x="451241" y="9810"/>
                  </a:cubicBezTo>
                  <a:lnTo>
                    <a:pt x="19611" y="9810"/>
                  </a:lnTo>
                  <a:moveTo>
                    <a:pt x="19611" y="4"/>
                  </a:moveTo>
                  <a:lnTo>
                    <a:pt x="451241" y="4"/>
                  </a:lnTo>
                  <a:cubicBezTo>
                    <a:pt x="462072" y="4"/>
                    <a:pt x="470852" y="8785"/>
                    <a:pt x="470852" y="19615"/>
                  </a:cubicBezTo>
                  <a:lnTo>
                    <a:pt x="470852" y="444711"/>
                  </a:lnTo>
                  <a:cubicBezTo>
                    <a:pt x="470852" y="455542"/>
                    <a:pt x="462072" y="464322"/>
                    <a:pt x="451241" y="464322"/>
                  </a:cubicBezTo>
                  <a:lnTo>
                    <a:pt x="19611" y="464322"/>
                  </a:lnTo>
                  <a:cubicBezTo>
                    <a:pt x="8780" y="464322"/>
                    <a:pt x="0" y="455542"/>
                    <a:pt x="0" y="444711"/>
                  </a:cubicBezTo>
                  <a:lnTo>
                    <a:pt x="0" y="19615"/>
                  </a:lnTo>
                  <a:cubicBezTo>
                    <a:pt x="0" y="8785"/>
                    <a:pt x="8780" y="4"/>
                    <a:pt x="19611" y="4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FE2137F-0F57-A798-60E5-4CAD344408FB}"/>
                </a:ext>
              </a:extLst>
            </p:cNvPr>
            <p:cNvSpPr/>
            <p:nvPr/>
          </p:nvSpPr>
          <p:spPr>
            <a:xfrm>
              <a:off x="205478" y="3039505"/>
              <a:ext cx="313901" cy="19610"/>
            </a:xfrm>
            <a:custGeom>
              <a:avLst/>
              <a:gdLst>
                <a:gd name="csX0" fmla="*/ 9819 w 313901"/>
                <a:gd name="csY0" fmla="*/ 18 h 19610"/>
                <a:gd name="csX1" fmla="*/ 304110 w 313901"/>
                <a:gd name="csY1" fmla="*/ 18 h 19610"/>
                <a:gd name="csX2" fmla="*/ 313915 w 313901"/>
                <a:gd name="csY2" fmla="*/ 9824 h 19610"/>
                <a:gd name="csX3" fmla="*/ 304110 w 313901"/>
                <a:gd name="csY3" fmla="*/ 19629 h 19610"/>
                <a:gd name="csX4" fmla="*/ 9819 w 313901"/>
                <a:gd name="csY4" fmla="*/ 19629 h 19610"/>
                <a:gd name="csX5" fmla="*/ 14 w 313901"/>
                <a:gd name="csY5" fmla="*/ 9824 h 19610"/>
                <a:gd name="csX6" fmla="*/ 9819 w 313901"/>
                <a:gd name="csY6" fmla="*/ 18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819" y="18"/>
                  </a:moveTo>
                  <a:lnTo>
                    <a:pt x="304110" y="18"/>
                  </a:lnTo>
                  <a:cubicBezTo>
                    <a:pt x="309525" y="18"/>
                    <a:pt x="313915" y="4408"/>
                    <a:pt x="313915" y="9824"/>
                  </a:cubicBezTo>
                  <a:cubicBezTo>
                    <a:pt x="313915" y="15239"/>
                    <a:pt x="309525" y="19629"/>
                    <a:pt x="304110" y="19629"/>
                  </a:cubicBezTo>
                  <a:lnTo>
                    <a:pt x="9819" y="19629"/>
                  </a:lnTo>
                  <a:cubicBezTo>
                    <a:pt x="4404" y="19629"/>
                    <a:pt x="14" y="15239"/>
                    <a:pt x="14" y="9824"/>
                  </a:cubicBezTo>
                  <a:cubicBezTo>
                    <a:pt x="14" y="4408"/>
                    <a:pt x="4404" y="18"/>
                    <a:pt x="9819" y="18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E4C73309-6EC1-3C88-930D-2FD31A654B34}"/>
                </a:ext>
              </a:extLst>
            </p:cNvPr>
            <p:cNvSpPr/>
            <p:nvPr/>
          </p:nvSpPr>
          <p:spPr>
            <a:xfrm>
              <a:off x="205478" y="3111442"/>
              <a:ext cx="313901" cy="19610"/>
            </a:xfrm>
            <a:custGeom>
              <a:avLst/>
              <a:gdLst>
                <a:gd name="csX0" fmla="*/ 9819 w 313901"/>
                <a:gd name="csY0" fmla="*/ 31 h 19610"/>
                <a:gd name="csX1" fmla="*/ 304110 w 313901"/>
                <a:gd name="csY1" fmla="*/ 31 h 19610"/>
                <a:gd name="csX2" fmla="*/ 313915 w 313901"/>
                <a:gd name="csY2" fmla="*/ 9836 h 19610"/>
                <a:gd name="csX3" fmla="*/ 304110 w 313901"/>
                <a:gd name="csY3" fmla="*/ 19641 h 19610"/>
                <a:gd name="csX4" fmla="*/ 9819 w 313901"/>
                <a:gd name="csY4" fmla="*/ 19641 h 19610"/>
                <a:gd name="csX5" fmla="*/ 14 w 313901"/>
                <a:gd name="csY5" fmla="*/ 9836 h 19610"/>
                <a:gd name="csX6" fmla="*/ 9819 w 313901"/>
                <a:gd name="csY6" fmla="*/ 31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819" y="31"/>
                  </a:moveTo>
                  <a:lnTo>
                    <a:pt x="304110" y="31"/>
                  </a:lnTo>
                  <a:cubicBezTo>
                    <a:pt x="309525" y="31"/>
                    <a:pt x="313915" y="4421"/>
                    <a:pt x="313915" y="9836"/>
                  </a:cubicBezTo>
                  <a:cubicBezTo>
                    <a:pt x="313915" y="15251"/>
                    <a:pt x="309525" y="19641"/>
                    <a:pt x="304110" y="19641"/>
                  </a:cubicBezTo>
                  <a:lnTo>
                    <a:pt x="9819" y="19641"/>
                  </a:lnTo>
                  <a:cubicBezTo>
                    <a:pt x="4404" y="19641"/>
                    <a:pt x="14" y="15251"/>
                    <a:pt x="14" y="9836"/>
                  </a:cubicBezTo>
                  <a:cubicBezTo>
                    <a:pt x="14" y="4421"/>
                    <a:pt x="4404" y="31"/>
                    <a:pt x="9819" y="31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CF6215D-A5F2-1110-D8EE-D8ECE4E5874D}"/>
                </a:ext>
              </a:extLst>
            </p:cNvPr>
            <p:cNvSpPr/>
            <p:nvPr/>
          </p:nvSpPr>
          <p:spPr>
            <a:xfrm>
              <a:off x="205478" y="3183379"/>
              <a:ext cx="313901" cy="19610"/>
            </a:xfrm>
            <a:custGeom>
              <a:avLst/>
              <a:gdLst>
                <a:gd name="csX0" fmla="*/ 9819 w 313901"/>
                <a:gd name="csY0" fmla="*/ 43 h 19610"/>
                <a:gd name="csX1" fmla="*/ 304110 w 313901"/>
                <a:gd name="csY1" fmla="*/ 43 h 19610"/>
                <a:gd name="csX2" fmla="*/ 313915 w 313901"/>
                <a:gd name="csY2" fmla="*/ 9848 h 19610"/>
                <a:gd name="csX3" fmla="*/ 304110 w 313901"/>
                <a:gd name="csY3" fmla="*/ 19654 h 19610"/>
                <a:gd name="csX4" fmla="*/ 9819 w 313901"/>
                <a:gd name="csY4" fmla="*/ 19654 h 19610"/>
                <a:gd name="csX5" fmla="*/ 14 w 313901"/>
                <a:gd name="csY5" fmla="*/ 9848 h 19610"/>
                <a:gd name="csX6" fmla="*/ 9819 w 313901"/>
                <a:gd name="csY6" fmla="*/ 43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819" y="43"/>
                  </a:moveTo>
                  <a:lnTo>
                    <a:pt x="304110" y="43"/>
                  </a:lnTo>
                  <a:cubicBezTo>
                    <a:pt x="309525" y="43"/>
                    <a:pt x="313915" y="4433"/>
                    <a:pt x="313915" y="9848"/>
                  </a:cubicBezTo>
                  <a:cubicBezTo>
                    <a:pt x="313915" y="15264"/>
                    <a:pt x="309525" y="19654"/>
                    <a:pt x="304110" y="19654"/>
                  </a:cubicBezTo>
                  <a:lnTo>
                    <a:pt x="9819" y="19654"/>
                  </a:lnTo>
                  <a:cubicBezTo>
                    <a:pt x="4404" y="19654"/>
                    <a:pt x="14" y="15264"/>
                    <a:pt x="14" y="9848"/>
                  </a:cubicBezTo>
                  <a:cubicBezTo>
                    <a:pt x="14" y="4433"/>
                    <a:pt x="4404" y="43"/>
                    <a:pt x="9819" y="43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CB0182E-7D0E-B922-37F2-B89F693F5CCF}"/>
                </a:ext>
              </a:extLst>
            </p:cNvPr>
            <p:cNvSpPr/>
            <p:nvPr/>
          </p:nvSpPr>
          <p:spPr>
            <a:xfrm>
              <a:off x="205478" y="3255317"/>
              <a:ext cx="313901" cy="19610"/>
            </a:xfrm>
            <a:custGeom>
              <a:avLst/>
              <a:gdLst>
                <a:gd name="csX0" fmla="*/ 9819 w 313901"/>
                <a:gd name="csY0" fmla="*/ 56 h 19610"/>
                <a:gd name="csX1" fmla="*/ 304110 w 313901"/>
                <a:gd name="csY1" fmla="*/ 56 h 19610"/>
                <a:gd name="csX2" fmla="*/ 313915 w 313901"/>
                <a:gd name="csY2" fmla="*/ 9861 h 19610"/>
                <a:gd name="csX3" fmla="*/ 304110 w 313901"/>
                <a:gd name="csY3" fmla="*/ 19666 h 19610"/>
                <a:gd name="csX4" fmla="*/ 9819 w 313901"/>
                <a:gd name="csY4" fmla="*/ 19666 h 19610"/>
                <a:gd name="csX5" fmla="*/ 14 w 313901"/>
                <a:gd name="csY5" fmla="*/ 9861 h 19610"/>
                <a:gd name="csX6" fmla="*/ 9819 w 313901"/>
                <a:gd name="csY6" fmla="*/ 56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819" y="56"/>
                  </a:moveTo>
                  <a:lnTo>
                    <a:pt x="304110" y="56"/>
                  </a:lnTo>
                  <a:cubicBezTo>
                    <a:pt x="309525" y="56"/>
                    <a:pt x="313915" y="4446"/>
                    <a:pt x="313915" y="9861"/>
                  </a:cubicBezTo>
                  <a:cubicBezTo>
                    <a:pt x="313915" y="15276"/>
                    <a:pt x="309525" y="19666"/>
                    <a:pt x="304110" y="19666"/>
                  </a:cubicBezTo>
                  <a:lnTo>
                    <a:pt x="9819" y="19666"/>
                  </a:lnTo>
                  <a:cubicBezTo>
                    <a:pt x="4404" y="19666"/>
                    <a:pt x="14" y="15276"/>
                    <a:pt x="14" y="9861"/>
                  </a:cubicBezTo>
                  <a:cubicBezTo>
                    <a:pt x="14" y="4446"/>
                    <a:pt x="4404" y="56"/>
                    <a:pt x="9819" y="56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042E6C7-5FF9-049A-1CC6-3DCDBF8E46C4}"/>
                </a:ext>
              </a:extLst>
            </p:cNvPr>
            <p:cNvSpPr/>
            <p:nvPr/>
          </p:nvSpPr>
          <p:spPr>
            <a:xfrm>
              <a:off x="205478" y="3327254"/>
              <a:ext cx="313901" cy="19610"/>
            </a:xfrm>
            <a:custGeom>
              <a:avLst/>
              <a:gdLst>
                <a:gd name="csX0" fmla="*/ 9819 w 313901"/>
                <a:gd name="csY0" fmla="*/ 68 h 19610"/>
                <a:gd name="csX1" fmla="*/ 304110 w 313901"/>
                <a:gd name="csY1" fmla="*/ 68 h 19610"/>
                <a:gd name="csX2" fmla="*/ 313915 w 313901"/>
                <a:gd name="csY2" fmla="*/ 9873 h 19610"/>
                <a:gd name="csX3" fmla="*/ 304110 w 313901"/>
                <a:gd name="csY3" fmla="*/ 19679 h 19610"/>
                <a:gd name="csX4" fmla="*/ 9819 w 313901"/>
                <a:gd name="csY4" fmla="*/ 19679 h 19610"/>
                <a:gd name="csX5" fmla="*/ 14 w 313901"/>
                <a:gd name="csY5" fmla="*/ 9873 h 19610"/>
                <a:gd name="csX6" fmla="*/ 9819 w 313901"/>
                <a:gd name="csY6" fmla="*/ 68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819" y="68"/>
                  </a:moveTo>
                  <a:lnTo>
                    <a:pt x="304110" y="68"/>
                  </a:lnTo>
                  <a:cubicBezTo>
                    <a:pt x="309525" y="68"/>
                    <a:pt x="313915" y="4458"/>
                    <a:pt x="313915" y="9873"/>
                  </a:cubicBezTo>
                  <a:cubicBezTo>
                    <a:pt x="313915" y="15289"/>
                    <a:pt x="309525" y="19679"/>
                    <a:pt x="304110" y="19679"/>
                  </a:cubicBezTo>
                  <a:lnTo>
                    <a:pt x="9819" y="19679"/>
                  </a:lnTo>
                  <a:cubicBezTo>
                    <a:pt x="4404" y="19679"/>
                    <a:pt x="14" y="15289"/>
                    <a:pt x="14" y="9873"/>
                  </a:cubicBezTo>
                  <a:cubicBezTo>
                    <a:pt x="14" y="4458"/>
                    <a:pt x="4404" y="68"/>
                    <a:pt x="9819" y="68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7847C75-8448-AD65-CBD3-D4FD66BFBF08}"/>
              </a:ext>
            </a:extLst>
          </p:cNvPr>
          <p:cNvSpPr/>
          <p:nvPr/>
        </p:nvSpPr>
        <p:spPr>
          <a:xfrm>
            <a:off x="6096000" y="1422400"/>
            <a:ext cx="5740399" cy="5385555"/>
          </a:xfrm>
          <a:prstGeom prst="roundRect">
            <a:avLst>
              <a:gd name="adj" fmla="val 393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sz="14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930E5F-B66D-A4A5-76A5-CC3942C10166}"/>
              </a:ext>
            </a:extLst>
          </p:cNvPr>
          <p:cNvSpPr txBox="1"/>
          <p:nvPr/>
        </p:nvSpPr>
        <p:spPr>
          <a:xfrm>
            <a:off x="7435874" y="1556263"/>
            <a:ext cx="2793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paradox of two zero’s</a:t>
            </a:r>
            <a:endParaRPr lang="el-GR" b="1" dirty="0"/>
          </a:p>
        </p:txBody>
      </p:sp>
      <p:graphicFrame>
        <p:nvGraphicFramePr>
          <p:cNvPr id="79" name="Table 78">
            <a:extLst>
              <a:ext uri="{FF2B5EF4-FFF2-40B4-BE49-F238E27FC236}">
                <a16:creationId xmlns:a16="http://schemas.microsoft.com/office/drawing/2014/main" id="{14A759D0-71AC-96A8-15FD-065CEB8391D4}"/>
              </a:ext>
            </a:extLst>
          </p:cNvPr>
          <p:cNvGraphicFramePr>
            <a:graphicFrameLocks noGrp="1"/>
          </p:cNvGraphicFramePr>
          <p:nvPr/>
        </p:nvGraphicFramePr>
        <p:xfrm>
          <a:off x="6343259" y="2001511"/>
          <a:ext cx="2198872" cy="222504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198872">
                  <a:extLst>
                    <a:ext uri="{9D8B030D-6E8A-4147-A177-3AD203B41FA5}">
                      <a16:colId xmlns:a16="http://schemas.microsoft.com/office/drawing/2014/main" val="3147164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Open_acc_6m</a:t>
                      </a:r>
                      <a:endParaRPr lang="el-G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772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543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052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387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NaN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765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855439"/>
                  </a:ext>
                </a:extLst>
              </a:tr>
            </a:tbl>
          </a:graphicData>
        </a:graphic>
      </p:graphicFrame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91B48522-36C0-A1BC-546A-3368080144D3}"/>
              </a:ext>
            </a:extLst>
          </p:cNvPr>
          <p:cNvCxnSpPr/>
          <p:nvPr/>
        </p:nvCxnSpPr>
        <p:spPr>
          <a:xfrm>
            <a:off x="8680450" y="3114031"/>
            <a:ext cx="5524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aphicFrame>
        <p:nvGraphicFramePr>
          <p:cNvPr id="84" name="Table 83">
            <a:extLst>
              <a:ext uri="{FF2B5EF4-FFF2-40B4-BE49-F238E27FC236}">
                <a16:creationId xmlns:a16="http://schemas.microsoft.com/office/drawing/2014/main" id="{93301CB6-108D-BC3C-3232-3CA091DCD132}"/>
              </a:ext>
            </a:extLst>
          </p:cNvPr>
          <p:cNvGraphicFramePr>
            <a:graphicFrameLocks noGrp="1"/>
          </p:cNvGraphicFramePr>
          <p:nvPr/>
        </p:nvGraphicFramePr>
        <p:xfrm>
          <a:off x="9406929" y="2006591"/>
          <a:ext cx="2198872" cy="2213601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198872">
                  <a:extLst>
                    <a:ext uri="{9D8B030D-6E8A-4147-A177-3AD203B41FA5}">
                      <a16:colId xmlns:a16="http://schemas.microsoft.com/office/drawing/2014/main" val="314716406"/>
                    </a:ext>
                  </a:extLst>
                </a:gridCol>
              </a:tblGrid>
              <a:tr h="359401">
                <a:tc>
                  <a:txBody>
                    <a:bodyPr/>
                    <a:lstStyle/>
                    <a:p>
                      <a:r>
                        <a:rPr lang="en-US" sz="1400" dirty="0"/>
                        <a:t>Open_acc_6m</a:t>
                      </a:r>
                      <a:endParaRPr lang="el-G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772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543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052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387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765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855439"/>
                  </a:ext>
                </a:extLst>
              </a:tr>
            </a:tbl>
          </a:graphicData>
        </a:graphic>
      </p:graphicFrame>
      <p:graphicFrame>
        <p:nvGraphicFramePr>
          <p:cNvPr id="85" name="Table 84">
            <a:extLst>
              <a:ext uri="{FF2B5EF4-FFF2-40B4-BE49-F238E27FC236}">
                <a16:creationId xmlns:a16="http://schemas.microsoft.com/office/drawing/2014/main" id="{D82CF20A-653F-8A2A-55F6-368FAD09A2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558286"/>
              </p:ext>
            </p:extLst>
          </p:nvPr>
        </p:nvGraphicFramePr>
        <p:xfrm>
          <a:off x="6363583" y="4380303"/>
          <a:ext cx="2198872" cy="222504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198872">
                  <a:extLst>
                    <a:ext uri="{9D8B030D-6E8A-4147-A177-3AD203B41FA5}">
                      <a16:colId xmlns:a16="http://schemas.microsoft.com/office/drawing/2014/main" val="3147164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mths_since_last_delinq</a:t>
                      </a:r>
                      <a:endParaRPr lang="el-G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772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543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  <a:endParaRPr lang="el-G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052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387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NaN</a:t>
                      </a:r>
                      <a:endParaRPr lang="el-G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765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855439"/>
                  </a:ext>
                </a:extLst>
              </a:tr>
            </a:tbl>
          </a:graphicData>
        </a:graphic>
      </p:graphicFrame>
      <p:graphicFrame>
        <p:nvGraphicFramePr>
          <p:cNvPr id="86" name="Table 85">
            <a:extLst>
              <a:ext uri="{FF2B5EF4-FFF2-40B4-BE49-F238E27FC236}">
                <a16:creationId xmlns:a16="http://schemas.microsoft.com/office/drawing/2014/main" id="{78D27419-924D-AF8B-A39A-CCF6F7D485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807534"/>
              </p:ext>
            </p:extLst>
          </p:nvPr>
        </p:nvGraphicFramePr>
        <p:xfrm>
          <a:off x="13352407" y="4380303"/>
          <a:ext cx="2198872" cy="222504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198872">
                  <a:extLst>
                    <a:ext uri="{9D8B030D-6E8A-4147-A177-3AD203B41FA5}">
                      <a16:colId xmlns:a16="http://schemas.microsoft.com/office/drawing/2014/main" val="3147164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mths_since_last_delinq</a:t>
                      </a:r>
                      <a:endParaRPr lang="el-G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772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543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052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387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765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855439"/>
                  </a:ext>
                </a:extLst>
              </a:tr>
            </a:tbl>
          </a:graphicData>
        </a:graphic>
      </p:graphicFrame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8A7D75B8-25D7-A6EB-7D54-4B525F9CEF2E}"/>
              </a:ext>
            </a:extLst>
          </p:cNvPr>
          <p:cNvCxnSpPr/>
          <p:nvPr/>
        </p:nvCxnSpPr>
        <p:spPr>
          <a:xfrm>
            <a:off x="8686800" y="5514331"/>
            <a:ext cx="5524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0C08346-6A40-8846-114F-4330A13240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119642"/>
              </p:ext>
            </p:extLst>
          </p:nvPr>
        </p:nvGraphicFramePr>
        <p:xfrm>
          <a:off x="9369257" y="4387796"/>
          <a:ext cx="2301198" cy="2217545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174962">
                  <a:extLst>
                    <a:ext uri="{9D8B030D-6E8A-4147-A177-3AD203B41FA5}">
                      <a16:colId xmlns:a16="http://schemas.microsoft.com/office/drawing/2014/main" val="174905062"/>
                    </a:ext>
                  </a:extLst>
                </a:gridCol>
                <a:gridCol w="1126236">
                  <a:extLst>
                    <a:ext uri="{9D8B030D-6E8A-4147-A177-3AD203B41FA5}">
                      <a16:colId xmlns:a16="http://schemas.microsoft.com/office/drawing/2014/main" val="3989096877"/>
                    </a:ext>
                  </a:extLst>
                </a:gridCol>
              </a:tblGrid>
              <a:tr h="331995">
                <a:tc>
                  <a:txBody>
                    <a:bodyPr/>
                    <a:lstStyle/>
                    <a:p>
                      <a:r>
                        <a:rPr lang="en-US" sz="1400" dirty="0" err="1"/>
                        <a:t>mths_since</a:t>
                      </a:r>
                      <a:endParaRPr lang="el-G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was_NaN</a:t>
                      </a:r>
                      <a:endParaRPr lang="el-G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364784"/>
                  </a:ext>
                </a:extLst>
              </a:tr>
              <a:tr h="37711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7386730"/>
                  </a:ext>
                </a:extLst>
              </a:tr>
              <a:tr h="377110"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  <a:endParaRPr lang="el-G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  <a:endParaRPr lang="el-G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190415"/>
                  </a:ext>
                </a:extLst>
              </a:tr>
              <a:tr h="37711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4641444"/>
                  </a:ext>
                </a:extLst>
              </a:tr>
              <a:tr h="377110"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  <a:endParaRPr lang="el-G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  <a:endParaRPr lang="el-G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283666"/>
                  </a:ext>
                </a:extLst>
              </a:tr>
              <a:tr h="37711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163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74420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CD046-EC09-3E41-00F6-42095A756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8923570-6036-4337-F3CF-DAA6B1B154D2}"/>
              </a:ext>
            </a:extLst>
          </p:cNvPr>
          <p:cNvSpPr txBox="1"/>
          <p:nvPr/>
        </p:nvSpPr>
        <p:spPr>
          <a:xfrm>
            <a:off x="278495" y="199029"/>
            <a:ext cx="11809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Data pre-processing techniques</a:t>
            </a:r>
            <a:endParaRPr lang="el-GR" sz="3600" dirty="0"/>
          </a:p>
        </p:txBody>
      </p:sp>
      <p:grpSp>
        <p:nvGrpSpPr>
          <p:cNvPr id="9" name="Graphic 5">
            <a:extLst>
              <a:ext uri="{FF2B5EF4-FFF2-40B4-BE49-F238E27FC236}">
                <a16:creationId xmlns:a16="http://schemas.microsoft.com/office/drawing/2014/main" id="{615772B8-91EC-8507-A624-FDF3911BB771}"/>
              </a:ext>
            </a:extLst>
          </p:cNvPr>
          <p:cNvGrpSpPr/>
          <p:nvPr/>
        </p:nvGrpSpPr>
        <p:grpSpPr>
          <a:xfrm>
            <a:off x="1514524" y="4311774"/>
            <a:ext cx="3226831" cy="2496181"/>
            <a:chOff x="1514524" y="4311774"/>
            <a:chExt cx="3226831" cy="2496181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DE61412-1B93-DC8B-D39C-8CBDD3A56458}"/>
                </a:ext>
              </a:extLst>
            </p:cNvPr>
            <p:cNvSpPr/>
            <p:nvPr/>
          </p:nvSpPr>
          <p:spPr>
            <a:xfrm>
              <a:off x="2039075" y="6795266"/>
              <a:ext cx="2169613" cy="12689"/>
            </a:xfrm>
            <a:custGeom>
              <a:avLst/>
              <a:gdLst>
                <a:gd name="csX0" fmla="*/ 316 w 2169613"/>
                <a:gd name="csY0" fmla="*/ 6527 h 12689"/>
                <a:gd name="csX1" fmla="*/ 4648 w 2169613"/>
                <a:gd name="csY1" fmla="*/ 12871 h 12689"/>
                <a:gd name="csX2" fmla="*/ 2165598 w 2169613"/>
                <a:gd name="csY2" fmla="*/ 12871 h 12689"/>
                <a:gd name="csX3" fmla="*/ 2169930 w 2169613"/>
                <a:gd name="csY3" fmla="*/ 6527 h 12689"/>
                <a:gd name="csX4" fmla="*/ 2165598 w 2169613"/>
                <a:gd name="csY4" fmla="*/ 182 h 12689"/>
                <a:gd name="csX5" fmla="*/ 4648 w 2169613"/>
                <a:gd name="csY5" fmla="*/ 182 h 12689"/>
                <a:gd name="csX6" fmla="*/ 316 w 2169613"/>
                <a:gd name="csY6" fmla="*/ 6527 h 126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169613" h="12689">
                  <a:moveTo>
                    <a:pt x="316" y="6527"/>
                  </a:moveTo>
                  <a:cubicBezTo>
                    <a:pt x="316" y="10051"/>
                    <a:pt x="2249" y="12871"/>
                    <a:pt x="4648" y="12871"/>
                  </a:cubicBezTo>
                  <a:lnTo>
                    <a:pt x="2165598" y="12871"/>
                  </a:lnTo>
                  <a:cubicBezTo>
                    <a:pt x="2168021" y="12871"/>
                    <a:pt x="2169930" y="10045"/>
                    <a:pt x="2169930" y="6527"/>
                  </a:cubicBezTo>
                  <a:cubicBezTo>
                    <a:pt x="2169930" y="3008"/>
                    <a:pt x="2167997" y="182"/>
                    <a:pt x="2165598" y="182"/>
                  </a:cubicBezTo>
                  <a:lnTo>
                    <a:pt x="4648" y="182"/>
                  </a:lnTo>
                  <a:cubicBezTo>
                    <a:pt x="2249" y="182"/>
                    <a:pt x="316" y="3008"/>
                    <a:pt x="316" y="6527"/>
                  </a:cubicBezTo>
                  <a:close/>
                </a:path>
              </a:pathLst>
            </a:custGeom>
            <a:solidFill>
              <a:srgbClr val="CCCCCC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E997AC6-C071-4C3F-EC54-38A2BAEF8CF1}"/>
                </a:ext>
              </a:extLst>
            </p:cNvPr>
            <p:cNvSpPr/>
            <p:nvPr/>
          </p:nvSpPr>
          <p:spPr>
            <a:xfrm>
              <a:off x="2746891" y="6780673"/>
              <a:ext cx="77151" cy="13612"/>
            </a:xfrm>
            <a:custGeom>
              <a:avLst/>
              <a:gdLst>
                <a:gd name="csX0" fmla="*/ 454 w 77151"/>
                <a:gd name="csY0" fmla="*/ 667 h 13612"/>
                <a:gd name="csX1" fmla="*/ 77606 w 77151"/>
                <a:gd name="csY1" fmla="*/ 667 h 13612"/>
                <a:gd name="csX2" fmla="*/ 77606 w 77151"/>
                <a:gd name="csY2" fmla="*/ 14279 h 13612"/>
                <a:gd name="csX3" fmla="*/ 454 w 77151"/>
                <a:gd name="csY3" fmla="*/ 14279 h 13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7151" h="13612">
                  <a:moveTo>
                    <a:pt x="454" y="667"/>
                  </a:moveTo>
                  <a:lnTo>
                    <a:pt x="77606" y="667"/>
                  </a:lnTo>
                  <a:lnTo>
                    <a:pt x="77606" y="14279"/>
                  </a:lnTo>
                  <a:lnTo>
                    <a:pt x="454" y="14279"/>
                  </a:lnTo>
                  <a:close/>
                </a:path>
              </a:pathLst>
            </a:custGeom>
            <a:solidFill>
              <a:srgbClr val="B6B3C5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7EBDBEC-2DB2-79B5-A0FE-4E060748B4D0}"/>
                </a:ext>
              </a:extLst>
            </p:cNvPr>
            <p:cNvSpPr/>
            <p:nvPr/>
          </p:nvSpPr>
          <p:spPr>
            <a:xfrm>
              <a:off x="3429916" y="6782946"/>
              <a:ext cx="77151" cy="13612"/>
            </a:xfrm>
            <a:custGeom>
              <a:avLst/>
              <a:gdLst>
                <a:gd name="csX0" fmla="*/ 573 w 77151"/>
                <a:gd name="csY0" fmla="*/ 667 h 13612"/>
                <a:gd name="csX1" fmla="*/ 77724 w 77151"/>
                <a:gd name="csY1" fmla="*/ 667 h 13612"/>
                <a:gd name="csX2" fmla="*/ 77724 w 77151"/>
                <a:gd name="csY2" fmla="*/ 14279 h 13612"/>
                <a:gd name="csX3" fmla="*/ 573 w 77151"/>
                <a:gd name="csY3" fmla="*/ 14279 h 13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7151" h="13612">
                  <a:moveTo>
                    <a:pt x="573" y="667"/>
                  </a:moveTo>
                  <a:lnTo>
                    <a:pt x="77724" y="667"/>
                  </a:lnTo>
                  <a:lnTo>
                    <a:pt x="77724" y="14279"/>
                  </a:lnTo>
                  <a:lnTo>
                    <a:pt x="573" y="14279"/>
                  </a:lnTo>
                  <a:close/>
                </a:path>
              </a:pathLst>
            </a:custGeom>
            <a:solidFill>
              <a:srgbClr val="B6B3C5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7D3B518-089B-C261-3B5A-4D95979E441C}"/>
                </a:ext>
              </a:extLst>
            </p:cNvPr>
            <p:cNvSpPr/>
            <p:nvPr/>
          </p:nvSpPr>
          <p:spPr>
            <a:xfrm>
              <a:off x="2737622" y="6174788"/>
              <a:ext cx="780623" cy="608146"/>
            </a:xfrm>
            <a:custGeom>
              <a:avLst/>
              <a:gdLst>
                <a:gd name="csX0" fmla="*/ 500215 w 780623"/>
                <a:gd name="csY0" fmla="*/ 191 h 608146"/>
                <a:gd name="csX1" fmla="*/ 372418 w 780623"/>
                <a:gd name="csY1" fmla="*/ 91765 h 608146"/>
                <a:gd name="csX2" fmla="*/ 280844 w 780623"/>
                <a:gd name="csY2" fmla="*/ 191 h 608146"/>
                <a:gd name="csX3" fmla="*/ 223 w 780623"/>
                <a:gd name="csY3" fmla="*/ 191 h 608146"/>
                <a:gd name="csX4" fmla="*/ 223 w 780623"/>
                <a:gd name="csY4" fmla="*/ 608337 h 608146"/>
                <a:gd name="csX5" fmla="*/ 780847 w 780623"/>
                <a:gd name="csY5" fmla="*/ 608337 h 608146"/>
                <a:gd name="csX6" fmla="*/ 780847 w 780623"/>
                <a:gd name="csY6" fmla="*/ 191 h 608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80623" h="608146">
                  <a:moveTo>
                    <a:pt x="500215" y="191"/>
                  </a:moveTo>
                  <a:cubicBezTo>
                    <a:pt x="490213" y="60768"/>
                    <a:pt x="432996" y="101768"/>
                    <a:pt x="372418" y="91765"/>
                  </a:cubicBezTo>
                  <a:cubicBezTo>
                    <a:pt x="325430" y="84006"/>
                    <a:pt x="288603" y="47179"/>
                    <a:pt x="280844" y="191"/>
                  </a:cubicBezTo>
                  <a:lnTo>
                    <a:pt x="223" y="191"/>
                  </a:lnTo>
                  <a:lnTo>
                    <a:pt x="223" y="608337"/>
                  </a:lnTo>
                  <a:lnTo>
                    <a:pt x="780847" y="608337"/>
                  </a:lnTo>
                  <a:lnTo>
                    <a:pt x="780847" y="191"/>
                  </a:lnTo>
                  <a:close/>
                </a:path>
              </a:pathLst>
            </a:custGeom>
            <a:solidFill>
              <a:srgbClr val="D6D6E3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CE409F3-DDD2-2734-6D55-CD83F3CF71CE}"/>
                </a:ext>
              </a:extLst>
            </p:cNvPr>
            <p:cNvSpPr/>
            <p:nvPr/>
          </p:nvSpPr>
          <p:spPr>
            <a:xfrm>
              <a:off x="2739894" y="6734755"/>
              <a:ext cx="780606" cy="21168"/>
            </a:xfrm>
            <a:custGeom>
              <a:avLst/>
              <a:gdLst>
                <a:gd name="csX0" fmla="*/ 453 w 780606"/>
                <a:gd name="csY0" fmla="*/ 659 h 21168"/>
                <a:gd name="csX1" fmla="*/ 781060 w 780606"/>
                <a:gd name="csY1" fmla="*/ 659 h 21168"/>
                <a:gd name="csX2" fmla="*/ 781060 w 780606"/>
                <a:gd name="csY2" fmla="*/ 21827 h 21168"/>
                <a:gd name="csX3" fmla="*/ 453 w 780606"/>
                <a:gd name="csY3" fmla="*/ 21827 h 211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80606" h="21168">
                  <a:moveTo>
                    <a:pt x="453" y="659"/>
                  </a:moveTo>
                  <a:lnTo>
                    <a:pt x="781060" y="659"/>
                  </a:lnTo>
                  <a:lnTo>
                    <a:pt x="781060" y="21827"/>
                  </a:lnTo>
                  <a:lnTo>
                    <a:pt x="453" y="21827"/>
                  </a:lnTo>
                  <a:close/>
                </a:path>
              </a:pathLst>
            </a:custGeom>
            <a:solidFill>
              <a:srgbClr val="090814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3829F73-15C3-C454-4741-D9F2223B63C8}"/>
                </a:ext>
              </a:extLst>
            </p:cNvPr>
            <p:cNvSpPr/>
            <p:nvPr/>
          </p:nvSpPr>
          <p:spPr>
            <a:xfrm>
              <a:off x="1514524" y="4311774"/>
              <a:ext cx="3226831" cy="1878910"/>
            </a:xfrm>
            <a:custGeom>
              <a:avLst/>
              <a:gdLst>
                <a:gd name="csX0" fmla="*/ 3183554 w 3226831"/>
                <a:gd name="csY0" fmla="*/ 1879121 h 1878910"/>
                <a:gd name="csX1" fmla="*/ 43759 w 3226831"/>
                <a:gd name="csY1" fmla="*/ 1879121 h 1878910"/>
                <a:gd name="csX2" fmla="*/ 241 w 3226831"/>
                <a:gd name="csY2" fmla="*/ 1835608 h 1878910"/>
                <a:gd name="csX3" fmla="*/ 241 w 3226831"/>
                <a:gd name="csY3" fmla="*/ 43741 h 1878910"/>
                <a:gd name="csX4" fmla="*/ 43759 w 3226831"/>
                <a:gd name="csY4" fmla="*/ 217 h 1878910"/>
                <a:gd name="csX5" fmla="*/ 3183554 w 3226831"/>
                <a:gd name="csY5" fmla="*/ 217 h 1878910"/>
                <a:gd name="csX6" fmla="*/ 3227073 w 3226831"/>
                <a:gd name="csY6" fmla="*/ 43736 h 1878910"/>
                <a:gd name="csX7" fmla="*/ 3227073 w 3226831"/>
                <a:gd name="csY7" fmla="*/ 1835608 h 1878910"/>
                <a:gd name="csX8" fmla="*/ 3183554 w 3226831"/>
                <a:gd name="csY8" fmla="*/ 1879127 h 18789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226831" h="1878910">
                  <a:moveTo>
                    <a:pt x="3183554" y="1879121"/>
                  </a:moveTo>
                  <a:lnTo>
                    <a:pt x="43759" y="1879121"/>
                  </a:lnTo>
                  <a:cubicBezTo>
                    <a:pt x="19737" y="1879096"/>
                    <a:pt x="269" y="1859630"/>
                    <a:pt x="241" y="1835608"/>
                  </a:cubicBezTo>
                  <a:lnTo>
                    <a:pt x="241" y="43741"/>
                  </a:lnTo>
                  <a:cubicBezTo>
                    <a:pt x="263" y="19715"/>
                    <a:pt x="19733" y="242"/>
                    <a:pt x="43759" y="217"/>
                  </a:cubicBezTo>
                  <a:lnTo>
                    <a:pt x="3183554" y="217"/>
                  </a:lnTo>
                  <a:cubicBezTo>
                    <a:pt x="3207577" y="245"/>
                    <a:pt x="3227044" y="19713"/>
                    <a:pt x="3227073" y="43736"/>
                  </a:cubicBezTo>
                  <a:lnTo>
                    <a:pt x="3227073" y="1835608"/>
                  </a:lnTo>
                  <a:cubicBezTo>
                    <a:pt x="3227044" y="1859631"/>
                    <a:pt x="3207577" y="1879099"/>
                    <a:pt x="3183554" y="1879127"/>
                  </a:cubicBezTo>
                  <a:close/>
                </a:path>
              </a:pathLst>
            </a:custGeom>
            <a:solidFill>
              <a:srgbClr val="090814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620960C-6B88-8A2D-7AEC-0D8E2DEF8984}"/>
                </a:ext>
              </a:extLst>
            </p:cNvPr>
            <p:cNvSpPr/>
            <p:nvPr/>
          </p:nvSpPr>
          <p:spPr>
            <a:xfrm>
              <a:off x="1579557" y="4380303"/>
              <a:ext cx="3072505" cy="1733674"/>
            </a:xfrm>
            <a:custGeom>
              <a:avLst/>
              <a:gdLst>
                <a:gd name="csX0" fmla="*/ 252 w 3072505"/>
                <a:gd name="csY0" fmla="*/ 251 h 1733674"/>
                <a:gd name="csX1" fmla="*/ 3072758 w 3072505"/>
                <a:gd name="csY1" fmla="*/ 251 h 1733674"/>
                <a:gd name="csX2" fmla="*/ 3072758 w 3072505"/>
                <a:gd name="csY2" fmla="*/ 1733925 h 1733674"/>
                <a:gd name="csX3" fmla="*/ 252 w 3072505"/>
                <a:gd name="csY3" fmla="*/ 1733925 h 17336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072505" h="1733674">
                  <a:moveTo>
                    <a:pt x="252" y="251"/>
                  </a:moveTo>
                  <a:lnTo>
                    <a:pt x="3072758" y="251"/>
                  </a:lnTo>
                  <a:lnTo>
                    <a:pt x="3072758" y="1733925"/>
                  </a:lnTo>
                  <a:lnTo>
                    <a:pt x="252" y="1733925"/>
                  </a:ln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BD3AD49-2AA9-EA38-1A1F-31AF51AF61FC}"/>
                </a:ext>
              </a:extLst>
            </p:cNvPr>
            <p:cNvSpPr/>
            <p:nvPr/>
          </p:nvSpPr>
          <p:spPr>
            <a:xfrm>
              <a:off x="1640080" y="4414645"/>
              <a:ext cx="2975725" cy="1669171"/>
            </a:xfrm>
            <a:custGeom>
              <a:avLst/>
              <a:gdLst>
                <a:gd name="csX0" fmla="*/ 24488 w 2975725"/>
                <a:gd name="csY0" fmla="*/ 257 h 1669171"/>
                <a:gd name="csX1" fmla="*/ 2951763 w 2975725"/>
                <a:gd name="csY1" fmla="*/ 257 h 1669171"/>
                <a:gd name="csX2" fmla="*/ 2975988 w 2975725"/>
                <a:gd name="csY2" fmla="*/ 24482 h 1669171"/>
                <a:gd name="csX3" fmla="*/ 2975988 w 2975725"/>
                <a:gd name="csY3" fmla="*/ 1645203 h 1669171"/>
                <a:gd name="csX4" fmla="*/ 2951763 w 2975725"/>
                <a:gd name="csY4" fmla="*/ 1669428 h 1669171"/>
                <a:gd name="csX5" fmla="*/ 24488 w 2975725"/>
                <a:gd name="csY5" fmla="*/ 1669428 h 1669171"/>
                <a:gd name="csX6" fmla="*/ 262 w 2975725"/>
                <a:gd name="csY6" fmla="*/ 1645203 h 1669171"/>
                <a:gd name="csX7" fmla="*/ 262 w 2975725"/>
                <a:gd name="csY7" fmla="*/ 24482 h 1669171"/>
                <a:gd name="csX8" fmla="*/ 24488 w 2975725"/>
                <a:gd name="csY8" fmla="*/ 257 h 16691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975725" h="1669171">
                  <a:moveTo>
                    <a:pt x="24488" y="257"/>
                  </a:moveTo>
                  <a:lnTo>
                    <a:pt x="2951763" y="257"/>
                  </a:lnTo>
                  <a:cubicBezTo>
                    <a:pt x="2965142" y="257"/>
                    <a:pt x="2975988" y="11103"/>
                    <a:pt x="2975988" y="24482"/>
                  </a:cubicBezTo>
                  <a:lnTo>
                    <a:pt x="2975988" y="1645203"/>
                  </a:lnTo>
                  <a:cubicBezTo>
                    <a:pt x="2975988" y="1658582"/>
                    <a:pt x="2965142" y="1669428"/>
                    <a:pt x="2951763" y="1669428"/>
                  </a:cubicBezTo>
                  <a:lnTo>
                    <a:pt x="24488" y="1669428"/>
                  </a:lnTo>
                  <a:cubicBezTo>
                    <a:pt x="11108" y="1669428"/>
                    <a:pt x="262" y="1658582"/>
                    <a:pt x="262" y="1645203"/>
                  </a:cubicBezTo>
                  <a:lnTo>
                    <a:pt x="262" y="24482"/>
                  </a:lnTo>
                  <a:cubicBezTo>
                    <a:pt x="262" y="11103"/>
                    <a:pt x="11108" y="257"/>
                    <a:pt x="24488" y="257"/>
                  </a:cubicBezTo>
                  <a:close/>
                </a:path>
              </a:pathLst>
            </a:custGeom>
            <a:solidFill>
              <a:srgbClr val="FFFF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74160D5-0F56-4400-ED91-F10C87C12054}"/>
                </a:ext>
              </a:extLst>
            </p:cNvPr>
            <p:cNvSpPr/>
            <p:nvPr/>
          </p:nvSpPr>
          <p:spPr>
            <a:xfrm>
              <a:off x="1881571" y="4755466"/>
              <a:ext cx="726030" cy="484020"/>
            </a:xfrm>
            <a:custGeom>
              <a:avLst/>
              <a:gdLst>
                <a:gd name="csX0" fmla="*/ 32570 w 726030"/>
                <a:gd name="csY0" fmla="*/ 316 h 484020"/>
                <a:gd name="csX1" fmla="*/ 694069 w 726030"/>
                <a:gd name="csY1" fmla="*/ 316 h 484020"/>
                <a:gd name="csX2" fmla="*/ 726335 w 726030"/>
                <a:gd name="csY2" fmla="*/ 32581 h 484020"/>
                <a:gd name="csX3" fmla="*/ 726335 w 726030"/>
                <a:gd name="csY3" fmla="*/ 452070 h 484020"/>
                <a:gd name="csX4" fmla="*/ 694069 w 726030"/>
                <a:gd name="csY4" fmla="*/ 484336 h 484020"/>
                <a:gd name="csX5" fmla="*/ 32570 w 726030"/>
                <a:gd name="csY5" fmla="*/ 484336 h 484020"/>
                <a:gd name="csX6" fmla="*/ 304 w 726030"/>
                <a:gd name="csY6" fmla="*/ 452070 h 484020"/>
                <a:gd name="csX7" fmla="*/ 304 w 726030"/>
                <a:gd name="csY7" fmla="*/ 32581 h 484020"/>
                <a:gd name="csX8" fmla="*/ 32570 w 726030"/>
                <a:gd name="csY8" fmla="*/ 316 h 4840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30" h="484020">
                  <a:moveTo>
                    <a:pt x="32570" y="316"/>
                  </a:moveTo>
                  <a:lnTo>
                    <a:pt x="694069" y="316"/>
                  </a:lnTo>
                  <a:cubicBezTo>
                    <a:pt x="711889" y="316"/>
                    <a:pt x="726335" y="14761"/>
                    <a:pt x="726335" y="32581"/>
                  </a:cubicBezTo>
                  <a:lnTo>
                    <a:pt x="726335" y="452070"/>
                  </a:lnTo>
                  <a:cubicBezTo>
                    <a:pt x="726335" y="469890"/>
                    <a:pt x="711889" y="484336"/>
                    <a:pt x="694069" y="484336"/>
                  </a:cubicBezTo>
                  <a:lnTo>
                    <a:pt x="32570" y="484336"/>
                  </a:lnTo>
                  <a:cubicBezTo>
                    <a:pt x="14750" y="484336"/>
                    <a:pt x="304" y="469890"/>
                    <a:pt x="304" y="452070"/>
                  </a:cubicBezTo>
                  <a:lnTo>
                    <a:pt x="304" y="32581"/>
                  </a:lnTo>
                  <a:cubicBezTo>
                    <a:pt x="304" y="14761"/>
                    <a:pt x="14750" y="316"/>
                    <a:pt x="32570" y="316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FB394A6-F95B-2A8F-6CED-D90734881D47}"/>
                </a:ext>
              </a:extLst>
            </p:cNvPr>
            <p:cNvSpPr/>
            <p:nvPr/>
          </p:nvSpPr>
          <p:spPr>
            <a:xfrm>
              <a:off x="2764910" y="4755466"/>
              <a:ext cx="726030" cy="484020"/>
            </a:xfrm>
            <a:custGeom>
              <a:avLst/>
              <a:gdLst>
                <a:gd name="csX0" fmla="*/ 32723 w 726030"/>
                <a:gd name="csY0" fmla="*/ 316 h 484020"/>
                <a:gd name="csX1" fmla="*/ 694222 w 726030"/>
                <a:gd name="csY1" fmla="*/ 316 h 484020"/>
                <a:gd name="csX2" fmla="*/ 726488 w 726030"/>
                <a:gd name="csY2" fmla="*/ 32581 h 484020"/>
                <a:gd name="csX3" fmla="*/ 726488 w 726030"/>
                <a:gd name="csY3" fmla="*/ 452070 h 484020"/>
                <a:gd name="csX4" fmla="*/ 694222 w 726030"/>
                <a:gd name="csY4" fmla="*/ 484336 h 484020"/>
                <a:gd name="csX5" fmla="*/ 32723 w 726030"/>
                <a:gd name="csY5" fmla="*/ 484336 h 484020"/>
                <a:gd name="csX6" fmla="*/ 457 w 726030"/>
                <a:gd name="csY6" fmla="*/ 452070 h 484020"/>
                <a:gd name="csX7" fmla="*/ 457 w 726030"/>
                <a:gd name="csY7" fmla="*/ 32581 h 484020"/>
                <a:gd name="csX8" fmla="*/ 32723 w 726030"/>
                <a:gd name="csY8" fmla="*/ 316 h 4840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30" h="484020">
                  <a:moveTo>
                    <a:pt x="32723" y="316"/>
                  </a:moveTo>
                  <a:lnTo>
                    <a:pt x="694222" y="316"/>
                  </a:lnTo>
                  <a:cubicBezTo>
                    <a:pt x="712042" y="316"/>
                    <a:pt x="726488" y="14761"/>
                    <a:pt x="726488" y="32581"/>
                  </a:cubicBezTo>
                  <a:lnTo>
                    <a:pt x="726488" y="452070"/>
                  </a:lnTo>
                  <a:cubicBezTo>
                    <a:pt x="726488" y="469890"/>
                    <a:pt x="712042" y="484336"/>
                    <a:pt x="694222" y="484336"/>
                  </a:cubicBezTo>
                  <a:lnTo>
                    <a:pt x="32723" y="484336"/>
                  </a:lnTo>
                  <a:cubicBezTo>
                    <a:pt x="14903" y="484336"/>
                    <a:pt x="457" y="469890"/>
                    <a:pt x="457" y="452070"/>
                  </a:cubicBezTo>
                  <a:lnTo>
                    <a:pt x="457" y="32581"/>
                  </a:lnTo>
                  <a:cubicBezTo>
                    <a:pt x="457" y="14761"/>
                    <a:pt x="14903" y="316"/>
                    <a:pt x="32723" y="316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A914F7C-224C-7B31-FA90-D2469F825A7C}"/>
                </a:ext>
              </a:extLst>
            </p:cNvPr>
            <p:cNvSpPr/>
            <p:nvPr/>
          </p:nvSpPr>
          <p:spPr>
            <a:xfrm>
              <a:off x="1881571" y="5396794"/>
              <a:ext cx="726065" cy="80704"/>
            </a:xfrm>
            <a:custGeom>
              <a:avLst/>
              <a:gdLst>
                <a:gd name="csX0" fmla="*/ 16454 w 726065"/>
                <a:gd name="csY0" fmla="*/ 427 h 80704"/>
                <a:gd name="csX1" fmla="*/ 710219 w 726065"/>
                <a:gd name="csY1" fmla="*/ 427 h 80704"/>
                <a:gd name="csX2" fmla="*/ 726370 w 726065"/>
                <a:gd name="csY2" fmla="*/ 16577 h 80704"/>
                <a:gd name="csX3" fmla="*/ 726370 w 726065"/>
                <a:gd name="csY3" fmla="*/ 64981 h 80704"/>
                <a:gd name="csX4" fmla="*/ 710219 w 726065"/>
                <a:gd name="csY4" fmla="*/ 81131 h 80704"/>
                <a:gd name="csX5" fmla="*/ 16454 w 726065"/>
                <a:gd name="csY5" fmla="*/ 81131 h 80704"/>
                <a:gd name="csX6" fmla="*/ 304 w 726065"/>
                <a:gd name="csY6" fmla="*/ 64981 h 80704"/>
                <a:gd name="csX7" fmla="*/ 304 w 726065"/>
                <a:gd name="csY7" fmla="*/ 16577 h 80704"/>
                <a:gd name="csX8" fmla="*/ 16454 w 726065"/>
                <a:gd name="csY8" fmla="*/ 42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454" y="427"/>
                  </a:moveTo>
                  <a:lnTo>
                    <a:pt x="710219" y="427"/>
                  </a:lnTo>
                  <a:cubicBezTo>
                    <a:pt x="719139" y="427"/>
                    <a:pt x="726370" y="7657"/>
                    <a:pt x="726370" y="16577"/>
                  </a:cubicBezTo>
                  <a:lnTo>
                    <a:pt x="726370" y="64981"/>
                  </a:lnTo>
                  <a:cubicBezTo>
                    <a:pt x="726370" y="73901"/>
                    <a:pt x="719139" y="81131"/>
                    <a:pt x="710219" y="81131"/>
                  </a:cubicBezTo>
                  <a:lnTo>
                    <a:pt x="16454" y="81131"/>
                  </a:lnTo>
                  <a:cubicBezTo>
                    <a:pt x="7535" y="81131"/>
                    <a:pt x="304" y="73901"/>
                    <a:pt x="304" y="64981"/>
                  </a:cubicBezTo>
                  <a:lnTo>
                    <a:pt x="304" y="16577"/>
                  </a:lnTo>
                  <a:cubicBezTo>
                    <a:pt x="304" y="7657"/>
                    <a:pt x="7535" y="427"/>
                    <a:pt x="16454" y="427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1A4133A-D222-8D2F-02E9-37E75900AE26}"/>
                </a:ext>
              </a:extLst>
            </p:cNvPr>
            <p:cNvSpPr/>
            <p:nvPr/>
          </p:nvSpPr>
          <p:spPr>
            <a:xfrm>
              <a:off x="1881571" y="5542002"/>
              <a:ext cx="726065" cy="80704"/>
            </a:xfrm>
            <a:custGeom>
              <a:avLst/>
              <a:gdLst>
                <a:gd name="csX0" fmla="*/ 16454 w 726065"/>
                <a:gd name="csY0" fmla="*/ 452 h 80704"/>
                <a:gd name="csX1" fmla="*/ 710219 w 726065"/>
                <a:gd name="csY1" fmla="*/ 452 h 80704"/>
                <a:gd name="csX2" fmla="*/ 726370 w 726065"/>
                <a:gd name="csY2" fmla="*/ 16602 h 80704"/>
                <a:gd name="csX3" fmla="*/ 726370 w 726065"/>
                <a:gd name="csY3" fmla="*/ 65006 h 80704"/>
                <a:gd name="csX4" fmla="*/ 710219 w 726065"/>
                <a:gd name="csY4" fmla="*/ 81157 h 80704"/>
                <a:gd name="csX5" fmla="*/ 16454 w 726065"/>
                <a:gd name="csY5" fmla="*/ 81157 h 80704"/>
                <a:gd name="csX6" fmla="*/ 304 w 726065"/>
                <a:gd name="csY6" fmla="*/ 65006 h 80704"/>
                <a:gd name="csX7" fmla="*/ 304 w 726065"/>
                <a:gd name="csY7" fmla="*/ 16602 h 80704"/>
                <a:gd name="csX8" fmla="*/ 16454 w 726065"/>
                <a:gd name="csY8" fmla="*/ 452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454" y="452"/>
                  </a:moveTo>
                  <a:lnTo>
                    <a:pt x="710219" y="452"/>
                  </a:lnTo>
                  <a:cubicBezTo>
                    <a:pt x="719139" y="452"/>
                    <a:pt x="726370" y="7683"/>
                    <a:pt x="726370" y="16602"/>
                  </a:cubicBezTo>
                  <a:lnTo>
                    <a:pt x="726370" y="65006"/>
                  </a:lnTo>
                  <a:cubicBezTo>
                    <a:pt x="726370" y="73926"/>
                    <a:pt x="719139" y="81157"/>
                    <a:pt x="710219" y="81157"/>
                  </a:cubicBezTo>
                  <a:lnTo>
                    <a:pt x="16454" y="81157"/>
                  </a:lnTo>
                  <a:cubicBezTo>
                    <a:pt x="7535" y="81157"/>
                    <a:pt x="304" y="73926"/>
                    <a:pt x="304" y="65006"/>
                  </a:cubicBezTo>
                  <a:lnTo>
                    <a:pt x="304" y="16602"/>
                  </a:lnTo>
                  <a:cubicBezTo>
                    <a:pt x="304" y="7683"/>
                    <a:pt x="7535" y="452"/>
                    <a:pt x="16454" y="452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EC539E5-B782-165F-A75C-DC0789943855}"/>
                </a:ext>
              </a:extLst>
            </p:cNvPr>
            <p:cNvSpPr/>
            <p:nvPr/>
          </p:nvSpPr>
          <p:spPr>
            <a:xfrm>
              <a:off x="1881571" y="5687209"/>
              <a:ext cx="281716" cy="80704"/>
            </a:xfrm>
            <a:custGeom>
              <a:avLst/>
              <a:gdLst>
                <a:gd name="csX0" fmla="*/ 16454 w 281716"/>
                <a:gd name="csY0" fmla="*/ 477 h 80704"/>
                <a:gd name="csX1" fmla="*/ 265871 w 281716"/>
                <a:gd name="csY1" fmla="*/ 477 h 80704"/>
                <a:gd name="csX2" fmla="*/ 282021 w 281716"/>
                <a:gd name="csY2" fmla="*/ 16627 h 80704"/>
                <a:gd name="csX3" fmla="*/ 282021 w 281716"/>
                <a:gd name="csY3" fmla="*/ 65032 h 80704"/>
                <a:gd name="csX4" fmla="*/ 265871 w 281716"/>
                <a:gd name="csY4" fmla="*/ 81182 h 80704"/>
                <a:gd name="csX5" fmla="*/ 16454 w 281716"/>
                <a:gd name="csY5" fmla="*/ 81182 h 80704"/>
                <a:gd name="csX6" fmla="*/ 304 w 281716"/>
                <a:gd name="csY6" fmla="*/ 65032 h 80704"/>
                <a:gd name="csX7" fmla="*/ 304 w 281716"/>
                <a:gd name="csY7" fmla="*/ 16627 h 80704"/>
                <a:gd name="csX8" fmla="*/ 16454 w 281716"/>
                <a:gd name="csY8" fmla="*/ 47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1716" h="80704">
                  <a:moveTo>
                    <a:pt x="16454" y="477"/>
                  </a:moveTo>
                  <a:lnTo>
                    <a:pt x="265871" y="477"/>
                  </a:lnTo>
                  <a:cubicBezTo>
                    <a:pt x="274790" y="477"/>
                    <a:pt x="282021" y="7708"/>
                    <a:pt x="282021" y="16627"/>
                  </a:cubicBezTo>
                  <a:lnTo>
                    <a:pt x="282021" y="65032"/>
                  </a:lnTo>
                  <a:cubicBezTo>
                    <a:pt x="282021" y="73951"/>
                    <a:pt x="274790" y="81182"/>
                    <a:pt x="265871" y="81182"/>
                  </a:cubicBezTo>
                  <a:lnTo>
                    <a:pt x="16454" y="81182"/>
                  </a:lnTo>
                  <a:cubicBezTo>
                    <a:pt x="7535" y="81182"/>
                    <a:pt x="304" y="73951"/>
                    <a:pt x="304" y="65032"/>
                  </a:cubicBezTo>
                  <a:lnTo>
                    <a:pt x="304" y="16627"/>
                  </a:lnTo>
                  <a:cubicBezTo>
                    <a:pt x="304" y="7708"/>
                    <a:pt x="7535" y="477"/>
                    <a:pt x="16454" y="477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6D8B513-87D2-D4B1-A2DE-2BD47B87AE79}"/>
                </a:ext>
              </a:extLst>
            </p:cNvPr>
            <p:cNvSpPr/>
            <p:nvPr/>
          </p:nvSpPr>
          <p:spPr>
            <a:xfrm>
              <a:off x="2764910" y="5396794"/>
              <a:ext cx="726065" cy="80704"/>
            </a:xfrm>
            <a:custGeom>
              <a:avLst/>
              <a:gdLst>
                <a:gd name="csX0" fmla="*/ 16608 w 726065"/>
                <a:gd name="csY0" fmla="*/ 427 h 80704"/>
                <a:gd name="csX1" fmla="*/ 710373 w 726065"/>
                <a:gd name="csY1" fmla="*/ 427 h 80704"/>
                <a:gd name="csX2" fmla="*/ 726523 w 726065"/>
                <a:gd name="csY2" fmla="*/ 16577 h 80704"/>
                <a:gd name="csX3" fmla="*/ 726523 w 726065"/>
                <a:gd name="csY3" fmla="*/ 64981 h 80704"/>
                <a:gd name="csX4" fmla="*/ 710372 w 726065"/>
                <a:gd name="csY4" fmla="*/ 81131 h 80704"/>
                <a:gd name="csX5" fmla="*/ 16608 w 726065"/>
                <a:gd name="csY5" fmla="*/ 81131 h 80704"/>
                <a:gd name="csX6" fmla="*/ 457 w 726065"/>
                <a:gd name="csY6" fmla="*/ 64981 h 80704"/>
                <a:gd name="csX7" fmla="*/ 457 w 726065"/>
                <a:gd name="csY7" fmla="*/ 16577 h 80704"/>
                <a:gd name="csX8" fmla="*/ 16608 w 726065"/>
                <a:gd name="csY8" fmla="*/ 42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608" y="427"/>
                  </a:moveTo>
                  <a:lnTo>
                    <a:pt x="710373" y="427"/>
                  </a:lnTo>
                  <a:cubicBezTo>
                    <a:pt x="719292" y="427"/>
                    <a:pt x="726523" y="7657"/>
                    <a:pt x="726523" y="16577"/>
                  </a:cubicBezTo>
                  <a:lnTo>
                    <a:pt x="726523" y="64981"/>
                  </a:lnTo>
                  <a:cubicBezTo>
                    <a:pt x="726523" y="73901"/>
                    <a:pt x="719292" y="81131"/>
                    <a:pt x="710372" y="81131"/>
                  </a:cubicBezTo>
                  <a:lnTo>
                    <a:pt x="16608" y="81131"/>
                  </a:lnTo>
                  <a:cubicBezTo>
                    <a:pt x="7688" y="81131"/>
                    <a:pt x="457" y="73901"/>
                    <a:pt x="457" y="64981"/>
                  </a:cubicBezTo>
                  <a:lnTo>
                    <a:pt x="457" y="16577"/>
                  </a:lnTo>
                  <a:cubicBezTo>
                    <a:pt x="457" y="7657"/>
                    <a:pt x="7688" y="427"/>
                    <a:pt x="16608" y="427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121469F-F885-F020-FDFE-3A129715EFA6}"/>
                </a:ext>
              </a:extLst>
            </p:cNvPr>
            <p:cNvSpPr/>
            <p:nvPr/>
          </p:nvSpPr>
          <p:spPr>
            <a:xfrm>
              <a:off x="2764910" y="5542002"/>
              <a:ext cx="726065" cy="80704"/>
            </a:xfrm>
            <a:custGeom>
              <a:avLst/>
              <a:gdLst>
                <a:gd name="csX0" fmla="*/ 16608 w 726065"/>
                <a:gd name="csY0" fmla="*/ 452 h 80704"/>
                <a:gd name="csX1" fmla="*/ 710373 w 726065"/>
                <a:gd name="csY1" fmla="*/ 452 h 80704"/>
                <a:gd name="csX2" fmla="*/ 726523 w 726065"/>
                <a:gd name="csY2" fmla="*/ 16602 h 80704"/>
                <a:gd name="csX3" fmla="*/ 726523 w 726065"/>
                <a:gd name="csY3" fmla="*/ 65006 h 80704"/>
                <a:gd name="csX4" fmla="*/ 710372 w 726065"/>
                <a:gd name="csY4" fmla="*/ 81157 h 80704"/>
                <a:gd name="csX5" fmla="*/ 16608 w 726065"/>
                <a:gd name="csY5" fmla="*/ 81157 h 80704"/>
                <a:gd name="csX6" fmla="*/ 457 w 726065"/>
                <a:gd name="csY6" fmla="*/ 65006 h 80704"/>
                <a:gd name="csX7" fmla="*/ 457 w 726065"/>
                <a:gd name="csY7" fmla="*/ 16602 h 80704"/>
                <a:gd name="csX8" fmla="*/ 16608 w 726065"/>
                <a:gd name="csY8" fmla="*/ 452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608" y="452"/>
                  </a:moveTo>
                  <a:lnTo>
                    <a:pt x="710373" y="452"/>
                  </a:lnTo>
                  <a:cubicBezTo>
                    <a:pt x="719292" y="452"/>
                    <a:pt x="726523" y="7683"/>
                    <a:pt x="726523" y="16602"/>
                  </a:cubicBezTo>
                  <a:lnTo>
                    <a:pt x="726523" y="65006"/>
                  </a:lnTo>
                  <a:cubicBezTo>
                    <a:pt x="726523" y="73926"/>
                    <a:pt x="719292" y="81157"/>
                    <a:pt x="710372" y="81157"/>
                  </a:cubicBezTo>
                  <a:lnTo>
                    <a:pt x="16608" y="81157"/>
                  </a:lnTo>
                  <a:cubicBezTo>
                    <a:pt x="7688" y="81157"/>
                    <a:pt x="457" y="73926"/>
                    <a:pt x="457" y="65006"/>
                  </a:cubicBezTo>
                  <a:lnTo>
                    <a:pt x="457" y="16602"/>
                  </a:lnTo>
                  <a:cubicBezTo>
                    <a:pt x="457" y="7683"/>
                    <a:pt x="7688" y="452"/>
                    <a:pt x="16608" y="452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9F60EDF-18CB-BFAC-1500-CE96CCF4F68B}"/>
                </a:ext>
              </a:extLst>
            </p:cNvPr>
            <p:cNvSpPr/>
            <p:nvPr/>
          </p:nvSpPr>
          <p:spPr>
            <a:xfrm>
              <a:off x="2764910" y="5687209"/>
              <a:ext cx="281716" cy="80704"/>
            </a:xfrm>
            <a:custGeom>
              <a:avLst/>
              <a:gdLst>
                <a:gd name="csX0" fmla="*/ 16608 w 281716"/>
                <a:gd name="csY0" fmla="*/ 477 h 80704"/>
                <a:gd name="csX1" fmla="*/ 266024 w 281716"/>
                <a:gd name="csY1" fmla="*/ 477 h 80704"/>
                <a:gd name="csX2" fmla="*/ 282174 w 281716"/>
                <a:gd name="csY2" fmla="*/ 16627 h 80704"/>
                <a:gd name="csX3" fmla="*/ 282174 w 281716"/>
                <a:gd name="csY3" fmla="*/ 65032 h 80704"/>
                <a:gd name="csX4" fmla="*/ 266024 w 281716"/>
                <a:gd name="csY4" fmla="*/ 81182 h 80704"/>
                <a:gd name="csX5" fmla="*/ 16608 w 281716"/>
                <a:gd name="csY5" fmla="*/ 81182 h 80704"/>
                <a:gd name="csX6" fmla="*/ 457 w 281716"/>
                <a:gd name="csY6" fmla="*/ 65032 h 80704"/>
                <a:gd name="csX7" fmla="*/ 457 w 281716"/>
                <a:gd name="csY7" fmla="*/ 16627 h 80704"/>
                <a:gd name="csX8" fmla="*/ 16608 w 281716"/>
                <a:gd name="csY8" fmla="*/ 47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1716" h="80704">
                  <a:moveTo>
                    <a:pt x="16608" y="477"/>
                  </a:moveTo>
                  <a:lnTo>
                    <a:pt x="266024" y="477"/>
                  </a:lnTo>
                  <a:cubicBezTo>
                    <a:pt x="274943" y="477"/>
                    <a:pt x="282174" y="7708"/>
                    <a:pt x="282174" y="16627"/>
                  </a:cubicBezTo>
                  <a:lnTo>
                    <a:pt x="282174" y="65032"/>
                  </a:lnTo>
                  <a:cubicBezTo>
                    <a:pt x="282174" y="73951"/>
                    <a:pt x="274943" y="81182"/>
                    <a:pt x="266024" y="81182"/>
                  </a:cubicBezTo>
                  <a:lnTo>
                    <a:pt x="16608" y="81182"/>
                  </a:lnTo>
                  <a:cubicBezTo>
                    <a:pt x="7688" y="81182"/>
                    <a:pt x="457" y="73951"/>
                    <a:pt x="457" y="65032"/>
                  </a:cubicBezTo>
                  <a:lnTo>
                    <a:pt x="457" y="16627"/>
                  </a:lnTo>
                  <a:cubicBezTo>
                    <a:pt x="457" y="7708"/>
                    <a:pt x="7688" y="477"/>
                    <a:pt x="16608" y="477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E9A567B-4241-59CD-B6AB-2E0C4BF9E66B}"/>
                </a:ext>
              </a:extLst>
            </p:cNvPr>
            <p:cNvSpPr/>
            <p:nvPr/>
          </p:nvSpPr>
          <p:spPr>
            <a:xfrm>
              <a:off x="3624047" y="4755466"/>
              <a:ext cx="726030" cy="484020"/>
            </a:xfrm>
            <a:custGeom>
              <a:avLst/>
              <a:gdLst>
                <a:gd name="csX0" fmla="*/ 32872 w 726030"/>
                <a:gd name="csY0" fmla="*/ 316 h 484020"/>
                <a:gd name="csX1" fmla="*/ 694371 w 726030"/>
                <a:gd name="csY1" fmla="*/ 316 h 484020"/>
                <a:gd name="csX2" fmla="*/ 726637 w 726030"/>
                <a:gd name="csY2" fmla="*/ 32581 h 484020"/>
                <a:gd name="csX3" fmla="*/ 726637 w 726030"/>
                <a:gd name="csY3" fmla="*/ 452070 h 484020"/>
                <a:gd name="csX4" fmla="*/ 694371 w 726030"/>
                <a:gd name="csY4" fmla="*/ 484336 h 484020"/>
                <a:gd name="csX5" fmla="*/ 32872 w 726030"/>
                <a:gd name="csY5" fmla="*/ 484336 h 484020"/>
                <a:gd name="csX6" fmla="*/ 606 w 726030"/>
                <a:gd name="csY6" fmla="*/ 452070 h 484020"/>
                <a:gd name="csX7" fmla="*/ 606 w 726030"/>
                <a:gd name="csY7" fmla="*/ 32581 h 484020"/>
                <a:gd name="csX8" fmla="*/ 32872 w 726030"/>
                <a:gd name="csY8" fmla="*/ 316 h 4840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30" h="484020">
                  <a:moveTo>
                    <a:pt x="32872" y="316"/>
                  </a:moveTo>
                  <a:lnTo>
                    <a:pt x="694371" y="316"/>
                  </a:lnTo>
                  <a:cubicBezTo>
                    <a:pt x="712191" y="316"/>
                    <a:pt x="726637" y="14761"/>
                    <a:pt x="726637" y="32581"/>
                  </a:cubicBezTo>
                  <a:lnTo>
                    <a:pt x="726637" y="452070"/>
                  </a:lnTo>
                  <a:cubicBezTo>
                    <a:pt x="726637" y="469890"/>
                    <a:pt x="712191" y="484336"/>
                    <a:pt x="694371" y="484336"/>
                  </a:cubicBezTo>
                  <a:lnTo>
                    <a:pt x="32872" y="484336"/>
                  </a:lnTo>
                  <a:cubicBezTo>
                    <a:pt x="15052" y="484336"/>
                    <a:pt x="606" y="469890"/>
                    <a:pt x="606" y="452070"/>
                  </a:cubicBezTo>
                  <a:lnTo>
                    <a:pt x="606" y="32581"/>
                  </a:lnTo>
                  <a:cubicBezTo>
                    <a:pt x="606" y="14761"/>
                    <a:pt x="15052" y="316"/>
                    <a:pt x="32872" y="316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95B8952-A975-E916-9A47-EF67A69D8C76}"/>
                </a:ext>
              </a:extLst>
            </p:cNvPr>
            <p:cNvSpPr/>
            <p:nvPr/>
          </p:nvSpPr>
          <p:spPr>
            <a:xfrm>
              <a:off x="3624047" y="5396794"/>
              <a:ext cx="726065" cy="80704"/>
            </a:xfrm>
            <a:custGeom>
              <a:avLst/>
              <a:gdLst>
                <a:gd name="csX0" fmla="*/ 16756 w 726065"/>
                <a:gd name="csY0" fmla="*/ 427 h 80704"/>
                <a:gd name="csX1" fmla="*/ 710521 w 726065"/>
                <a:gd name="csY1" fmla="*/ 427 h 80704"/>
                <a:gd name="csX2" fmla="*/ 726672 w 726065"/>
                <a:gd name="csY2" fmla="*/ 16577 h 80704"/>
                <a:gd name="csX3" fmla="*/ 726672 w 726065"/>
                <a:gd name="csY3" fmla="*/ 64981 h 80704"/>
                <a:gd name="csX4" fmla="*/ 710521 w 726065"/>
                <a:gd name="csY4" fmla="*/ 81131 h 80704"/>
                <a:gd name="csX5" fmla="*/ 16756 w 726065"/>
                <a:gd name="csY5" fmla="*/ 81131 h 80704"/>
                <a:gd name="csX6" fmla="*/ 606 w 726065"/>
                <a:gd name="csY6" fmla="*/ 64981 h 80704"/>
                <a:gd name="csX7" fmla="*/ 606 w 726065"/>
                <a:gd name="csY7" fmla="*/ 16577 h 80704"/>
                <a:gd name="csX8" fmla="*/ 16756 w 726065"/>
                <a:gd name="csY8" fmla="*/ 42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756" y="427"/>
                  </a:moveTo>
                  <a:lnTo>
                    <a:pt x="710521" y="427"/>
                  </a:lnTo>
                  <a:cubicBezTo>
                    <a:pt x="719441" y="427"/>
                    <a:pt x="726672" y="7657"/>
                    <a:pt x="726672" y="16577"/>
                  </a:cubicBezTo>
                  <a:lnTo>
                    <a:pt x="726672" y="64981"/>
                  </a:lnTo>
                  <a:cubicBezTo>
                    <a:pt x="726672" y="73901"/>
                    <a:pt x="719441" y="81131"/>
                    <a:pt x="710521" y="81131"/>
                  </a:cubicBezTo>
                  <a:lnTo>
                    <a:pt x="16756" y="81131"/>
                  </a:lnTo>
                  <a:cubicBezTo>
                    <a:pt x="7837" y="81131"/>
                    <a:pt x="606" y="73901"/>
                    <a:pt x="606" y="64981"/>
                  </a:cubicBezTo>
                  <a:lnTo>
                    <a:pt x="606" y="16577"/>
                  </a:lnTo>
                  <a:cubicBezTo>
                    <a:pt x="606" y="7657"/>
                    <a:pt x="7837" y="427"/>
                    <a:pt x="16756" y="427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4447824-EE6E-38E2-4B1D-6DCAF0780133}"/>
                </a:ext>
              </a:extLst>
            </p:cNvPr>
            <p:cNvSpPr/>
            <p:nvPr/>
          </p:nvSpPr>
          <p:spPr>
            <a:xfrm>
              <a:off x="3624047" y="5542002"/>
              <a:ext cx="726065" cy="80704"/>
            </a:xfrm>
            <a:custGeom>
              <a:avLst/>
              <a:gdLst>
                <a:gd name="csX0" fmla="*/ 16756 w 726065"/>
                <a:gd name="csY0" fmla="*/ 452 h 80704"/>
                <a:gd name="csX1" fmla="*/ 710521 w 726065"/>
                <a:gd name="csY1" fmla="*/ 452 h 80704"/>
                <a:gd name="csX2" fmla="*/ 726672 w 726065"/>
                <a:gd name="csY2" fmla="*/ 16602 h 80704"/>
                <a:gd name="csX3" fmla="*/ 726672 w 726065"/>
                <a:gd name="csY3" fmla="*/ 65006 h 80704"/>
                <a:gd name="csX4" fmla="*/ 710521 w 726065"/>
                <a:gd name="csY4" fmla="*/ 81157 h 80704"/>
                <a:gd name="csX5" fmla="*/ 16756 w 726065"/>
                <a:gd name="csY5" fmla="*/ 81157 h 80704"/>
                <a:gd name="csX6" fmla="*/ 606 w 726065"/>
                <a:gd name="csY6" fmla="*/ 65006 h 80704"/>
                <a:gd name="csX7" fmla="*/ 606 w 726065"/>
                <a:gd name="csY7" fmla="*/ 16602 h 80704"/>
                <a:gd name="csX8" fmla="*/ 16756 w 726065"/>
                <a:gd name="csY8" fmla="*/ 452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756" y="452"/>
                  </a:moveTo>
                  <a:lnTo>
                    <a:pt x="710521" y="452"/>
                  </a:lnTo>
                  <a:cubicBezTo>
                    <a:pt x="719441" y="452"/>
                    <a:pt x="726672" y="7683"/>
                    <a:pt x="726672" y="16602"/>
                  </a:cubicBezTo>
                  <a:lnTo>
                    <a:pt x="726672" y="65006"/>
                  </a:lnTo>
                  <a:cubicBezTo>
                    <a:pt x="726672" y="73926"/>
                    <a:pt x="719441" y="81157"/>
                    <a:pt x="710521" y="81157"/>
                  </a:cubicBezTo>
                  <a:lnTo>
                    <a:pt x="16756" y="81157"/>
                  </a:lnTo>
                  <a:cubicBezTo>
                    <a:pt x="7837" y="81157"/>
                    <a:pt x="606" y="73926"/>
                    <a:pt x="606" y="65006"/>
                  </a:cubicBezTo>
                  <a:lnTo>
                    <a:pt x="606" y="16602"/>
                  </a:lnTo>
                  <a:cubicBezTo>
                    <a:pt x="606" y="7683"/>
                    <a:pt x="7837" y="452"/>
                    <a:pt x="16756" y="452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9A213B9-8FEF-5C64-FFF6-7713BB52CA0C}"/>
                </a:ext>
              </a:extLst>
            </p:cNvPr>
            <p:cNvSpPr/>
            <p:nvPr/>
          </p:nvSpPr>
          <p:spPr>
            <a:xfrm>
              <a:off x="3624047" y="5687209"/>
              <a:ext cx="281716" cy="80704"/>
            </a:xfrm>
            <a:custGeom>
              <a:avLst/>
              <a:gdLst>
                <a:gd name="csX0" fmla="*/ 16756 w 281716"/>
                <a:gd name="csY0" fmla="*/ 477 h 80704"/>
                <a:gd name="csX1" fmla="*/ 266173 w 281716"/>
                <a:gd name="csY1" fmla="*/ 477 h 80704"/>
                <a:gd name="csX2" fmla="*/ 282323 w 281716"/>
                <a:gd name="csY2" fmla="*/ 16627 h 80704"/>
                <a:gd name="csX3" fmla="*/ 282323 w 281716"/>
                <a:gd name="csY3" fmla="*/ 65032 h 80704"/>
                <a:gd name="csX4" fmla="*/ 266173 w 281716"/>
                <a:gd name="csY4" fmla="*/ 81182 h 80704"/>
                <a:gd name="csX5" fmla="*/ 16756 w 281716"/>
                <a:gd name="csY5" fmla="*/ 81182 h 80704"/>
                <a:gd name="csX6" fmla="*/ 606 w 281716"/>
                <a:gd name="csY6" fmla="*/ 65032 h 80704"/>
                <a:gd name="csX7" fmla="*/ 606 w 281716"/>
                <a:gd name="csY7" fmla="*/ 16627 h 80704"/>
                <a:gd name="csX8" fmla="*/ 16756 w 281716"/>
                <a:gd name="csY8" fmla="*/ 47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1716" h="80704">
                  <a:moveTo>
                    <a:pt x="16756" y="477"/>
                  </a:moveTo>
                  <a:lnTo>
                    <a:pt x="266173" y="477"/>
                  </a:lnTo>
                  <a:cubicBezTo>
                    <a:pt x="275092" y="477"/>
                    <a:pt x="282323" y="7708"/>
                    <a:pt x="282323" y="16627"/>
                  </a:cubicBezTo>
                  <a:lnTo>
                    <a:pt x="282323" y="65032"/>
                  </a:lnTo>
                  <a:cubicBezTo>
                    <a:pt x="282323" y="73951"/>
                    <a:pt x="275092" y="81182"/>
                    <a:pt x="266173" y="81182"/>
                  </a:cubicBezTo>
                  <a:lnTo>
                    <a:pt x="16756" y="81182"/>
                  </a:lnTo>
                  <a:cubicBezTo>
                    <a:pt x="7837" y="81182"/>
                    <a:pt x="606" y="73951"/>
                    <a:pt x="606" y="65032"/>
                  </a:cubicBezTo>
                  <a:lnTo>
                    <a:pt x="606" y="16627"/>
                  </a:lnTo>
                  <a:cubicBezTo>
                    <a:pt x="606" y="7708"/>
                    <a:pt x="7837" y="477"/>
                    <a:pt x="16756" y="477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31" name="Graphic 5">
            <a:extLst>
              <a:ext uri="{FF2B5EF4-FFF2-40B4-BE49-F238E27FC236}">
                <a16:creationId xmlns:a16="http://schemas.microsoft.com/office/drawing/2014/main" id="{965AA826-0BD9-F587-BCDA-DAF23B11D384}"/>
              </a:ext>
            </a:extLst>
          </p:cNvPr>
          <p:cNvGrpSpPr/>
          <p:nvPr/>
        </p:nvGrpSpPr>
        <p:grpSpPr>
          <a:xfrm>
            <a:off x="126999" y="3477670"/>
            <a:ext cx="1798436" cy="199823"/>
            <a:chOff x="126999" y="3477670"/>
            <a:chExt cx="1798436" cy="199823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AEE9E76-24E8-2D65-161C-6BC21725F012}"/>
                </a:ext>
              </a:extLst>
            </p:cNvPr>
            <p:cNvSpPr/>
            <p:nvPr/>
          </p:nvSpPr>
          <p:spPr>
            <a:xfrm>
              <a:off x="126999" y="3477670"/>
              <a:ext cx="1798436" cy="199823"/>
            </a:xfrm>
            <a:custGeom>
              <a:avLst/>
              <a:gdLst>
                <a:gd name="csX0" fmla="*/ 59946 w 1798436"/>
                <a:gd name="csY0" fmla="*/ 94 h 199823"/>
                <a:gd name="csX1" fmla="*/ 1738450 w 1798436"/>
                <a:gd name="csY1" fmla="*/ 94 h 199823"/>
                <a:gd name="csX2" fmla="*/ 1798436 w 1798436"/>
                <a:gd name="csY2" fmla="*/ 60000 h 199823"/>
                <a:gd name="csX3" fmla="*/ 1798436 w 1798436"/>
                <a:gd name="csY3" fmla="*/ 60040 h 199823"/>
                <a:gd name="csX4" fmla="*/ 1798436 w 1798436"/>
                <a:gd name="csY4" fmla="*/ 139972 h 199823"/>
                <a:gd name="csX5" fmla="*/ 1738490 w 1798436"/>
                <a:gd name="csY5" fmla="*/ 199918 h 199823"/>
                <a:gd name="csX6" fmla="*/ 1738450 w 1798436"/>
                <a:gd name="csY6" fmla="*/ 199918 h 199823"/>
                <a:gd name="csX7" fmla="*/ 59946 w 1798436"/>
                <a:gd name="csY7" fmla="*/ 199918 h 199823"/>
                <a:gd name="csX8" fmla="*/ 0 w 1798436"/>
                <a:gd name="csY8" fmla="*/ 139972 h 199823"/>
                <a:gd name="csX9" fmla="*/ 0 w 1798436"/>
                <a:gd name="csY9" fmla="*/ 60040 h 199823"/>
                <a:gd name="csX10" fmla="*/ 59946 w 1798436"/>
                <a:gd name="csY10" fmla="*/ 94 h 199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798436" h="199823">
                  <a:moveTo>
                    <a:pt x="59946" y="94"/>
                  </a:moveTo>
                  <a:lnTo>
                    <a:pt x="1738450" y="94"/>
                  </a:lnTo>
                  <a:cubicBezTo>
                    <a:pt x="1771557" y="72"/>
                    <a:pt x="1798414" y="26892"/>
                    <a:pt x="1798436" y="60000"/>
                  </a:cubicBezTo>
                  <a:cubicBezTo>
                    <a:pt x="1798436" y="60013"/>
                    <a:pt x="1798436" y="60027"/>
                    <a:pt x="1798436" y="60040"/>
                  </a:cubicBezTo>
                  <a:lnTo>
                    <a:pt x="1798436" y="139972"/>
                  </a:lnTo>
                  <a:cubicBezTo>
                    <a:pt x="1798436" y="173079"/>
                    <a:pt x="1771598" y="199918"/>
                    <a:pt x="1738490" y="199918"/>
                  </a:cubicBezTo>
                  <a:cubicBezTo>
                    <a:pt x="1738477" y="199918"/>
                    <a:pt x="1738463" y="199918"/>
                    <a:pt x="1738450" y="199918"/>
                  </a:cubicBezTo>
                  <a:lnTo>
                    <a:pt x="59946" y="199918"/>
                  </a:lnTo>
                  <a:cubicBezTo>
                    <a:pt x="26839" y="199918"/>
                    <a:pt x="0" y="173079"/>
                    <a:pt x="0" y="139972"/>
                  </a:cubicBezTo>
                  <a:lnTo>
                    <a:pt x="0" y="60040"/>
                  </a:lnTo>
                  <a:cubicBezTo>
                    <a:pt x="0" y="26933"/>
                    <a:pt x="26839" y="94"/>
                    <a:pt x="59946" y="94"/>
                  </a:cubicBezTo>
                  <a:close/>
                </a:path>
              </a:pathLst>
            </a:custGeom>
            <a:solidFill>
              <a:srgbClr val="FFFF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A4C875C-77AF-777C-D0C6-F4E85DE0504C}"/>
                </a:ext>
              </a:extLst>
            </p:cNvPr>
            <p:cNvSpPr/>
            <p:nvPr/>
          </p:nvSpPr>
          <p:spPr>
            <a:xfrm>
              <a:off x="126999" y="3477670"/>
              <a:ext cx="1798436" cy="199823"/>
            </a:xfrm>
            <a:custGeom>
              <a:avLst/>
              <a:gdLst>
                <a:gd name="csX0" fmla="*/ 59946 w 1798436"/>
                <a:gd name="csY0" fmla="*/ 10084 h 199823"/>
                <a:gd name="csX1" fmla="*/ 9990 w 1798436"/>
                <a:gd name="csY1" fmla="*/ 60040 h 199823"/>
                <a:gd name="csX2" fmla="*/ 9990 w 1798436"/>
                <a:gd name="csY2" fmla="*/ 139972 h 199823"/>
                <a:gd name="csX3" fmla="*/ 59946 w 1798436"/>
                <a:gd name="csY3" fmla="*/ 189928 h 199823"/>
                <a:gd name="csX4" fmla="*/ 1738450 w 1798436"/>
                <a:gd name="csY4" fmla="*/ 189928 h 199823"/>
                <a:gd name="csX5" fmla="*/ 1788406 w 1798436"/>
                <a:gd name="csY5" fmla="*/ 139972 h 199823"/>
                <a:gd name="csX6" fmla="*/ 1788406 w 1798436"/>
                <a:gd name="csY6" fmla="*/ 60040 h 199823"/>
                <a:gd name="csX7" fmla="*/ 1738450 w 1798436"/>
                <a:gd name="csY7" fmla="*/ 10084 h 199823"/>
                <a:gd name="csX8" fmla="*/ 59946 w 1798436"/>
                <a:gd name="csY8" fmla="*/ 10084 h 199823"/>
                <a:gd name="csX9" fmla="*/ 59946 w 1798436"/>
                <a:gd name="csY9" fmla="*/ 94 h 199823"/>
                <a:gd name="csX10" fmla="*/ 1738450 w 1798436"/>
                <a:gd name="csY10" fmla="*/ 94 h 199823"/>
                <a:gd name="csX11" fmla="*/ 1798436 w 1798436"/>
                <a:gd name="csY11" fmla="*/ 60000 h 199823"/>
                <a:gd name="csX12" fmla="*/ 1798436 w 1798436"/>
                <a:gd name="csY12" fmla="*/ 60040 h 199823"/>
                <a:gd name="csX13" fmla="*/ 1798436 w 1798436"/>
                <a:gd name="csY13" fmla="*/ 139972 h 199823"/>
                <a:gd name="csX14" fmla="*/ 1738490 w 1798436"/>
                <a:gd name="csY14" fmla="*/ 199918 h 199823"/>
                <a:gd name="csX15" fmla="*/ 1738450 w 1798436"/>
                <a:gd name="csY15" fmla="*/ 199918 h 199823"/>
                <a:gd name="csX16" fmla="*/ 59946 w 1798436"/>
                <a:gd name="csY16" fmla="*/ 199918 h 199823"/>
                <a:gd name="csX17" fmla="*/ 0 w 1798436"/>
                <a:gd name="csY17" fmla="*/ 139972 h 199823"/>
                <a:gd name="csX18" fmla="*/ 0 w 1798436"/>
                <a:gd name="csY18" fmla="*/ 60040 h 199823"/>
                <a:gd name="csX19" fmla="*/ 59946 w 1798436"/>
                <a:gd name="csY19" fmla="*/ 94 h 199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798436" h="199823">
                  <a:moveTo>
                    <a:pt x="59946" y="10084"/>
                  </a:moveTo>
                  <a:cubicBezTo>
                    <a:pt x="32369" y="10116"/>
                    <a:pt x="10022" y="32463"/>
                    <a:pt x="9990" y="60040"/>
                  </a:cubicBezTo>
                  <a:lnTo>
                    <a:pt x="9990" y="139972"/>
                  </a:lnTo>
                  <a:cubicBezTo>
                    <a:pt x="10022" y="167549"/>
                    <a:pt x="32369" y="189896"/>
                    <a:pt x="59946" y="189928"/>
                  </a:cubicBezTo>
                  <a:lnTo>
                    <a:pt x="1738450" y="189928"/>
                  </a:lnTo>
                  <a:cubicBezTo>
                    <a:pt x="1766027" y="189896"/>
                    <a:pt x="1788374" y="167549"/>
                    <a:pt x="1788406" y="139972"/>
                  </a:cubicBezTo>
                  <a:lnTo>
                    <a:pt x="1788406" y="60040"/>
                  </a:lnTo>
                  <a:cubicBezTo>
                    <a:pt x="1788374" y="32463"/>
                    <a:pt x="1766027" y="10116"/>
                    <a:pt x="1738450" y="10084"/>
                  </a:cubicBezTo>
                  <a:lnTo>
                    <a:pt x="59946" y="10084"/>
                  </a:lnTo>
                  <a:moveTo>
                    <a:pt x="59946" y="94"/>
                  </a:moveTo>
                  <a:lnTo>
                    <a:pt x="1738450" y="94"/>
                  </a:lnTo>
                  <a:cubicBezTo>
                    <a:pt x="1771557" y="72"/>
                    <a:pt x="1798414" y="26892"/>
                    <a:pt x="1798436" y="60000"/>
                  </a:cubicBezTo>
                  <a:cubicBezTo>
                    <a:pt x="1798436" y="60013"/>
                    <a:pt x="1798436" y="60027"/>
                    <a:pt x="1798436" y="60040"/>
                  </a:cubicBezTo>
                  <a:lnTo>
                    <a:pt x="1798436" y="139972"/>
                  </a:lnTo>
                  <a:cubicBezTo>
                    <a:pt x="1798436" y="173079"/>
                    <a:pt x="1771598" y="199918"/>
                    <a:pt x="1738490" y="199918"/>
                  </a:cubicBezTo>
                  <a:cubicBezTo>
                    <a:pt x="1738477" y="199918"/>
                    <a:pt x="1738463" y="199918"/>
                    <a:pt x="1738450" y="199918"/>
                  </a:cubicBezTo>
                  <a:lnTo>
                    <a:pt x="59946" y="199918"/>
                  </a:lnTo>
                  <a:cubicBezTo>
                    <a:pt x="26839" y="199918"/>
                    <a:pt x="0" y="173079"/>
                    <a:pt x="0" y="139972"/>
                  </a:cubicBezTo>
                  <a:lnTo>
                    <a:pt x="0" y="60040"/>
                  </a:lnTo>
                  <a:cubicBezTo>
                    <a:pt x="0" y="26933"/>
                    <a:pt x="26839" y="94"/>
                    <a:pt x="59946" y="94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766BB81-1295-A451-64A7-82EFC2A15C8A}"/>
                </a:ext>
              </a:extLst>
            </p:cNvPr>
            <p:cNvSpPr/>
            <p:nvPr/>
          </p:nvSpPr>
          <p:spPr>
            <a:xfrm>
              <a:off x="246897" y="3517636"/>
              <a:ext cx="119891" cy="119891"/>
            </a:xfrm>
            <a:custGeom>
              <a:avLst/>
              <a:gdLst>
                <a:gd name="csX0" fmla="*/ 59967 w 119891"/>
                <a:gd name="csY0" fmla="*/ 101 h 119891"/>
                <a:gd name="csX1" fmla="*/ 119913 w 119891"/>
                <a:gd name="csY1" fmla="*/ 60047 h 119891"/>
                <a:gd name="csX2" fmla="*/ 59967 w 119891"/>
                <a:gd name="csY2" fmla="*/ 119993 h 119891"/>
                <a:gd name="csX3" fmla="*/ 21 w 119891"/>
                <a:gd name="csY3" fmla="*/ 60047 h 119891"/>
                <a:gd name="csX4" fmla="*/ 59967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59967" y="101"/>
                  </a:moveTo>
                  <a:cubicBezTo>
                    <a:pt x="93074" y="101"/>
                    <a:pt x="119913" y="26940"/>
                    <a:pt x="119913" y="60047"/>
                  </a:cubicBezTo>
                  <a:cubicBezTo>
                    <a:pt x="119913" y="93154"/>
                    <a:pt x="93074" y="119993"/>
                    <a:pt x="59967" y="119993"/>
                  </a:cubicBezTo>
                  <a:cubicBezTo>
                    <a:pt x="26860" y="119993"/>
                    <a:pt x="21" y="93154"/>
                    <a:pt x="21" y="60047"/>
                  </a:cubicBezTo>
                  <a:cubicBezTo>
                    <a:pt x="21" y="26940"/>
                    <a:pt x="26860" y="101"/>
                    <a:pt x="59967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3095C4-EBDC-1BB7-B04E-26478CA09876}"/>
                </a:ext>
              </a:extLst>
            </p:cNvPr>
            <p:cNvSpPr/>
            <p:nvPr/>
          </p:nvSpPr>
          <p:spPr>
            <a:xfrm>
              <a:off x="486687" y="3517636"/>
              <a:ext cx="119891" cy="119891"/>
            </a:xfrm>
            <a:custGeom>
              <a:avLst/>
              <a:gdLst>
                <a:gd name="csX0" fmla="*/ 60008 w 119891"/>
                <a:gd name="csY0" fmla="*/ 101 h 119891"/>
                <a:gd name="csX1" fmla="*/ 119954 w 119891"/>
                <a:gd name="csY1" fmla="*/ 60047 h 119891"/>
                <a:gd name="csX2" fmla="*/ 60008 w 119891"/>
                <a:gd name="csY2" fmla="*/ 119993 h 119891"/>
                <a:gd name="csX3" fmla="*/ 62 w 119891"/>
                <a:gd name="csY3" fmla="*/ 60047 h 119891"/>
                <a:gd name="csX4" fmla="*/ 60008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008" y="101"/>
                  </a:moveTo>
                  <a:cubicBezTo>
                    <a:pt x="93116" y="101"/>
                    <a:pt x="119954" y="26940"/>
                    <a:pt x="119954" y="60047"/>
                  </a:cubicBezTo>
                  <a:cubicBezTo>
                    <a:pt x="119954" y="93154"/>
                    <a:pt x="93116" y="119993"/>
                    <a:pt x="60008" y="119993"/>
                  </a:cubicBezTo>
                  <a:cubicBezTo>
                    <a:pt x="26901" y="119993"/>
                    <a:pt x="62" y="93154"/>
                    <a:pt x="62" y="60047"/>
                  </a:cubicBezTo>
                  <a:cubicBezTo>
                    <a:pt x="62" y="26940"/>
                    <a:pt x="26901" y="101"/>
                    <a:pt x="60008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1AE6506-14E9-C27C-959F-BD1413061E57}"/>
                </a:ext>
              </a:extLst>
            </p:cNvPr>
            <p:cNvSpPr/>
            <p:nvPr/>
          </p:nvSpPr>
          <p:spPr>
            <a:xfrm>
              <a:off x="726476" y="3517636"/>
              <a:ext cx="119891" cy="119891"/>
            </a:xfrm>
            <a:custGeom>
              <a:avLst/>
              <a:gdLst>
                <a:gd name="csX0" fmla="*/ 60050 w 119891"/>
                <a:gd name="csY0" fmla="*/ 101 h 119891"/>
                <a:gd name="csX1" fmla="*/ 119996 w 119891"/>
                <a:gd name="csY1" fmla="*/ 60047 h 119891"/>
                <a:gd name="csX2" fmla="*/ 60050 w 119891"/>
                <a:gd name="csY2" fmla="*/ 119993 h 119891"/>
                <a:gd name="csX3" fmla="*/ 104 w 119891"/>
                <a:gd name="csY3" fmla="*/ 60047 h 119891"/>
                <a:gd name="csX4" fmla="*/ 60050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050" y="101"/>
                  </a:moveTo>
                  <a:cubicBezTo>
                    <a:pt x="93157" y="101"/>
                    <a:pt x="119996" y="26940"/>
                    <a:pt x="119996" y="60047"/>
                  </a:cubicBezTo>
                  <a:cubicBezTo>
                    <a:pt x="119996" y="93154"/>
                    <a:pt x="93157" y="119993"/>
                    <a:pt x="60050" y="119993"/>
                  </a:cubicBezTo>
                  <a:cubicBezTo>
                    <a:pt x="26943" y="119993"/>
                    <a:pt x="104" y="93154"/>
                    <a:pt x="104" y="60047"/>
                  </a:cubicBezTo>
                  <a:cubicBezTo>
                    <a:pt x="104" y="26940"/>
                    <a:pt x="26943" y="101"/>
                    <a:pt x="60050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7510F8B-9BAB-4CE7-6FF0-D83A4DE0A885}"/>
                </a:ext>
              </a:extLst>
            </p:cNvPr>
            <p:cNvSpPr/>
            <p:nvPr/>
          </p:nvSpPr>
          <p:spPr>
            <a:xfrm>
              <a:off x="966266" y="3517636"/>
              <a:ext cx="119891" cy="119891"/>
            </a:xfrm>
            <a:custGeom>
              <a:avLst/>
              <a:gdLst>
                <a:gd name="csX0" fmla="*/ 60091 w 119891"/>
                <a:gd name="csY0" fmla="*/ 101 h 119891"/>
                <a:gd name="csX1" fmla="*/ 120037 w 119891"/>
                <a:gd name="csY1" fmla="*/ 60047 h 119891"/>
                <a:gd name="csX2" fmla="*/ 60091 w 119891"/>
                <a:gd name="csY2" fmla="*/ 119993 h 119891"/>
                <a:gd name="csX3" fmla="*/ 146 w 119891"/>
                <a:gd name="csY3" fmla="*/ 60047 h 119891"/>
                <a:gd name="csX4" fmla="*/ 60091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091" y="101"/>
                  </a:moveTo>
                  <a:cubicBezTo>
                    <a:pt x="93199" y="101"/>
                    <a:pt x="120037" y="26940"/>
                    <a:pt x="120037" y="60047"/>
                  </a:cubicBezTo>
                  <a:cubicBezTo>
                    <a:pt x="120037" y="93154"/>
                    <a:pt x="93199" y="119993"/>
                    <a:pt x="60091" y="119993"/>
                  </a:cubicBezTo>
                  <a:cubicBezTo>
                    <a:pt x="26984" y="119993"/>
                    <a:pt x="146" y="93154"/>
                    <a:pt x="146" y="60047"/>
                  </a:cubicBezTo>
                  <a:cubicBezTo>
                    <a:pt x="146" y="26940"/>
                    <a:pt x="26984" y="101"/>
                    <a:pt x="60091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DDB6C95-DC8A-7A09-52F2-7E5DC1005DFE}"/>
                </a:ext>
              </a:extLst>
            </p:cNvPr>
            <p:cNvSpPr/>
            <p:nvPr/>
          </p:nvSpPr>
          <p:spPr>
            <a:xfrm>
              <a:off x="1206056" y="3517636"/>
              <a:ext cx="119891" cy="119891"/>
            </a:xfrm>
            <a:custGeom>
              <a:avLst/>
              <a:gdLst>
                <a:gd name="csX0" fmla="*/ 60133 w 119891"/>
                <a:gd name="csY0" fmla="*/ 101 h 119891"/>
                <a:gd name="csX1" fmla="*/ 120079 w 119891"/>
                <a:gd name="csY1" fmla="*/ 60047 h 119891"/>
                <a:gd name="csX2" fmla="*/ 60133 w 119891"/>
                <a:gd name="csY2" fmla="*/ 119993 h 119891"/>
                <a:gd name="csX3" fmla="*/ 187 w 119891"/>
                <a:gd name="csY3" fmla="*/ 60047 h 119891"/>
                <a:gd name="csX4" fmla="*/ 60133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133" y="101"/>
                  </a:moveTo>
                  <a:cubicBezTo>
                    <a:pt x="93240" y="101"/>
                    <a:pt x="120079" y="26940"/>
                    <a:pt x="120079" y="60047"/>
                  </a:cubicBezTo>
                  <a:cubicBezTo>
                    <a:pt x="120079" y="93154"/>
                    <a:pt x="93240" y="119993"/>
                    <a:pt x="60133" y="119993"/>
                  </a:cubicBezTo>
                  <a:cubicBezTo>
                    <a:pt x="27026" y="119993"/>
                    <a:pt x="187" y="93154"/>
                    <a:pt x="187" y="60047"/>
                  </a:cubicBezTo>
                  <a:cubicBezTo>
                    <a:pt x="187" y="26940"/>
                    <a:pt x="27026" y="101"/>
                    <a:pt x="60133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7B63AA5-7F1B-B799-F7C6-AD66F6C39F20}"/>
                </a:ext>
              </a:extLst>
            </p:cNvPr>
            <p:cNvSpPr/>
            <p:nvPr/>
          </p:nvSpPr>
          <p:spPr>
            <a:xfrm>
              <a:off x="1445845" y="3517636"/>
              <a:ext cx="119891" cy="119891"/>
            </a:xfrm>
            <a:custGeom>
              <a:avLst/>
              <a:gdLst>
                <a:gd name="csX0" fmla="*/ 60175 w 119891"/>
                <a:gd name="csY0" fmla="*/ 101 h 119891"/>
                <a:gd name="csX1" fmla="*/ 120121 w 119891"/>
                <a:gd name="csY1" fmla="*/ 60047 h 119891"/>
                <a:gd name="csX2" fmla="*/ 60175 w 119891"/>
                <a:gd name="csY2" fmla="*/ 119993 h 119891"/>
                <a:gd name="csX3" fmla="*/ 229 w 119891"/>
                <a:gd name="csY3" fmla="*/ 60047 h 119891"/>
                <a:gd name="csX4" fmla="*/ 60175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175" y="101"/>
                  </a:moveTo>
                  <a:cubicBezTo>
                    <a:pt x="93282" y="101"/>
                    <a:pt x="120121" y="26940"/>
                    <a:pt x="120121" y="60047"/>
                  </a:cubicBezTo>
                  <a:cubicBezTo>
                    <a:pt x="120121" y="93154"/>
                    <a:pt x="93282" y="119993"/>
                    <a:pt x="60175" y="119993"/>
                  </a:cubicBezTo>
                  <a:cubicBezTo>
                    <a:pt x="27067" y="119993"/>
                    <a:pt x="229" y="93154"/>
                    <a:pt x="229" y="60047"/>
                  </a:cubicBezTo>
                  <a:cubicBezTo>
                    <a:pt x="229" y="26940"/>
                    <a:pt x="27067" y="101"/>
                    <a:pt x="60175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4A748C9E-2252-53AC-A562-D464D4F9A100}"/>
                </a:ext>
              </a:extLst>
            </p:cNvPr>
            <p:cNvSpPr/>
            <p:nvPr/>
          </p:nvSpPr>
          <p:spPr>
            <a:xfrm>
              <a:off x="1685635" y="3517636"/>
              <a:ext cx="119891" cy="119891"/>
            </a:xfrm>
            <a:custGeom>
              <a:avLst/>
              <a:gdLst>
                <a:gd name="csX0" fmla="*/ 60216 w 119891"/>
                <a:gd name="csY0" fmla="*/ 101 h 119891"/>
                <a:gd name="csX1" fmla="*/ 120162 w 119891"/>
                <a:gd name="csY1" fmla="*/ 60047 h 119891"/>
                <a:gd name="csX2" fmla="*/ 60216 w 119891"/>
                <a:gd name="csY2" fmla="*/ 119993 h 119891"/>
                <a:gd name="csX3" fmla="*/ 270 w 119891"/>
                <a:gd name="csY3" fmla="*/ 60047 h 119891"/>
                <a:gd name="csX4" fmla="*/ 60216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216" y="101"/>
                  </a:moveTo>
                  <a:cubicBezTo>
                    <a:pt x="93323" y="101"/>
                    <a:pt x="120162" y="26940"/>
                    <a:pt x="120162" y="60047"/>
                  </a:cubicBezTo>
                  <a:cubicBezTo>
                    <a:pt x="120162" y="93154"/>
                    <a:pt x="93323" y="119993"/>
                    <a:pt x="60216" y="119993"/>
                  </a:cubicBezTo>
                  <a:cubicBezTo>
                    <a:pt x="27109" y="119993"/>
                    <a:pt x="270" y="93154"/>
                    <a:pt x="270" y="60047"/>
                  </a:cubicBezTo>
                  <a:cubicBezTo>
                    <a:pt x="270" y="26940"/>
                    <a:pt x="27109" y="101"/>
                    <a:pt x="60216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41" name="Graphic 5">
            <a:extLst>
              <a:ext uri="{FF2B5EF4-FFF2-40B4-BE49-F238E27FC236}">
                <a16:creationId xmlns:a16="http://schemas.microsoft.com/office/drawing/2014/main" id="{B20CEBCA-305C-D2C6-F3D2-D643C75E0421}"/>
              </a:ext>
            </a:extLst>
          </p:cNvPr>
          <p:cNvGrpSpPr/>
          <p:nvPr/>
        </p:nvGrpSpPr>
        <p:grpSpPr>
          <a:xfrm>
            <a:off x="2901367" y="3748797"/>
            <a:ext cx="472969" cy="467201"/>
            <a:chOff x="2901367" y="3748797"/>
            <a:chExt cx="472969" cy="467201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708057E-694A-1DD6-F54A-AB2A5C1D7192}"/>
                </a:ext>
              </a:extLst>
            </p:cNvPr>
            <p:cNvSpPr/>
            <p:nvPr/>
          </p:nvSpPr>
          <p:spPr>
            <a:xfrm>
              <a:off x="2901367" y="3748797"/>
              <a:ext cx="472969" cy="467201"/>
            </a:xfrm>
            <a:custGeom>
              <a:avLst/>
              <a:gdLst>
                <a:gd name="csX0" fmla="*/ 438843 w 472969"/>
                <a:gd name="csY0" fmla="*/ 141 h 467201"/>
                <a:gd name="csX1" fmla="*/ 473450 w 472969"/>
                <a:gd name="csY1" fmla="*/ 141 h 467201"/>
                <a:gd name="csX2" fmla="*/ 473450 w 472969"/>
                <a:gd name="csY2" fmla="*/ 467342 h 467201"/>
                <a:gd name="csX3" fmla="*/ 438843 w 472969"/>
                <a:gd name="csY3" fmla="*/ 467342 h 467201"/>
                <a:gd name="csX4" fmla="*/ 35088 w 472969"/>
                <a:gd name="csY4" fmla="*/ 467342 h 467201"/>
                <a:gd name="csX5" fmla="*/ 481 w 472969"/>
                <a:gd name="csY5" fmla="*/ 467342 h 467201"/>
                <a:gd name="csX6" fmla="*/ 481 w 472969"/>
                <a:gd name="csY6" fmla="*/ 141 h 467201"/>
                <a:gd name="csX7" fmla="*/ 35088 w 472969"/>
                <a:gd name="csY7" fmla="*/ 141 h 4672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72969" h="467201">
                  <a:moveTo>
                    <a:pt x="438843" y="141"/>
                  </a:moveTo>
                  <a:cubicBezTo>
                    <a:pt x="457956" y="141"/>
                    <a:pt x="473450" y="141"/>
                    <a:pt x="473450" y="141"/>
                  </a:cubicBezTo>
                  <a:lnTo>
                    <a:pt x="473450" y="467342"/>
                  </a:lnTo>
                  <a:cubicBezTo>
                    <a:pt x="473450" y="467342"/>
                    <a:pt x="457956" y="467342"/>
                    <a:pt x="438843" y="467342"/>
                  </a:cubicBezTo>
                  <a:lnTo>
                    <a:pt x="35088" y="467342"/>
                  </a:lnTo>
                  <a:cubicBezTo>
                    <a:pt x="15975" y="467342"/>
                    <a:pt x="481" y="467342"/>
                    <a:pt x="481" y="467342"/>
                  </a:cubicBezTo>
                  <a:lnTo>
                    <a:pt x="481" y="141"/>
                  </a:lnTo>
                  <a:cubicBezTo>
                    <a:pt x="481" y="141"/>
                    <a:pt x="15975" y="141"/>
                    <a:pt x="35088" y="141"/>
                  </a:cubicBezTo>
                  <a:close/>
                </a:path>
              </a:pathLst>
            </a:custGeom>
            <a:solidFill>
              <a:srgbClr val="F2F2F2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F105CD7B-8C8A-7D38-CD00-349E6C001CC7}"/>
                </a:ext>
              </a:extLst>
            </p:cNvPr>
            <p:cNvSpPr/>
            <p:nvPr/>
          </p:nvSpPr>
          <p:spPr>
            <a:xfrm>
              <a:off x="2903115" y="3750654"/>
              <a:ext cx="470852" cy="464317"/>
            </a:xfrm>
            <a:custGeom>
              <a:avLst/>
              <a:gdLst>
                <a:gd name="csX0" fmla="*/ 20092 w 470852"/>
                <a:gd name="csY0" fmla="*/ 9947 h 464317"/>
                <a:gd name="csX1" fmla="*/ 10287 w 470852"/>
                <a:gd name="csY1" fmla="*/ 19752 h 464317"/>
                <a:gd name="csX2" fmla="*/ 10287 w 470852"/>
                <a:gd name="csY2" fmla="*/ 444848 h 464317"/>
                <a:gd name="csX3" fmla="*/ 20092 w 470852"/>
                <a:gd name="csY3" fmla="*/ 454653 h 464317"/>
                <a:gd name="csX4" fmla="*/ 451723 w 470852"/>
                <a:gd name="csY4" fmla="*/ 454653 h 464317"/>
                <a:gd name="csX5" fmla="*/ 461528 w 470852"/>
                <a:gd name="csY5" fmla="*/ 444848 h 464317"/>
                <a:gd name="csX6" fmla="*/ 461528 w 470852"/>
                <a:gd name="csY6" fmla="*/ 19752 h 464317"/>
                <a:gd name="csX7" fmla="*/ 451723 w 470852"/>
                <a:gd name="csY7" fmla="*/ 9947 h 464317"/>
                <a:gd name="csX8" fmla="*/ 20092 w 470852"/>
                <a:gd name="csY8" fmla="*/ 9947 h 464317"/>
                <a:gd name="csX9" fmla="*/ 20092 w 470852"/>
                <a:gd name="csY9" fmla="*/ 141 h 464317"/>
                <a:gd name="csX10" fmla="*/ 451723 w 470852"/>
                <a:gd name="csY10" fmla="*/ 141 h 464317"/>
                <a:gd name="csX11" fmla="*/ 471334 w 470852"/>
                <a:gd name="csY11" fmla="*/ 19752 h 464317"/>
                <a:gd name="csX12" fmla="*/ 471334 w 470852"/>
                <a:gd name="csY12" fmla="*/ 444848 h 464317"/>
                <a:gd name="csX13" fmla="*/ 451723 w 470852"/>
                <a:gd name="csY13" fmla="*/ 464459 h 464317"/>
                <a:gd name="csX14" fmla="*/ 20092 w 470852"/>
                <a:gd name="csY14" fmla="*/ 464459 h 464317"/>
                <a:gd name="csX15" fmla="*/ 481 w 470852"/>
                <a:gd name="csY15" fmla="*/ 444848 h 464317"/>
                <a:gd name="csX16" fmla="*/ 481 w 470852"/>
                <a:gd name="csY16" fmla="*/ 19752 h 464317"/>
                <a:gd name="csX17" fmla="*/ 20092 w 470852"/>
                <a:gd name="csY17" fmla="*/ 141 h 4643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70852" h="464317">
                  <a:moveTo>
                    <a:pt x="20092" y="9947"/>
                  </a:moveTo>
                  <a:cubicBezTo>
                    <a:pt x="14677" y="9947"/>
                    <a:pt x="10287" y="14337"/>
                    <a:pt x="10287" y="19752"/>
                  </a:cubicBezTo>
                  <a:lnTo>
                    <a:pt x="10287" y="444848"/>
                  </a:lnTo>
                  <a:cubicBezTo>
                    <a:pt x="10287" y="450263"/>
                    <a:pt x="14677" y="454653"/>
                    <a:pt x="20092" y="454653"/>
                  </a:cubicBezTo>
                  <a:lnTo>
                    <a:pt x="451723" y="454653"/>
                  </a:lnTo>
                  <a:cubicBezTo>
                    <a:pt x="457138" y="454653"/>
                    <a:pt x="461528" y="450263"/>
                    <a:pt x="461528" y="444848"/>
                  </a:cubicBezTo>
                  <a:lnTo>
                    <a:pt x="461528" y="19752"/>
                  </a:lnTo>
                  <a:cubicBezTo>
                    <a:pt x="461528" y="14337"/>
                    <a:pt x="457138" y="9947"/>
                    <a:pt x="451723" y="9947"/>
                  </a:cubicBezTo>
                  <a:lnTo>
                    <a:pt x="20092" y="9947"/>
                  </a:lnTo>
                  <a:moveTo>
                    <a:pt x="20092" y="141"/>
                  </a:moveTo>
                  <a:lnTo>
                    <a:pt x="451723" y="141"/>
                  </a:lnTo>
                  <a:cubicBezTo>
                    <a:pt x="462554" y="141"/>
                    <a:pt x="471334" y="8921"/>
                    <a:pt x="471334" y="19752"/>
                  </a:cubicBezTo>
                  <a:lnTo>
                    <a:pt x="471334" y="444848"/>
                  </a:lnTo>
                  <a:cubicBezTo>
                    <a:pt x="471334" y="455679"/>
                    <a:pt x="462554" y="464459"/>
                    <a:pt x="451723" y="464459"/>
                  </a:cubicBezTo>
                  <a:lnTo>
                    <a:pt x="20092" y="464459"/>
                  </a:lnTo>
                  <a:cubicBezTo>
                    <a:pt x="9261" y="464459"/>
                    <a:pt x="481" y="455679"/>
                    <a:pt x="481" y="444848"/>
                  </a:cubicBezTo>
                  <a:lnTo>
                    <a:pt x="481" y="19752"/>
                  </a:lnTo>
                  <a:cubicBezTo>
                    <a:pt x="481" y="8921"/>
                    <a:pt x="9261" y="141"/>
                    <a:pt x="20092" y="141"/>
                  </a:cubicBezTo>
                  <a:close/>
                </a:path>
              </a:pathLst>
            </a:custGeom>
            <a:solidFill>
              <a:srgbClr val="090814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24E28D7-8B2E-D718-1524-251500F0BFE2}"/>
                </a:ext>
              </a:extLst>
            </p:cNvPr>
            <p:cNvSpPr/>
            <p:nvPr/>
          </p:nvSpPr>
          <p:spPr>
            <a:xfrm>
              <a:off x="2981593" y="3829132"/>
              <a:ext cx="313901" cy="19610"/>
            </a:xfrm>
            <a:custGeom>
              <a:avLst/>
              <a:gdLst>
                <a:gd name="csX0" fmla="*/ 10300 w 313901"/>
                <a:gd name="csY0" fmla="*/ 155 h 19610"/>
                <a:gd name="csX1" fmla="*/ 304591 w 313901"/>
                <a:gd name="csY1" fmla="*/ 155 h 19610"/>
                <a:gd name="csX2" fmla="*/ 314396 w 313901"/>
                <a:gd name="csY2" fmla="*/ 9960 h 19610"/>
                <a:gd name="csX3" fmla="*/ 304591 w 313901"/>
                <a:gd name="csY3" fmla="*/ 19766 h 19610"/>
                <a:gd name="csX4" fmla="*/ 10300 w 313901"/>
                <a:gd name="csY4" fmla="*/ 19766 h 19610"/>
                <a:gd name="csX5" fmla="*/ 495 w 313901"/>
                <a:gd name="csY5" fmla="*/ 9960 h 19610"/>
                <a:gd name="csX6" fmla="*/ 10300 w 313901"/>
                <a:gd name="csY6" fmla="*/ 155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300" y="155"/>
                  </a:moveTo>
                  <a:lnTo>
                    <a:pt x="304591" y="155"/>
                  </a:lnTo>
                  <a:cubicBezTo>
                    <a:pt x="310006" y="155"/>
                    <a:pt x="314396" y="4545"/>
                    <a:pt x="314396" y="9960"/>
                  </a:cubicBezTo>
                  <a:cubicBezTo>
                    <a:pt x="314396" y="15376"/>
                    <a:pt x="310006" y="19766"/>
                    <a:pt x="304591" y="19766"/>
                  </a:cubicBezTo>
                  <a:lnTo>
                    <a:pt x="10300" y="19766"/>
                  </a:lnTo>
                  <a:cubicBezTo>
                    <a:pt x="4885" y="19766"/>
                    <a:pt x="495" y="15376"/>
                    <a:pt x="495" y="9960"/>
                  </a:cubicBezTo>
                  <a:cubicBezTo>
                    <a:pt x="495" y="4545"/>
                    <a:pt x="4885" y="155"/>
                    <a:pt x="10300" y="155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F94CED8-827F-E6B3-5C19-24B07E614A4A}"/>
                </a:ext>
              </a:extLst>
            </p:cNvPr>
            <p:cNvSpPr/>
            <p:nvPr/>
          </p:nvSpPr>
          <p:spPr>
            <a:xfrm>
              <a:off x="2981593" y="3901070"/>
              <a:ext cx="313901" cy="19610"/>
            </a:xfrm>
            <a:custGeom>
              <a:avLst/>
              <a:gdLst>
                <a:gd name="csX0" fmla="*/ 10300 w 313901"/>
                <a:gd name="csY0" fmla="*/ 167 h 19610"/>
                <a:gd name="csX1" fmla="*/ 304591 w 313901"/>
                <a:gd name="csY1" fmla="*/ 167 h 19610"/>
                <a:gd name="csX2" fmla="*/ 314396 w 313901"/>
                <a:gd name="csY2" fmla="*/ 9973 h 19610"/>
                <a:gd name="csX3" fmla="*/ 304591 w 313901"/>
                <a:gd name="csY3" fmla="*/ 19778 h 19610"/>
                <a:gd name="csX4" fmla="*/ 10300 w 313901"/>
                <a:gd name="csY4" fmla="*/ 19778 h 19610"/>
                <a:gd name="csX5" fmla="*/ 495 w 313901"/>
                <a:gd name="csY5" fmla="*/ 9973 h 19610"/>
                <a:gd name="csX6" fmla="*/ 10300 w 313901"/>
                <a:gd name="csY6" fmla="*/ 167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300" y="167"/>
                  </a:moveTo>
                  <a:lnTo>
                    <a:pt x="304591" y="167"/>
                  </a:lnTo>
                  <a:cubicBezTo>
                    <a:pt x="310006" y="167"/>
                    <a:pt x="314396" y="4558"/>
                    <a:pt x="314396" y="9973"/>
                  </a:cubicBezTo>
                  <a:cubicBezTo>
                    <a:pt x="314396" y="15388"/>
                    <a:pt x="310006" y="19778"/>
                    <a:pt x="304591" y="19778"/>
                  </a:cubicBezTo>
                  <a:lnTo>
                    <a:pt x="10300" y="19778"/>
                  </a:lnTo>
                  <a:cubicBezTo>
                    <a:pt x="4885" y="19778"/>
                    <a:pt x="495" y="15388"/>
                    <a:pt x="495" y="9973"/>
                  </a:cubicBezTo>
                  <a:cubicBezTo>
                    <a:pt x="495" y="4558"/>
                    <a:pt x="4885" y="167"/>
                    <a:pt x="10300" y="167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A265B03-62F4-E7BE-9A3D-AA8E8EA68329}"/>
                </a:ext>
              </a:extLst>
            </p:cNvPr>
            <p:cNvSpPr/>
            <p:nvPr/>
          </p:nvSpPr>
          <p:spPr>
            <a:xfrm>
              <a:off x="2981593" y="3973007"/>
              <a:ext cx="313901" cy="19610"/>
            </a:xfrm>
            <a:custGeom>
              <a:avLst/>
              <a:gdLst>
                <a:gd name="csX0" fmla="*/ 10300 w 313901"/>
                <a:gd name="csY0" fmla="*/ 180 h 19610"/>
                <a:gd name="csX1" fmla="*/ 304591 w 313901"/>
                <a:gd name="csY1" fmla="*/ 180 h 19610"/>
                <a:gd name="csX2" fmla="*/ 314396 w 313901"/>
                <a:gd name="csY2" fmla="*/ 9985 h 19610"/>
                <a:gd name="csX3" fmla="*/ 304591 w 313901"/>
                <a:gd name="csY3" fmla="*/ 19791 h 19610"/>
                <a:gd name="csX4" fmla="*/ 10300 w 313901"/>
                <a:gd name="csY4" fmla="*/ 19791 h 19610"/>
                <a:gd name="csX5" fmla="*/ 495 w 313901"/>
                <a:gd name="csY5" fmla="*/ 9985 h 19610"/>
                <a:gd name="csX6" fmla="*/ 10300 w 313901"/>
                <a:gd name="csY6" fmla="*/ 180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300" y="180"/>
                  </a:moveTo>
                  <a:lnTo>
                    <a:pt x="304591" y="180"/>
                  </a:lnTo>
                  <a:cubicBezTo>
                    <a:pt x="310006" y="180"/>
                    <a:pt x="314396" y="4570"/>
                    <a:pt x="314396" y="9985"/>
                  </a:cubicBezTo>
                  <a:cubicBezTo>
                    <a:pt x="314396" y="15401"/>
                    <a:pt x="310006" y="19791"/>
                    <a:pt x="304591" y="19791"/>
                  </a:cubicBezTo>
                  <a:lnTo>
                    <a:pt x="10300" y="19791"/>
                  </a:lnTo>
                  <a:cubicBezTo>
                    <a:pt x="4885" y="19791"/>
                    <a:pt x="495" y="15401"/>
                    <a:pt x="495" y="9985"/>
                  </a:cubicBezTo>
                  <a:cubicBezTo>
                    <a:pt x="495" y="4570"/>
                    <a:pt x="4885" y="180"/>
                    <a:pt x="10300" y="180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91F482FE-F880-6DD0-9FC7-9ACB35FBF625}"/>
                </a:ext>
              </a:extLst>
            </p:cNvPr>
            <p:cNvSpPr/>
            <p:nvPr/>
          </p:nvSpPr>
          <p:spPr>
            <a:xfrm>
              <a:off x="2981593" y="4044939"/>
              <a:ext cx="313901" cy="19610"/>
            </a:xfrm>
            <a:custGeom>
              <a:avLst/>
              <a:gdLst>
                <a:gd name="csX0" fmla="*/ 10300 w 313901"/>
                <a:gd name="csY0" fmla="*/ 192 h 19610"/>
                <a:gd name="csX1" fmla="*/ 304591 w 313901"/>
                <a:gd name="csY1" fmla="*/ 192 h 19610"/>
                <a:gd name="csX2" fmla="*/ 314396 w 313901"/>
                <a:gd name="csY2" fmla="*/ 9998 h 19610"/>
                <a:gd name="csX3" fmla="*/ 304591 w 313901"/>
                <a:gd name="csY3" fmla="*/ 19803 h 19610"/>
                <a:gd name="csX4" fmla="*/ 10300 w 313901"/>
                <a:gd name="csY4" fmla="*/ 19803 h 19610"/>
                <a:gd name="csX5" fmla="*/ 495 w 313901"/>
                <a:gd name="csY5" fmla="*/ 9998 h 19610"/>
                <a:gd name="csX6" fmla="*/ 10300 w 313901"/>
                <a:gd name="csY6" fmla="*/ 192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300" y="192"/>
                  </a:moveTo>
                  <a:lnTo>
                    <a:pt x="304591" y="192"/>
                  </a:lnTo>
                  <a:cubicBezTo>
                    <a:pt x="310006" y="192"/>
                    <a:pt x="314396" y="4582"/>
                    <a:pt x="314396" y="9998"/>
                  </a:cubicBezTo>
                  <a:cubicBezTo>
                    <a:pt x="314396" y="15413"/>
                    <a:pt x="310006" y="19803"/>
                    <a:pt x="304591" y="19803"/>
                  </a:cubicBezTo>
                  <a:lnTo>
                    <a:pt x="10300" y="19803"/>
                  </a:lnTo>
                  <a:cubicBezTo>
                    <a:pt x="4885" y="19803"/>
                    <a:pt x="495" y="15413"/>
                    <a:pt x="495" y="9998"/>
                  </a:cubicBezTo>
                  <a:cubicBezTo>
                    <a:pt x="495" y="4582"/>
                    <a:pt x="4885" y="192"/>
                    <a:pt x="10300" y="192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225D0299-416E-6D83-CBED-735BAF0355D9}"/>
                </a:ext>
              </a:extLst>
            </p:cNvPr>
            <p:cNvSpPr/>
            <p:nvPr/>
          </p:nvSpPr>
          <p:spPr>
            <a:xfrm>
              <a:off x="2981593" y="4116876"/>
              <a:ext cx="313901" cy="19610"/>
            </a:xfrm>
            <a:custGeom>
              <a:avLst/>
              <a:gdLst>
                <a:gd name="csX0" fmla="*/ 10300 w 313901"/>
                <a:gd name="csY0" fmla="*/ 205 h 19610"/>
                <a:gd name="csX1" fmla="*/ 304591 w 313901"/>
                <a:gd name="csY1" fmla="*/ 205 h 19610"/>
                <a:gd name="csX2" fmla="*/ 314396 w 313901"/>
                <a:gd name="csY2" fmla="*/ 10010 h 19610"/>
                <a:gd name="csX3" fmla="*/ 304591 w 313901"/>
                <a:gd name="csY3" fmla="*/ 19816 h 19610"/>
                <a:gd name="csX4" fmla="*/ 10300 w 313901"/>
                <a:gd name="csY4" fmla="*/ 19816 h 19610"/>
                <a:gd name="csX5" fmla="*/ 495 w 313901"/>
                <a:gd name="csY5" fmla="*/ 10010 h 19610"/>
                <a:gd name="csX6" fmla="*/ 10300 w 313901"/>
                <a:gd name="csY6" fmla="*/ 205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300" y="205"/>
                  </a:moveTo>
                  <a:lnTo>
                    <a:pt x="304591" y="205"/>
                  </a:lnTo>
                  <a:cubicBezTo>
                    <a:pt x="310006" y="205"/>
                    <a:pt x="314396" y="4595"/>
                    <a:pt x="314396" y="10010"/>
                  </a:cubicBezTo>
                  <a:cubicBezTo>
                    <a:pt x="314396" y="15426"/>
                    <a:pt x="310006" y="19816"/>
                    <a:pt x="304591" y="19816"/>
                  </a:cubicBezTo>
                  <a:lnTo>
                    <a:pt x="10300" y="19816"/>
                  </a:lnTo>
                  <a:cubicBezTo>
                    <a:pt x="4885" y="19816"/>
                    <a:pt x="495" y="15426"/>
                    <a:pt x="495" y="10010"/>
                  </a:cubicBezTo>
                  <a:cubicBezTo>
                    <a:pt x="495" y="4595"/>
                    <a:pt x="4885" y="205"/>
                    <a:pt x="10300" y="205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49" name="Graphic 5">
            <a:extLst>
              <a:ext uri="{FF2B5EF4-FFF2-40B4-BE49-F238E27FC236}">
                <a16:creationId xmlns:a16="http://schemas.microsoft.com/office/drawing/2014/main" id="{BC7DBEC4-F54D-1F7C-C358-B831C9312324}"/>
              </a:ext>
            </a:extLst>
          </p:cNvPr>
          <p:cNvGrpSpPr/>
          <p:nvPr/>
        </p:nvGrpSpPr>
        <p:grpSpPr>
          <a:xfrm>
            <a:off x="2172570" y="3194269"/>
            <a:ext cx="552061" cy="462165"/>
            <a:chOff x="2172570" y="3194269"/>
            <a:chExt cx="552061" cy="462165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716264E8-C5A0-3EAB-84CB-716090D83C3D}"/>
                </a:ext>
              </a:extLst>
            </p:cNvPr>
            <p:cNvSpPr/>
            <p:nvPr/>
          </p:nvSpPr>
          <p:spPr>
            <a:xfrm rot="1200000">
              <a:off x="2213172" y="3265128"/>
              <a:ext cx="470858" cy="320448"/>
            </a:xfrm>
            <a:custGeom>
              <a:avLst/>
              <a:gdLst>
                <a:gd name="csX0" fmla="*/ 436612 w 470858"/>
                <a:gd name="csY0" fmla="*/ 57 h 320448"/>
                <a:gd name="csX1" fmla="*/ 471220 w 470858"/>
                <a:gd name="csY1" fmla="*/ 57 h 320448"/>
                <a:gd name="csX2" fmla="*/ 471220 w 470858"/>
                <a:gd name="csY2" fmla="*/ 320505 h 320448"/>
                <a:gd name="csX3" fmla="*/ 436612 w 470858"/>
                <a:gd name="csY3" fmla="*/ 320505 h 320448"/>
                <a:gd name="csX4" fmla="*/ 34969 w 470858"/>
                <a:gd name="csY4" fmla="*/ 320505 h 320448"/>
                <a:gd name="csX5" fmla="*/ 362 w 470858"/>
                <a:gd name="csY5" fmla="*/ 320505 h 320448"/>
                <a:gd name="csX6" fmla="*/ 362 w 470858"/>
                <a:gd name="csY6" fmla="*/ 57 h 320448"/>
                <a:gd name="csX7" fmla="*/ 34969 w 470858"/>
                <a:gd name="csY7" fmla="*/ 57 h 3204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70858" h="320448">
                  <a:moveTo>
                    <a:pt x="436612" y="57"/>
                  </a:moveTo>
                  <a:cubicBezTo>
                    <a:pt x="455725" y="57"/>
                    <a:pt x="471220" y="57"/>
                    <a:pt x="471220" y="57"/>
                  </a:cubicBezTo>
                  <a:lnTo>
                    <a:pt x="471220" y="320505"/>
                  </a:lnTo>
                  <a:cubicBezTo>
                    <a:pt x="471220" y="320505"/>
                    <a:pt x="455725" y="320505"/>
                    <a:pt x="436612" y="320505"/>
                  </a:cubicBezTo>
                  <a:lnTo>
                    <a:pt x="34969" y="320505"/>
                  </a:lnTo>
                  <a:cubicBezTo>
                    <a:pt x="15856" y="320505"/>
                    <a:pt x="362" y="320505"/>
                    <a:pt x="362" y="320505"/>
                  </a:cubicBezTo>
                  <a:lnTo>
                    <a:pt x="362" y="57"/>
                  </a:lnTo>
                  <a:cubicBezTo>
                    <a:pt x="362" y="57"/>
                    <a:pt x="15856" y="57"/>
                    <a:pt x="34969" y="57"/>
                  </a:cubicBezTo>
                  <a:close/>
                </a:path>
              </a:pathLst>
            </a:custGeom>
            <a:solidFill>
              <a:srgbClr val="F2F2F2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F527FA1-0101-B1F3-ADC1-1D6FEFBDB425}"/>
                </a:ext>
              </a:extLst>
            </p:cNvPr>
            <p:cNvSpPr/>
            <p:nvPr/>
          </p:nvSpPr>
          <p:spPr>
            <a:xfrm rot="1200000">
              <a:off x="2213174" y="3265127"/>
              <a:ext cx="470852" cy="320436"/>
            </a:xfrm>
            <a:custGeom>
              <a:avLst/>
              <a:gdLst>
                <a:gd name="csX0" fmla="*/ 19973 w 470852"/>
                <a:gd name="csY0" fmla="*/ 9863 h 320436"/>
                <a:gd name="csX1" fmla="*/ 10167 w 470852"/>
                <a:gd name="csY1" fmla="*/ 19668 h 320436"/>
                <a:gd name="csX2" fmla="*/ 10167 w 470852"/>
                <a:gd name="csY2" fmla="*/ 300883 h 320436"/>
                <a:gd name="csX3" fmla="*/ 19973 w 470852"/>
                <a:gd name="csY3" fmla="*/ 310688 h 320436"/>
                <a:gd name="csX4" fmla="*/ 451603 w 470852"/>
                <a:gd name="csY4" fmla="*/ 310688 h 320436"/>
                <a:gd name="csX5" fmla="*/ 461409 w 470852"/>
                <a:gd name="csY5" fmla="*/ 300883 h 320436"/>
                <a:gd name="csX6" fmla="*/ 461409 w 470852"/>
                <a:gd name="csY6" fmla="*/ 19668 h 320436"/>
                <a:gd name="csX7" fmla="*/ 451603 w 470852"/>
                <a:gd name="csY7" fmla="*/ 9863 h 320436"/>
                <a:gd name="csX8" fmla="*/ 19973 w 470852"/>
                <a:gd name="csY8" fmla="*/ 9863 h 320436"/>
                <a:gd name="csX9" fmla="*/ 19973 w 470852"/>
                <a:gd name="csY9" fmla="*/ 57 h 320436"/>
                <a:gd name="csX10" fmla="*/ 451603 w 470852"/>
                <a:gd name="csY10" fmla="*/ 57 h 320436"/>
                <a:gd name="csX11" fmla="*/ 471214 w 470852"/>
                <a:gd name="csY11" fmla="*/ 19668 h 320436"/>
                <a:gd name="csX12" fmla="*/ 471214 w 470852"/>
                <a:gd name="csY12" fmla="*/ 300883 h 320436"/>
                <a:gd name="csX13" fmla="*/ 451603 w 470852"/>
                <a:gd name="csY13" fmla="*/ 320494 h 320436"/>
                <a:gd name="csX14" fmla="*/ 19973 w 470852"/>
                <a:gd name="csY14" fmla="*/ 320494 h 320436"/>
                <a:gd name="csX15" fmla="*/ 362 w 470852"/>
                <a:gd name="csY15" fmla="*/ 300883 h 320436"/>
                <a:gd name="csX16" fmla="*/ 362 w 470852"/>
                <a:gd name="csY16" fmla="*/ 19668 h 320436"/>
                <a:gd name="csX17" fmla="*/ 19973 w 470852"/>
                <a:gd name="csY17" fmla="*/ 57 h 3204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70852" h="320436">
                  <a:moveTo>
                    <a:pt x="19973" y="9863"/>
                  </a:moveTo>
                  <a:cubicBezTo>
                    <a:pt x="14557" y="9863"/>
                    <a:pt x="10167" y="14253"/>
                    <a:pt x="10167" y="19668"/>
                  </a:cubicBezTo>
                  <a:lnTo>
                    <a:pt x="10167" y="300883"/>
                  </a:lnTo>
                  <a:cubicBezTo>
                    <a:pt x="10167" y="306298"/>
                    <a:pt x="14557" y="310688"/>
                    <a:pt x="19973" y="310688"/>
                  </a:cubicBezTo>
                  <a:lnTo>
                    <a:pt x="451603" y="310688"/>
                  </a:lnTo>
                  <a:cubicBezTo>
                    <a:pt x="457018" y="310688"/>
                    <a:pt x="461409" y="306298"/>
                    <a:pt x="461409" y="300883"/>
                  </a:cubicBezTo>
                  <a:lnTo>
                    <a:pt x="461409" y="19668"/>
                  </a:lnTo>
                  <a:cubicBezTo>
                    <a:pt x="461409" y="14253"/>
                    <a:pt x="457018" y="9863"/>
                    <a:pt x="451603" y="9863"/>
                  </a:cubicBezTo>
                  <a:lnTo>
                    <a:pt x="19973" y="9863"/>
                  </a:lnTo>
                  <a:moveTo>
                    <a:pt x="19973" y="57"/>
                  </a:moveTo>
                  <a:lnTo>
                    <a:pt x="451603" y="57"/>
                  </a:lnTo>
                  <a:cubicBezTo>
                    <a:pt x="462434" y="57"/>
                    <a:pt x="471214" y="8837"/>
                    <a:pt x="471214" y="19668"/>
                  </a:cubicBezTo>
                  <a:lnTo>
                    <a:pt x="471214" y="300883"/>
                  </a:lnTo>
                  <a:cubicBezTo>
                    <a:pt x="471214" y="311714"/>
                    <a:pt x="462434" y="320494"/>
                    <a:pt x="451603" y="320494"/>
                  </a:cubicBezTo>
                  <a:lnTo>
                    <a:pt x="19973" y="320494"/>
                  </a:lnTo>
                  <a:cubicBezTo>
                    <a:pt x="9142" y="320494"/>
                    <a:pt x="362" y="311714"/>
                    <a:pt x="362" y="300883"/>
                  </a:cubicBezTo>
                  <a:lnTo>
                    <a:pt x="362" y="19668"/>
                  </a:lnTo>
                  <a:cubicBezTo>
                    <a:pt x="362" y="8837"/>
                    <a:pt x="9142" y="57"/>
                    <a:pt x="19973" y="57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95BFC69-0928-D617-63BF-7806A771606C}"/>
                </a:ext>
              </a:extLst>
            </p:cNvPr>
            <p:cNvSpPr/>
            <p:nvPr/>
          </p:nvSpPr>
          <p:spPr>
            <a:xfrm rot="1200000">
              <a:off x="2316255" y="3347945"/>
              <a:ext cx="313901" cy="19610"/>
            </a:xfrm>
            <a:custGeom>
              <a:avLst/>
              <a:gdLst>
                <a:gd name="csX0" fmla="*/ 10185 w 313901"/>
                <a:gd name="csY0" fmla="*/ 72 h 19610"/>
                <a:gd name="csX1" fmla="*/ 304476 w 313901"/>
                <a:gd name="csY1" fmla="*/ 72 h 19610"/>
                <a:gd name="csX2" fmla="*/ 314281 w 313901"/>
                <a:gd name="csY2" fmla="*/ 9877 h 19610"/>
                <a:gd name="csX3" fmla="*/ 304476 w 313901"/>
                <a:gd name="csY3" fmla="*/ 19682 h 19610"/>
                <a:gd name="csX4" fmla="*/ 10185 w 313901"/>
                <a:gd name="csY4" fmla="*/ 19682 h 19610"/>
                <a:gd name="csX5" fmla="*/ 380 w 313901"/>
                <a:gd name="csY5" fmla="*/ 9877 h 19610"/>
                <a:gd name="csX6" fmla="*/ 10185 w 313901"/>
                <a:gd name="csY6" fmla="*/ 72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185" y="72"/>
                  </a:moveTo>
                  <a:lnTo>
                    <a:pt x="304476" y="72"/>
                  </a:lnTo>
                  <a:cubicBezTo>
                    <a:pt x="309891" y="72"/>
                    <a:pt x="314281" y="4462"/>
                    <a:pt x="314281" y="9877"/>
                  </a:cubicBezTo>
                  <a:cubicBezTo>
                    <a:pt x="314281" y="15292"/>
                    <a:pt x="309891" y="19682"/>
                    <a:pt x="304476" y="19682"/>
                  </a:cubicBezTo>
                  <a:lnTo>
                    <a:pt x="10185" y="19682"/>
                  </a:lnTo>
                  <a:cubicBezTo>
                    <a:pt x="4770" y="19682"/>
                    <a:pt x="380" y="15292"/>
                    <a:pt x="380" y="9877"/>
                  </a:cubicBezTo>
                  <a:cubicBezTo>
                    <a:pt x="380" y="4462"/>
                    <a:pt x="4770" y="72"/>
                    <a:pt x="10185" y="72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575D5C0F-847C-EA6D-FA2E-0093683B243D}"/>
                </a:ext>
              </a:extLst>
            </p:cNvPr>
            <p:cNvSpPr/>
            <p:nvPr/>
          </p:nvSpPr>
          <p:spPr>
            <a:xfrm rot="1200000">
              <a:off x="2291651" y="3415544"/>
              <a:ext cx="313901" cy="19610"/>
            </a:xfrm>
            <a:custGeom>
              <a:avLst/>
              <a:gdLst>
                <a:gd name="csX0" fmla="*/ 10181 w 313901"/>
                <a:gd name="csY0" fmla="*/ 83 h 19610"/>
                <a:gd name="csX1" fmla="*/ 304471 w 313901"/>
                <a:gd name="csY1" fmla="*/ 83 h 19610"/>
                <a:gd name="csX2" fmla="*/ 314277 w 313901"/>
                <a:gd name="csY2" fmla="*/ 9889 h 19610"/>
                <a:gd name="csX3" fmla="*/ 304471 w 313901"/>
                <a:gd name="csY3" fmla="*/ 19694 h 19610"/>
                <a:gd name="csX4" fmla="*/ 10181 w 313901"/>
                <a:gd name="csY4" fmla="*/ 19694 h 19610"/>
                <a:gd name="csX5" fmla="*/ 375 w 313901"/>
                <a:gd name="csY5" fmla="*/ 9889 h 19610"/>
                <a:gd name="csX6" fmla="*/ 10181 w 313901"/>
                <a:gd name="csY6" fmla="*/ 83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181" y="83"/>
                  </a:moveTo>
                  <a:lnTo>
                    <a:pt x="304471" y="83"/>
                  </a:lnTo>
                  <a:cubicBezTo>
                    <a:pt x="309887" y="83"/>
                    <a:pt x="314277" y="4473"/>
                    <a:pt x="314277" y="9889"/>
                  </a:cubicBezTo>
                  <a:cubicBezTo>
                    <a:pt x="314277" y="15304"/>
                    <a:pt x="309887" y="19694"/>
                    <a:pt x="304471" y="19694"/>
                  </a:cubicBezTo>
                  <a:lnTo>
                    <a:pt x="10181" y="19694"/>
                  </a:lnTo>
                  <a:cubicBezTo>
                    <a:pt x="4765" y="19694"/>
                    <a:pt x="375" y="15304"/>
                    <a:pt x="375" y="9889"/>
                  </a:cubicBezTo>
                  <a:cubicBezTo>
                    <a:pt x="375" y="4473"/>
                    <a:pt x="4765" y="83"/>
                    <a:pt x="10181" y="83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DC652EBF-49CC-A5DB-306E-17FE4AFC0383}"/>
                </a:ext>
              </a:extLst>
            </p:cNvPr>
            <p:cNvSpPr/>
            <p:nvPr/>
          </p:nvSpPr>
          <p:spPr>
            <a:xfrm rot="1200000">
              <a:off x="2267047" y="3483143"/>
              <a:ext cx="313901" cy="19610"/>
            </a:xfrm>
            <a:custGeom>
              <a:avLst/>
              <a:gdLst>
                <a:gd name="csX0" fmla="*/ 10176 w 313901"/>
                <a:gd name="csY0" fmla="*/ 95 h 19610"/>
                <a:gd name="csX1" fmla="*/ 304467 w 313901"/>
                <a:gd name="csY1" fmla="*/ 95 h 19610"/>
                <a:gd name="csX2" fmla="*/ 314273 w 313901"/>
                <a:gd name="csY2" fmla="*/ 9900 h 19610"/>
                <a:gd name="csX3" fmla="*/ 304467 w 313901"/>
                <a:gd name="csY3" fmla="*/ 19706 h 19610"/>
                <a:gd name="csX4" fmla="*/ 10176 w 313901"/>
                <a:gd name="csY4" fmla="*/ 19706 h 19610"/>
                <a:gd name="csX5" fmla="*/ 371 w 313901"/>
                <a:gd name="csY5" fmla="*/ 9900 h 19610"/>
                <a:gd name="csX6" fmla="*/ 10176 w 313901"/>
                <a:gd name="csY6" fmla="*/ 95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176" y="95"/>
                  </a:moveTo>
                  <a:lnTo>
                    <a:pt x="304467" y="95"/>
                  </a:lnTo>
                  <a:cubicBezTo>
                    <a:pt x="309883" y="95"/>
                    <a:pt x="314273" y="4485"/>
                    <a:pt x="314273" y="9900"/>
                  </a:cubicBezTo>
                  <a:cubicBezTo>
                    <a:pt x="314273" y="15316"/>
                    <a:pt x="309883" y="19706"/>
                    <a:pt x="304467" y="19706"/>
                  </a:cubicBezTo>
                  <a:lnTo>
                    <a:pt x="10176" y="19706"/>
                  </a:lnTo>
                  <a:cubicBezTo>
                    <a:pt x="4761" y="19706"/>
                    <a:pt x="371" y="15316"/>
                    <a:pt x="371" y="9900"/>
                  </a:cubicBezTo>
                  <a:cubicBezTo>
                    <a:pt x="371" y="4485"/>
                    <a:pt x="4761" y="95"/>
                    <a:pt x="10176" y="95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55" name="Graphic 5">
            <a:extLst>
              <a:ext uri="{FF2B5EF4-FFF2-40B4-BE49-F238E27FC236}">
                <a16:creationId xmlns:a16="http://schemas.microsoft.com/office/drawing/2014/main" id="{BE404400-28A3-38CD-67DF-93D82CAB135E}"/>
              </a:ext>
            </a:extLst>
          </p:cNvPr>
          <p:cNvGrpSpPr/>
          <p:nvPr/>
        </p:nvGrpSpPr>
        <p:grpSpPr>
          <a:xfrm>
            <a:off x="819149" y="3104901"/>
            <a:ext cx="472969" cy="320886"/>
            <a:chOff x="819149" y="3104901"/>
            <a:chExt cx="472969" cy="320886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67F8E89-6668-0AC8-5CB3-944221C8FF7E}"/>
                </a:ext>
              </a:extLst>
            </p:cNvPr>
            <p:cNvSpPr/>
            <p:nvPr/>
          </p:nvSpPr>
          <p:spPr>
            <a:xfrm>
              <a:off x="819149" y="3108552"/>
              <a:ext cx="472969" cy="317235"/>
            </a:xfrm>
            <a:custGeom>
              <a:avLst/>
              <a:gdLst>
                <a:gd name="csX0" fmla="*/ 438482 w 472969"/>
                <a:gd name="csY0" fmla="*/ 30 h 317235"/>
                <a:gd name="csX1" fmla="*/ 473089 w 472969"/>
                <a:gd name="csY1" fmla="*/ 30 h 317235"/>
                <a:gd name="csX2" fmla="*/ 473089 w 472969"/>
                <a:gd name="csY2" fmla="*/ 317265 h 317235"/>
                <a:gd name="csX3" fmla="*/ 438482 w 472969"/>
                <a:gd name="csY3" fmla="*/ 317265 h 317235"/>
                <a:gd name="csX4" fmla="*/ 34727 w 472969"/>
                <a:gd name="csY4" fmla="*/ 317265 h 317235"/>
                <a:gd name="csX5" fmla="*/ 120 w 472969"/>
                <a:gd name="csY5" fmla="*/ 317265 h 317235"/>
                <a:gd name="csX6" fmla="*/ 120 w 472969"/>
                <a:gd name="csY6" fmla="*/ 30 h 317235"/>
                <a:gd name="csX7" fmla="*/ 34727 w 472969"/>
                <a:gd name="csY7" fmla="*/ 30 h 3172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72969" h="317235">
                  <a:moveTo>
                    <a:pt x="438482" y="30"/>
                  </a:moveTo>
                  <a:cubicBezTo>
                    <a:pt x="457595" y="30"/>
                    <a:pt x="473089" y="30"/>
                    <a:pt x="473089" y="30"/>
                  </a:cubicBezTo>
                  <a:lnTo>
                    <a:pt x="473089" y="317265"/>
                  </a:lnTo>
                  <a:cubicBezTo>
                    <a:pt x="473089" y="317265"/>
                    <a:pt x="457595" y="317265"/>
                    <a:pt x="438482" y="317265"/>
                  </a:cubicBezTo>
                  <a:lnTo>
                    <a:pt x="34727" y="317265"/>
                  </a:lnTo>
                  <a:cubicBezTo>
                    <a:pt x="15614" y="317265"/>
                    <a:pt x="120" y="317265"/>
                    <a:pt x="120" y="317265"/>
                  </a:cubicBezTo>
                  <a:lnTo>
                    <a:pt x="120" y="30"/>
                  </a:lnTo>
                  <a:cubicBezTo>
                    <a:pt x="120" y="30"/>
                    <a:pt x="15614" y="30"/>
                    <a:pt x="34727" y="30"/>
                  </a:cubicBezTo>
                  <a:close/>
                </a:path>
              </a:pathLst>
            </a:custGeom>
            <a:solidFill>
              <a:srgbClr val="F2F2F2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A806612-A8C7-2640-1CCE-83C707E8A9F7}"/>
                </a:ext>
              </a:extLst>
            </p:cNvPr>
            <p:cNvSpPr/>
            <p:nvPr/>
          </p:nvSpPr>
          <p:spPr>
            <a:xfrm>
              <a:off x="820211" y="3104901"/>
              <a:ext cx="470852" cy="320436"/>
            </a:xfrm>
            <a:custGeom>
              <a:avLst/>
              <a:gdLst>
                <a:gd name="csX0" fmla="*/ 19731 w 470852"/>
                <a:gd name="csY0" fmla="*/ 9835 h 320436"/>
                <a:gd name="csX1" fmla="*/ 9926 w 470852"/>
                <a:gd name="csY1" fmla="*/ 19640 h 320436"/>
                <a:gd name="csX2" fmla="*/ 9926 w 470852"/>
                <a:gd name="csY2" fmla="*/ 300855 h 320436"/>
                <a:gd name="csX3" fmla="*/ 19731 w 470852"/>
                <a:gd name="csY3" fmla="*/ 310661 h 320436"/>
                <a:gd name="csX4" fmla="*/ 451362 w 470852"/>
                <a:gd name="csY4" fmla="*/ 310661 h 320436"/>
                <a:gd name="csX5" fmla="*/ 461167 w 470852"/>
                <a:gd name="csY5" fmla="*/ 300855 h 320436"/>
                <a:gd name="csX6" fmla="*/ 461167 w 470852"/>
                <a:gd name="csY6" fmla="*/ 19640 h 320436"/>
                <a:gd name="csX7" fmla="*/ 451362 w 470852"/>
                <a:gd name="csY7" fmla="*/ 9835 h 320436"/>
                <a:gd name="csX8" fmla="*/ 19731 w 470852"/>
                <a:gd name="csY8" fmla="*/ 9835 h 320436"/>
                <a:gd name="csX9" fmla="*/ 19731 w 470852"/>
                <a:gd name="csY9" fmla="*/ 29 h 320436"/>
                <a:gd name="csX10" fmla="*/ 451362 w 470852"/>
                <a:gd name="csY10" fmla="*/ 29 h 320436"/>
                <a:gd name="csX11" fmla="*/ 470973 w 470852"/>
                <a:gd name="csY11" fmla="*/ 19640 h 320436"/>
                <a:gd name="csX12" fmla="*/ 470973 w 470852"/>
                <a:gd name="csY12" fmla="*/ 300855 h 320436"/>
                <a:gd name="csX13" fmla="*/ 451362 w 470852"/>
                <a:gd name="csY13" fmla="*/ 320466 h 320436"/>
                <a:gd name="csX14" fmla="*/ 19731 w 470852"/>
                <a:gd name="csY14" fmla="*/ 320466 h 320436"/>
                <a:gd name="csX15" fmla="*/ 120 w 470852"/>
                <a:gd name="csY15" fmla="*/ 300855 h 320436"/>
                <a:gd name="csX16" fmla="*/ 120 w 470852"/>
                <a:gd name="csY16" fmla="*/ 19640 h 320436"/>
                <a:gd name="csX17" fmla="*/ 19731 w 470852"/>
                <a:gd name="csY17" fmla="*/ 29 h 3204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70852" h="320436">
                  <a:moveTo>
                    <a:pt x="19731" y="9835"/>
                  </a:moveTo>
                  <a:cubicBezTo>
                    <a:pt x="14316" y="9835"/>
                    <a:pt x="9926" y="14225"/>
                    <a:pt x="9926" y="19640"/>
                  </a:cubicBezTo>
                  <a:lnTo>
                    <a:pt x="9926" y="300855"/>
                  </a:lnTo>
                  <a:cubicBezTo>
                    <a:pt x="9926" y="306271"/>
                    <a:pt x="14316" y="310661"/>
                    <a:pt x="19731" y="310661"/>
                  </a:cubicBezTo>
                  <a:lnTo>
                    <a:pt x="451362" y="310661"/>
                  </a:lnTo>
                  <a:cubicBezTo>
                    <a:pt x="456777" y="310661"/>
                    <a:pt x="461167" y="306271"/>
                    <a:pt x="461167" y="300855"/>
                  </a:cubicBezTo>
                  <a:lnTo>
                    <a:pt x="461167" y="19640"/>
                  </a:lnTo>
                  <a:cubicBezTo>
                    <a:pt x="461167" y="14225"/>
                    <a:pt x="456777" y="9835"/>
                    <a:pt x="451362" y="9835"/>
                  </a:cubicBezTo>
                  <a:lnTo>
                    <a:pt x="19731" y="9835"/>
                  </a:lnTo>
                  <a:moveTo>
                    <a:pt x="19731" y="29"/>
                  </a:moveTo>
                  <a:lnTo>
                    <a:pt x="451362" y="29"/>
                  </a:lnTo>
                  <a:cubicBezTo>
                    <a:pt x="462192" y="29"/>
                    <a:pt x="470973" y="8810"/>
                    <a:pt x="470973" y="19640"/>
                  </a:cubicBezTo>
                  <a:lnTo>
                    <a:pt x="470973" y="300855"/>
                  </a:lnTo>
                  <a:cubicBezTo>
                    <a:pt x="470973" y="311686"/>
                    <a:pt x="462192" y="320466"/>
                    <a:pt x="451362" y="320466"/>
                  </a:cubicBezTo>
                  <a:lnTo>
                    <a:pt x="19731" y="320466"/>
                  </a:lnTo>
                  <a:cubicBezTo>
                    <a:pt x="8900" y="320466"/>
                    <a:pt x="120" y="311686"/>
                    <a:pt x="120" y="300855"/>
                  </a:cubicBezTo>
                  <a:lnTo>
                    <a:pt x="120" y="19640"/>
                  </a:lnTo>
                  <a:cubicBezTo>
                    <a:pt x="120" y="8810"/>
                    <a:pt x="8900" y="29"/>
                    <a:pt x="19731" y="29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65F1825-EBEE-CADD-C02B-E603752C4019}"/>
                </a:ext>
              </a:extLst>
            </p:cNvPr>
            <p:cNvSpPr/>
            <p:nvPr/>
          </p:nvSpPr>
          <p:spPr>
            <a:xfrm>
              <a:off x="898689" y="3183379"/>
              <a:ext cx="313901" cy="19610"/>
            </a:xfrm>
            <a:custGeom>
              <a:avLst/>
              <a:gdLst>
                <a:gd name="csX0" fmla="*/ 9939 w 313901"/>
                <a:gd name="csY0" fmla="*/ 43 h 19610"/>
                <a:gd name="csX1" fmla="*/ 304230 w 313901"/>
                <a:gd name="csY1" fmla="*/ 43 h 19610"/>
                <a:gd name="csX2" fmla="*/ 314035 w 313901"/>
                <a:gd name="csY2" fmla="*/ 9848 h 19610"/>
                <a:gd name="csX3" fmla="*/ 304230 w 313901"/>
                <a:gd name="csY3" fmla="*/ 19654 h 19610"/>
                <a:gd name="csX4" fmla="*/ 9939 w 313901"/>
                <a:gd name="csY4" fmla="*/ 19654 h 19610"/>
                <a:gd name="csX5" fmla="*/ 134 w 313901"/>
                <a:gd name="csY5" fmla="*/ 9848 h 19610"/>
                <a:gd name="csX6" fmla="*/ 9939 w 313901"/>
                <a:gd name="csY6" fmla="*/ 43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939" y="43"/>
                  </a:moveTo>
                  <a:lnTo>
                    <a:pt x="304230" y="43"/>
                  </a:lnTo>
                  <a:cubicBezTo>
                    <a:pt x="309645" y="43"/>
                    <a:pt x="314035" y="4433"/>
                    <a:pt x="314035" y="9848"/>
                  </a:cubicBezTo>
                  <a:cubicBezTo>
                    <a:pt x="314035" y="15264"/>
                    <a:pt x="309645" y="19654"/>
                    <a:pt x="304230" y="19654"/>
                  </a:cubicBezTo>
                  <a:lnTo>
                    <a:pt x="9939" y="19654"/>
                  </a:lnTo>
                  <a:cubicBezTo>
                    <a:pt x="4524" y="19654"/>
                    <a:pt x="134" y="15264"/>
                    <a:pt x="134" y="9848"/>
                  </a:cubicBezTo>
                  <a:cubicBezTo>
                    <a:pt x="134" y="4433"/>
                    <a:pt x="4524" y="43"/>
                    <a:pt x="9939" y="43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E9B7FAC-F71B-C70D-D6E1-5C137CC51D9F}"/>
                </a:ext>
              </a:extLst>
            </p:cNvPr>
            <p:cNvSpPr/>
            <p:nvPr/>
          </p:nvSpPr>
          <p:spPr>
            <a:xfrm>
              <a:off x="898689" y="3255317"/>
              <a:ext cx="313901" cy="19610"/>
            </a:xfrm>
            <a:custGeom>
              <a:avLst/>
              <a:gdLst>
                <a:gd name="csX0" fmla="*/ 9939 w 313901"/>
                <a:gd name="csY0" fmla="*/ 56 h 19610"/>
                <a:gd name="csX1" fmla="*/ 304230 w 313901"/>
                <a:gd name="csY1" fmla="*/ 56 h 19610"/>
                <a:gd name="csX2" fmla="*/ 314035 w 313901"/>
                <a:gd name="csY2" fmla="*/ 9861 h 19610"/>
                <a:gd name="csX3" fmla="*/ 304230 w 313901"/>
                <a:gd name="csY3" fmla="*/ 19666 h 19610"/>
                <a:gd name="csX4" fmla="*/ 9939 w 313901"/>
                <a:gd name="csY4" fmla="*/ 19666 h 19610"/>
                <a:gd name="csX5" fmla="*/ 134 w 313901"/>
                <a:gd name="csY5" fmla="*/ 9861 h 19610"/>
                <a:gd name="csX6" fmla="*/ 9939 w 313901"/>
                <a:gd name="csY6" fmla="*/ 56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939" y="56"/>
                  </a:moveTo>
                  <a:lnTo>
                    <a:pt x="304230" y="56"/>
                  </a:lnTo>
                  <a:cubicBezTo>
                    <a:pt x="309645" y="56"/>
                    <a:pt x="314035" y="4446"/>
                    <a:pt x="314035" y="9861"/>
                  </a:cubicBezTo>
                  <a:cubicBezTo>
                    <a:pt x="314035" y="15276"/>
                    <a:pt x="309645" y="19666"/>
                    <a:pt x="304230" y="19666"/>
                  </a:cubicBezTo>
                  <a:lnTo>
                    <a:pt x="9939" y="19666"/>
                  </a:lnTo>
                  <a:cubicBezTo>
                    <a:pt x="4524" y="19666"/>
                    <a:pt x="134" y="15276"/>
                    <a:pt x="134" y="9861"/>
                  </a:cubicBezTo>
                  <a:cubicBezTo>
                    <a:pt x="134" y="4446"/>
                    <a:pt x="4524" y="56"/>
                    <a:pt x="9939" y="56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7675135A-F990-2C37-E19D-95F92515B588}"/>
                </a:ext>
              </a:extLst>
            </p:cNvPr>
            <p:cNvSpPr/>
            <p:nvPr/>
          </p:nvSpPr>
          <p:spPr>
            <a:xfrm>
              <a:off x="898689" y="3327254"/>
              <a:ext cx="313901" cy="19610"/>
            </a:xfrm>
            <a:custGeom>
              <a:avLst/>
              <a:gdLst>
                <a:gd name="csX0" fmla="*/ 9939 w 313901"/>
                <a:gd name="csY0" fmla="*/ 68 h 19610"/>
                <a:gd name="csX1" fmla="*/ 304230 w 313901"/>
                <a:gd name="csY1" fmla="*/ 68 h 19610"/>
                <a:gd name="csX2" fmla="*/ 314035 w 313901"/>
                <a:gd name="csY2" fmla="*/ 9873 h 19610"/>
                <a:gd name="csX3" fmla="*/ 304230 w 313901"/>
                <a:gd name="csY3" fmla="*/ 19679 h 19610"/>
                <a:gd name="csX4" fmla="*/ 9939 w 313901"/>
                <a:gd name="csY4" fmla="*/ 19679 h 19610"/>
                <a:gd name="csX5" fmla="*/ 134 w 313901"/>
                <a:gd name="csY5" fmla="*/ 9873 h 19610"/>
                <a:gd name="csX6" fmla="*/ 9939 w 313901"/>
                <a:gd name="csY6" fmla="*/ 68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939" y="68"/>
                  </a:moveTo>
                  <a:lnTo>
                    <a:pt x="304230" y="68"/>
                  </a:lnTo>
                  <a:cubicBezTo>
                    <a:pt x="309645" y="68"/>
                    <a:pt x="314035" y="4458"/>
                    <a:pt x="314035" y="9873"/>
                  </a:cubicBezTo>
                  <a:cubicBezTo>
                    <a:pt x="314035" y="15289"/>
                    <a:pt x="309645" y="19679"/>
                    <a:pt x="304230" y="19679"/>
                  </a:cubicBezTo>
                  <a:lnTo>
                    <a:pt x="9939" y="19679"/>
                  </a:lnTo>
                  <a:cubicBezTo>
                    <a:pt x="4524" y="19679"/>
                    <a:pt x="134" y="15289"/>
                    <a:pt x="134" y="9873"/>
                  </a:cubicBezTo>
                  <a:cubicBezTo>
                    <a:pt x="134" y="4458"/>
                    <a:pt x="4524" y="68"/>
                    <a:pt x="9939" y="68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61" name="Graphic 5">
            <a:extLst>
              <a:ext uri="{FF2B5EF4-FFF2-40B4-BE49-F238E27FC236}">
                <a16:creationId xmlns:a16="http://schemas.microsoft.com/office/drawing/2014/main" id="{7F874B55-D62B-787A-3B09-CC7C2481CBC9}"/>
              </a:ext>
            </a:extLst>
          </p:cNvPr>
          <p:cNvGrpSpPr/>
          <p:nvPr/>
        </p:nvGrpSpPr>
        <p:grpSpPr>
          <a:xfrm>
            <a:off x="1516472" y="2958011"/>
            <a:ext cx="494490" cy="467548"/>
            <a:chOff x="1516472" y="2958011"/>
            <a:chExt cx="494490" cy="467548"/>
          </a:xfrm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629FC31B-FEBF-98C6-72F9-50F2E7CE8A17}"/>
                </a:ext>
              </a:extLst>
            </p:cNvPr>
            <p:cNvSpPr/>
            <p:nvPr/>
          </p:nvSpPr>
          <p:spPr>
            <a:xfrm rot="361440">
              <a:off x="1537745" y="2958011"/>
              <a:ext cx="473217" cy="467446"/>
            </a:xfrm>
            <a:custGeom>
              <a:avLst/>
              <a:gdLst>
                <a:gd name="csX0" fmla="*/ 438833 w 473217"/>
                <a:gd name="csY0" fmla="*/ 4 h 467446"/>
                <a:gd name="csX1" fmla="*/ 473458 w 473217"/>
                <a:gd name="csY1" fmla="*/ 4 h 467446"/>
                <a:gd name="csX2" fmla="*/ 473458 w 473217"/>
                <a:gd name="csY2" fmla="*/ 467451 h 467446"/>
                <a:gd name="csX3" fmla="*/ 438833 w 473217"/>
                <a:gd name="csY3" fmla="*/ 467451 h 467446"/>
                <a:gd name="csX4" fmla="*/ 34867 w 473217"/>
                <a:gd name="csY4" fmla="*/ 467451 h 467446"/>
                <a:gd name="csX5" fmla="*/ 241 w 473217"/>
                <a:gd name="csY5" fmla="*/ 467451 h 467446"/>
                <a:gd name="csX6" fmla="*/ 241 w 473217"/>
                <a:gd name="csY6" fmla="*/ 4 h 467446"/>
                <a:gd name="csX7" fmla="*/ 34867 w 473217"/>
                <a:gd name="csY7" fmla="*/ 4 h 4674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73217" h="467446">
                  <a:moveTo>
                    <a:pt x="438833" y="4"/>
                  </a:moveTo>
                  <a:cubicBezTo>
                    <a:pt x="457956" y="4"/>
                    <a:pt x="473458" y="4"/>
                    <a:pt x="473458" y="4"/>
                  </a:cubicBezTo>
                  <a:lnTo>
                    <a:pt x="473458" y="467451"/>
                  </a:lnTo>
                  <a:cubicBezTo>
                    <a:pt x="473458" y="467451"/>
                    <a:pt x="457956" y="467451"/>
                    <a:pt x="438833" y="467451"/>
                  </a:cubicBezTo>
                  <a:lnTo>
                    <a:pt x="34867" y="467451"/>
                  </a:lnTo>
                  <a:cubicBezTo>
                    <a:pt x="15743" y="467451"/>
                    <a:pt x="241" y="467451"/>
                    <a:pt x="241" y="467451"/>
                  </a:cubicBezTo>
                  <a:lnTo>
                    <a:pt x="241" y="4"/>
                  </a:lnTo>
                  <a:cubicBezTo>
                    <a:pt x="241" y="4"/>
                    <a:pt x="15743" y="4"/>
                    <a:pt x="34867" y="4"/>
                  </a:cubicBezTo>
                  <a:close/>
                </a:path>
              </a:pathLst>
            </a:custGeom>
            <a:solidFill>
              <a:srgbClr val="F2F2F2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00ED91C-FBC8-75A7-8564-5F7BA8B06EDA}"/>
                </a:ext>
              </a:extLst>
            </p:cNvPr>
            <p:cNvSpPr/>
            <p:nvPr/>
          </p:nvSpPr>
          <p:spPr>
            <a:xfrm rot="361440">
              <a:off x="1516472" y="2960999"/>
              <a:ext cx="471099" cy="464560"/>
            </a:xfrm>
            <a:custGeom>
              <a:avLst/>
              <a:gdLst>
                <a:gd name="csX0" fmla="*/ 19862 w 471099"/>
                <a:gd name="csY0" fmla="*/ 9815 h 464560"/>
                <a:gd name="csX1" fmla="*/ 10052 w 471099"/>
                <a:gd name="csY1" fmla="*/ 19626 h 464560"/>
                <a:gd name="csX2" fmla="*/ 10052 w 471099"/>
                <a:gd name="csY2" fmla="*/ 444944 h 464560"/>
                <a:gd name="csX3" fmla="*/ 19862 w 471099"/>
                <a:gd name="csY3" fmla="*/ 454755 h 464560"/>
                <a:gd name="csX4" fmla="*/ 451719 w 471099"/>
                <a:gd name="csY4" fmla="*/ 454755 h 464560"/>
                <a:gd name="csX5" fmla="*/ 461530 w 471099"/>
                <a:gd name="csY5" fmla="*/ 444944 h 464560"/>
                <a:gd name="csX6" fmla="*/ 461530 w 471099"/>
                <a:gd name="csY6" fmla="*/ 19626 h 464560"/>
                <a:gd name="csX7" fmla="*/ 451719 w 471099"/>
                <a:gd name="csY7" fmla="*/ 9815 h 464560"/>
                <a:gd name="csX8" fmla="*/ 19862 w 471099"/>
                <a:gd name="csY8" fmla="*/ 9815 h 464560"/>
                <a:gd name="csX9" fmla="*/ 19862 w 471099"/>
                <a:gd name="csY9" fmla="*/ 4 h 464560"/>
                <a:gd name="csX10" fmla="*/ 451719 w 471099"/>
                <a:gd name="csY10" fmla="*/ 4 h 464560"/>
                <a:gd name="csX11" fmla="*/ 471340 w 471099"/>
                <a:gd name="csY11" fmla="*/ 19626 h 464560"/>
                <a:gd name="csX12" fmla="*/ 471340 w 471099"/>
                <a:gd name="csY12" fmla="*/ 444944 h 464560"/>
                <a:gd name="csX13" fmla="*/ 451719 w 471099"/>
                <a:gd name="csY13" fmla="*/ 464565 h 464560"/>
                <a:gd name="csX14" fmla="*/ 19862 w 471099"/>
                <a:gd name="csY14" fmla="*/ 464565 h 464560"/>
                <a:gd name="csX15" fmla="*/ 241 w 471099"/>
                <a:gd name="csY15" fmla="*/ 444944 h 464560"/>
                <a:gd name="csX16" fmla="*/ 241 w 471099"/>
                <a:gd name="csY16" fmla="*/ 19626 h 464560"/>
                <a:gd name="csX17" fmla="*/ 19862 w 471099"/>
                <a:gd name="csY17" fmla="*/ 4 h 4645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71099" h="464560">
                  <a:moveTo>
                    <a:pt x="19862" y="9815"/>
                  </a:moveTo>
                  <a:cubicBezTo>
                    <a:pt x="14444" y="9815"/>
                    <a:pt x="10052" y="14207"/>
                    <a:pt x="10052" y="19626"/>
                  </a:cubicBezTo>
                  <a:lnTo>
                    <a:pt x="10052" y="444944"/>
                  </a:lnTo>
                  <a:cubicBezTo>
                    <a:pt x="10052" y="450363"/>
                    <a:pt x="14444" y="454755"/>
                    <a:pt x="19862" y="454755"/>
                  </a:cubicBezTo>
                  <a:lnTo>
                    <a:pt x="451719" y="454755"/>
                  </a:lnTo>
                  <a:cubicBezTo>
                    <a:pt x="457137" y="454755"/>
                    <a:pt x="461530" y="450363"/>
                    <a:pt x="461530" y="444944"/>
                  </a:cubicBezTo>
                  <a:lnTo>
                    <a:pt x="461530" y="19626"/>
                  </a:lnTo>
                  <a:cubicBezTo>
                    <a:pt x="461530" y="14207"/>
                    <a:pt x="457137" y="9815"/>
                    <a:pt x="451719" y="9815"/>
                  </a:cubicBezTo>
                  <a:lnTo>
                    <a:pt x="19862" y="9815"/>
                  </a:lnTo>
                  <a:moveTo>
                    <a:pt x="19862" y="4"/>
                  </a:moveTo>
                  <a:lnTo>
                    <a:pt x="451719" y="4"/>
                  </a:lnTo>
                  <a:cubicBezTo>
                    <a:pt x="462556" y="4"/>
                    <a:pt x="471340" y="8789"/>
                    <a:pt x="471340" y="19626"/>
                  </a:cubicBezTo>
                  <a:lnTo>
                    <a:pt x="471340" y="444944"/>
                  </a:lnTo>
                  <a:cubicBezTo>
                    <a:pt x="471340" y="455781"/>
                    <a:pt x="462556" y="464565"/>
                    <a:pt x="451719" y="464565"/>
                  </a:cubicBezTo>
                  <a:lnTo>
                    <a:pt x="19862" y="464565"/>
                  </a:lnTo>
                  <a:cubicBezTo>
                    <a:pt x="9026" y="464565"/>
                    <a:pt x="241" y="455781"/>
                    <a:pt x="241" y="444944"/>
                  </a:cubicBezTo>
                  <a:lnTo>
                    <a:pt x="241" y="19626"/>
                  </a:lnTo>
                  <a:cubicBezTo>
                    <a:pt x="241" y="8789"/>
                    <a:pt x="9026" y="4"/>
                    <a:pt x="19862" y="4"/>
                  </a:cubicBezTo>
                  <a:close/>
                </a:path>
              </a:pathLst>
            </a:custGeom>
            <a:solidFill>
              <a:srgbClr val="E6E6E6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06C3BB6-577B-B14E-5B72-FA44101F946A}"/>
                </a:ext>
              </a:extLst>
            </p:cNvPr>
            <p:cNvSpPr/>
            <p:nvPr/>
          </p:nvSpPr>
          <p:spPr>
            <a:xfrm rot="361440">
              <a:off x="1610099" y="3040308"/>
              <a:ext cx="314066" cy="19621"/>
            </a:xfrm>
            <a:custGeom>
              <a:avLst/>
              <a:gdLst>
                <a:gd name="csX0" fmla="*/ 10068 w 314066"/>
                <a:gd name="csY0" fmla="*/ 18 h 19621"/>
                <a:gd name="csX1" fmla="*/ 304513 w 314066"/>
                <a:gd name="csY1" fmla="*/ 18 h 19621"/>
                <a:gd name="csX2" fmla="*/ 314323 w 314066"/>
                <a:gd name="csY2" fmla="*/ 9829 h 19621"/>
                <a:gd name="csX3" fmla="*/ 304513 w 314066"/>
                <a:gd name="csY3" fmla="*/ 19639 h 19621"/>
                <a:gd name="csX4" fmla="*/ 10068 w 314066"/>
                <a:gd name="csY4" fmla="*/ 19639 h 19621"/>
                <a:gd name="csX5" fmla="*/ 257 w 314066"/>
                <a:gd name="csY5" fmla="*/ 9829 h 19621"/>
                <a:gd name="csX6" fmla="*/ 10068 w 314066"/>
                <a:gd name="csY6" fmla="*/ 18 h 1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4066" h="19621">
                  <a:moveTo>
                    <a:pt x="10068" y="18"/>
                  </a:moveTo>
                  <a:lnTo>
                    <a:pt x="304513" y="18"/>
                  </a:lnTo>
                  <a:cubicBezTo>
                    <a:pt x="309931" y="18"/>
                    <a:pt x="314323" y="4411"/>
                    <a:pt x="314323" y="9829"/>
                  </a:cubicBezTo>
                  <a:cubicBezTo>
                    <a:pt x="314323" y="15247"/>
                    <a:pt x="309931" y="19639"/>
                    <a:pt x="304513" y="19639"/>
                  </a:cubicBezTo>
                  <a:lnTo>
                    <a:pt x="10068" y="19639"/>
                  </a:lnTo>
                  <a:cubicBezTo>
                    <a:pt x="4650" y="19639"/>
                    <a:pt x="257" y="15247"/>
                    <a:pt x="257" y="9829"/>
                  </a:cubicBezTo>
                  <a:cubicBezTo>
                    <a:pt x="257" y="4411"/>
                    <a:pt x="4650" y="18"/>
                    <a:pt x="10068" y="18"/>
                  </a:cubicBezTo>
                  <a:close/>
                </a:path>
              </a:pathLst>
            </a:custGeom>
            <a:solidFill>
              <a:srgbClr val="6C63FF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31B857D-85F6-98FA-2E8C-A94677B9AAEC}"/>
                </a:ext>
              </a:extLst>
            </p:cNvPr>
            <p:cNvSpPr/>
            <p:nvPr/>
          </p:nvSpPr>
          <p:spPr>
            <a:xfrm rot="361440">
              <a:off x="1602546" y="3111886"/>
              <a:ext cx="314066" cy="19621"/>
            </a:xfrm>
            <a:custGeom>
              <a:avLst/>
              <a:gdLst>
                <a:gd name="csX0" fmla="*/ 10066 w 314066"/>
                <a:gd name="csY0" fmla="*/ 31 h 19621"/>
                <a:gd name="csX1" fmla="*/ 304512 w 314066"/>
                <a:gd name="csY1" fmla="*/ 31 h 19621"/>
                <a:gd name="csX2" fmla="*/ 314322 w 314066"/>
                <a:gd name="csY2" fmla="*/ 9841 h 19621"/>
                <a:gd name="csX3" fmla="*/ 304512 w 314066"/>
                <a:gd name="csY3" fmla="*/ 19652 h 19621"/>
                <a:gd name="csX4" fmla="*/ 10066 w 314066"/>
                <a:gd name="csY4" fmla="*/ 19652 h 19621"/>
                <a:gd name="csX5" fmla="*/ 256 w 314066"/>
                <a:gd name="csY5" fmla="*/ 9841 h 19621"/>
                <a:gd name="csX6" fmla="*/ 10066 w 314066"/>
                <a:gd name="csY6" fmla="*/ 31 h 1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4066" h="19621">
                  <a:moveTo>
                    <a:pt x="10066" y="31"/>
                  </a:moveTo>
                  <a:lnTo>
                    <a:pt x="304512" y="31"/>
                  </a:lnTo>
                  <a:cubicBezTo>
                    <a:pt x="309930" y="31"/>
                    <a:pt x="314322" y="4423"/>
                    <a:pt x="314322" y="9841"/>
                  </a:cubicBezTo>
                  <a:cubicBezTo>
                    <a:pt x="314322" y="15259"/>
                    <a:pt x="309930" y="19652"/>
                    <a:pt x="304512" y="19652"/>
                  </a:cubicBezTo>
                  <a:lnTo>
                    <a:pt x="10066" y="19652"/>
                  </a:lnTo>
                  <a:cubicBezTo>
                    <a:pt x="4648" y="19652"/>
                    <a:pt x="256" y="15259"/>
                    <a:pt x="256" y="9841"/>
                  </a:cubicBezTo>
                  <a:cubicBezTo>
                    <a:pt x="256" y="4423"/>
                    <a:pt x="4648" y="31"/>
                    <a:pt x="10066" y="31"/>
                  </a:cubicBezTo>
                  <a:close/>
                </a:path>
              </a:pathLst>
            </a:custGeom>
            <a:solidFill>
              <a:srgbClr val="6C63FF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69698A5-635C-49B8-F8BB-99E28738CF74}"/>
                </a:ext>
              </a:extLst>
            </p:cNvPr>
            <p:cNvSpPr/>
            <p:nvPr/>
          </p:nvSpPr>
          <p:spPr>
            <a:xfrm rot="361440">
              <a:off x="1594992" y="3183463"/>
              <a:ext cx="314066" cy="19621"/>
            </a:xfrm>
            <a:custGeom>
              <a:avLst/>
              <a:gdLst>
                <a:gd name="csX0" fmla="*/ 10065 w 314066"/>
                <a:gd name="csY0" fmla="*/ 43 h 19621"/>
                <a:gd name="csX1" fmla="*/ 304510 w 314066"/>
                <a:gd name="csY1" fmla="*/ 43 h 19621"/>
                <a:gd name="csX2" fmla="*/ 314321 w 314066"/>
                <a:gd name="csY2" fmla="*/ 9854 h 19621"/>
                <a:gd name="csX3" fmla="*/ 304510 w 314066"/>
                <a:gd name="csY3" fmla="*/ 19664 h 19621"/>
                <a:gd name="csX4" fmla="*/ 10065 w 314066"/>
                <a:gd name="csY4" fmla="*/ 19664 h 19621"/>
                <a:gd name="csX5" fmla="*/ 255 w 314066"/>
                <a:gd name="csY5" fmla="*/ 9854 h 19621"/>
                <a:gd name="csX6" fmla="*/ 10065 w 314066"/>
                <a:gd name="csY6" fmla="*/ 43 h 1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4066" h="19621">
                  <a:moveTo>
                    <a:pt x="10065" y="43"/>
                  </a:moveTo>
                  <a:lnTo>
                    <a:pt x="304510" y="43"/>
                  </a:lnTo>
                  <a:cubicBezTo>
                    <a:pt x="309928" y="43"/>
                    <a:pt x="314321" y="4435"/>
                    <a:pt x="314321" y="9854"/>
                  </a:cubicBezTo>
                  <a:cubicBezTo>
                    <a:pt x="314321" y="15272"/>
                    <a:pt x="309928" y="19664"/>
                    <a:pt x="304510" y="19664"/>
                  </a:cubicBezTo>
                  <a:lnTo>
                    <a:pt x="10065" y="19664"/>
                  </a:lnTo>
                  <a:cubicBezTo>
                    <a:pt x="4647" y="19664"/>
                    <a:pt x="255" y="15272"/>
                    <a:pt x="255" y="9854"/>
                  </a:cubicBezTo>
                  <a:cubicBezTo>
                    <a:pt x="255" y="4435"/>
                    <a:pt x="4647" y="43"/>
                    <a:pt x="10065" y="43"/>
                  </a:cubicBezTo>
                  <a:close/>
                </a:path>
              </a:pathLst>
            </a:custGeom>
            <a:solidFill>
              <a:srgbClr val="6C63FF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F1711488-DAD7-063B-7577-DE5F948760A8}"/>
                </a:ext>
              </a:extLst>
            </p:cNvPr>
            <p:cNvSpPr/>
            <p:nvPr/>
          </p:nvSpPr>
          <p:spPr>
            <a:xfrm rot="361440">
              <a:off x="1587439" y="3255041"/>
              <a:ext cx="314066" cy="19621"/>
            </a:xfrm>
            <a:custGeom>
              <a:avLst/>
              <a:gdLst>
                <a:gd name="csX0" fmla="*/ 10064 w 314066"/>
                <a:gd name="csY0" fmla="*/ 55 h 19621"/>
                <a:gd name="csX1" fmla="*/ 304509 w 314066"/>
                <a:gd name="csY1" fmla="*/ 55 h 19621"/>
                <a:gd name="csX2" fmla="*/ 314320 w 314066"/>
                <a:gd name="csY2" fmla="*/ 9866 h 19621"/>
                <a:gd name="csX3" fmla="*/ 304509 w 314066"/>
                <a:gd name="csY3" fmla="*/ 19677 h 19621"/>
                <a:gd name="csX4" fmla="*/ 10064 w 314066"/>
                <a:gd name="csY4" fmla="*/ 19677 h 19621"/>
                <a:gd name="csX5" fmla="*/ 253 w 314066"/>
                <a:gd name="csY5" fmla="*/ 9866 h 19621"/>
                <a:gd name="csX6" fmla="*/ 10064 w 314066"/>
                <a:gd name="csY6" fmla="*/ 55 h 1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4066" h="19621">
                  <a:moveTo>
                    <a:pt x="10064" y="55"/>
                  </a:moveTo>
                  <a:lnTo>
                    <a:pt x="304509" y="55"/>
                  </a:lnTo>
                  <a:cubicBezTo>
                    <a:pt x="309927" y="55"/>
                    <a:pt x="314320" y="4448"/>
                    <a:pt x="314320" y="9866"/>
                  </a:cubicBezTo>
                  <a:cubicBezTo>
                    <a:pt x="314320" y="15284"/>
                    <a:pt x="309927" y="19677"/>
                    <a:pt x="304509" y="19677"/>
                  </a:cubicBezTo>
                  <a:lnTo>
                    <a:pt x="10064" y="19677"/>
                  </a:lnTo>
                  <a:cubicBezTo>
                    <a:pt x="4646" y="19677"/>
                    <a:pt x="253" y="15284"/>
                    <a:pt x="253" y="9866"/>
                  </a:cubicBezTo>
                  <a:cubicBezTo>
                    <a:pt x="253" y="4448"/>
                    <a:pt x="4646" y="55"/>
                    <a:pt x="10064" y="55"/>
                  </a:cubicBezTo>
                  <a:close/>
                </a:path>
              </a:pathLst>
            </a:custGeom>
            <a:solidFill>
              <a:srgbClr val="6C63FF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B94D3A07-01C2-19BA-9646-CA74EEB954F2}"/>
                </a:ext>
              </a:extLst>
            </p:cNvPr>
            <p:cNvSpPr/>
            <p:nvPr/>
          </p:nvSpPr>
          <p:spPr>
            <a:xfrm rot="361440">
              <a:off x="1579885" y="3326619"/>
              <a:ext cx="314066" cy="19621"/>
            </a:xfrm>
            <a:custGeom>
              <a:avLst/>
              <a:gdLst>
                <a:gd name="csX0" fmla="*/ 10063 w 314066"/>
                <a:gd name="csY0" fmla="*/ 68 h 19621"/>
                <a:gd name="csX1" fmla="*/ 304508 w 314066"/>
                <a:gd name="csY1" fmla="*/ 68 h 19621"/>
                <a:gd name="csX2" fmla="*/ 314318 w 314066"/>
                <a:gd name="csY2" fmla="*/ 9878 h 19621"/>
                <a:gd name="csX3" fmla="*/ 304508 w 314066"/>
                <a:gd name="csY3" fmla="*/ 19689 h 19621"/>
                <a:gd name="csX4" fmla="*/ 10063 w 314066"/>
                <a:gd name="csY4" fmla="*/ 19689 h 19621"/>
                <a:gd name="csX5" fmla="*/ 252 w 314066"/>
                <a:gd name="csY5" fmla="*/ 9878 h 19621"/>
                <a:gd name="csX6" fmla="*/ 10063 w 314066"/>
                <a:gd name="csY6" fmla="*/ 68 h 1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4066" h="19621">
                  <a:moveTo>
                    <a:pt x="10063" y="68"/>
                  </a:moveTo>
                  <a:lnTo>
                    <a:pt x="304508" y="68"/>
                  </a:lnTo>
                  <a:cubicBezTo>
                    <a:pt x="309926" y="68"/>
                    <a:pt x="314318" y="4460"/>
                    <a:pt x="314318" y="9878"/>
                  </a:cubicBezTo>
                  <a:cubicBezTo>
                    <a:pt x="314318" y="15297"/>
                    <a:pt x="309926" y="19689"/>
                    <a:pt x="304508" y="19689"/>
                  </a:cubicBezTo>
                  <a:lnTo>
                    <a:pt x="10063" y="19689"/>
                  </a:lnTo>
                  <a:cubicBezTo>
                    <a:pt x="4644" y="19689"/>
                    <a:pt x="252" y="15297"/>
                    <a:pt x="252" y="9878"/>
                  </a:cubicBezTo>
                  <a:cubicBezTo>
                    <a:pt x="252" y="4460"/>
                    <a:pt x="4644" y="68"/>
                    <a:pt x="10063" y="68"/>
                  </a:cubicBezTo>
                  <a:close/>
                </a:path>
              </a:pathLst>
            </a:custGeom>
            <a:solidFill>
              <a:srgbClr val="6C63FF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69" name="Graphic 5">
            <a:extLst>
              <a:ext uri="{FF2B5EF4-FFF2-40B4-BE49-F238E27FC236}">
                <a16:creationId xmlns:a16="http://schemas.microsoft.com/office/drawing/2014/main" id="{189619E3-70DD-2CEB-A8AD-5594EE199CCB}"/>
              </a:ext>
            </a:extLst>
          </p:cNvPr>
          <p:cNvGrpSpPr/>
          <p:nvPr/>
        </p:nvGrpSpPr>
        <p:grpSpPr>
          <a:xfrm>
            <a:off x="127000" y="2958598"/>
            <a:ext cx="470852" cy="467201"/>
            <a:chOff x="127000" y="2958598"/>
            <a:chExt cx="470852" cy="467201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E279AA5A-5B21-88B0-8D01-9CC56B354275}"/>
                </a:ext>
              </a:extLst>
            </p:cNvPr>
            <p:cNvSpPr/>
            <p:nvPr/>
          </p:nvSpPr>
          <p:spPr>
            <a:xfrm>
              <a:off x="127000" y="2958598"/>
              <a:ext cx="467201" cy="467201"/>
            </a:xfrm>
            <a:custGeom>
              <a:avLst/>
              <a:gdLst>
                <a:gd name="csX0" fmla="*/ 432594 w 467201"/>
                <a:gd name="csY0" fmla="*/ 4 h 467201"/>
                <a:gd name="csX1" fmla="*/ 467201 w 467201"/>
                <a:gd name="csY1" fmla="*/ 4 h 467201"/>
                <a:gd name="csX2" fmla="*/ 467201 w 467201"/>
                <a:gd name="csY2" fmla="*/ 467205 h 467201"/>
                <a:gd name="csX3" fmla="*/ 432594 w 467201"/>
                <a:gd name="csY3" fmla="*/ 467205 h 467201"/>
                <a:gd name="csX4" fmla="*/ 34607 w 467201"/>
                <a:gd name="csY4" fmla="*/ 467205 h 467201"/>
                <a:gd name="csX5" fmla="*/ 0 w 467201"/>
                <a:gd name="csY5" fmla="*/ 467205 h 467201"/>
                <a:gd name="csX6" fmla="*/ 0 w 467201"/>
                <a:gd name="csY6" fmla="*/ 4 h 467201"/>
                <a:gd name="csX7" fmla="*/ 34607 w 467201"/>
                <a:gd name="csY7" fmla="*/ 4 h 4672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67201" h="467201">
                  <a:moveTo>
                    <a:pt x="432594" y="4"/>
                  </a:moveTo>
                  <a:cubicBezTo>
                    <a:pt x="451707" y="4"/>
                    <a:pt x="467201" y="4"/>
                    <a:pt x="467201" y="4"/>
                  </a:cubicBezTo>
                  <a:lnTo>
                    <a:pt x="467201" y="467205"/>
                  </a:lnTo>
                  <a:cubicBezTo>
                    <a:pt x="467201" y="467205"/>
                    <a:pt x="451707" y="467205"/>
                    <a:pt x="432594" y="467205"/>
                  </a:cubicBezTo>
                  <a:lnTo>
                    <a:pt x="34607" y="467205"/>
                  </a:lnTo>
                  <a:cubicBezTo>
                    <a:pt x="15494" y="467205"/>
                    <a:pt x="0" y="467205"/>
                    <a:pt x="0" y="467205"/>
                  </a:cubicBezTo>
                  <a:lnTo>
                    <a:pt x="0" y="4"/>
                  </a:lnTo>
                  <a:cubicBezTo>
                    <a:pt x="0" y="4"/>
                    <a:pt x="15494" y="4"/>
                    <a:pt x="34607" y="4"/>
                  </a:cubicBezTo>
                  <a:close/>
                </a:path>
              </a:pathLst>
            </a:custGeom>
            <a:solidFill>
              <a:srgbClr val="F2F2F2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173464C2-602E-FD5E-D2DB-F51A165EDB96}"/>
                </a:ext>
              </a:extLst>
            </p:cNvPr>
            <p:cNvSpPr/>
            <p:nvPr/>
          </p:nvSpPr>
          <p:spPr>
            <a:xfrm>
              <a:off x="127000" y="2961032"/>
              <a:ext cx="470852" cy="464317"/>
            </a:xfrm>
            <a:custGeom>
              <a:avLst/>
              <a:gdLst>
                <a:gd name="csX0" fmla="*/ 19611 w 470852"/>
                <a:gd name="csY0" fmla="*/ 9810 h 464317"/>
                <a:gd name="csX1" fmla="*/ 9805 w 470852"/>
                <a:gd name="csY1" fmla="*/ 19615 h 464317"/>
                <a:gd name="csX2" fmla="*/ 9805 w 470852"/>
                <a:gd name="csY2" fmla="*/ 444711 h 464317"/>
                <a:gd name="csX3" fmla="*/ 19611 w 470852"/>
                <a:gd name="csY3" fmla="*/ 454516 h 464317"/>
                <a:gd name="csX4" fmla="*/ 451241 w 470852"/>
                <a:gd name="csY4" fmla="*/ 454516 h 464317"/>
                <a:gd name="csX5" fmla="*/ 461047 w 470852"/>
                <a:gd name="csY5" fmla="*/ 444711 h 464317"/>
                <a:gd name="csX6" fmla="*/ 461047 w 470852"/>
                <a:gd name="csY6" fmla="*/ 19615 h 464317"/>
                <a:gd name="csX7" fmla="*/ 451241 w 470852"/>
                <a:gd name="csY7" fmla="*/ 9810 h 464317"/>
                <a:gd name="csX8" fmla="*/ 19611 w 470852"/>
                <a:gd name="csY8" fmla="*/ 9810 h 464317"/>
                <a:gd name="csX9" fmla="*/ 19611 w 470852"/>
                <a:gd name="csY9" fmla="*/ 4 h 464317"/>
                <a:gd name="csX10" fmla="*/ 451241 w 470852"/>
                <a:gd name="csY10" fmla="*/ 4 h 464317"/>
                <a:gd name="csX11" fmla="*/ 470852 w 470852"/>
                <a:gd name="csY11" fmla="*/ 19615 h 464317"/>
                <a:gd name="csX12" fmla="*/ 470852 w 470852"/>
                <a:gd name="csY12" fmla="*/ 444711 h 464317"/>
                <a:gd name="csX13" fmla="*/ 451241 w 470852"/>
                <a:gd name="csY13" fmla="*/ 464322 h 464317"/>
                <a:gd name="csX14" fmla="*/ 19611 w 470852"/>
                <a:gd name="csY14" fmla="*/ 464322 h 464317"/>
                <a:gd name="csX15" fmla="*/ 0 w 470852"/>
                <a:gd name="csY15" fmla="*/ 444711 h 464317"/>
                <a:gd name="csX16" fmla="*/ 0 w 470852"/>
                <a:gd name="csY16" fmla="*/ 19615 h 464317"/>
                <a:gd name="csX17" fmla="*/ 19611 w 470852"/>
                <a:gd name="csY17" fmla="*/ 4 h 4643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70852" h="464317">
                  <a:moveTo>
                    <a:pt x="19611" y="9810"/>
                  </a:moveTo>
                  <a:cubicBezTo>
                    <a:pt x="14196" y="9810"/>
                    <a:pt x="9805" y="14200"/>
                    <a:pt x="9805" y="19615"/>
                  </a:cubicBezTo>
                  <a:lnTo>
                    <a:pt x="9805" y="444711"/>
                  </a:lnTo>
                  <a:cubicBezTo>
                    <a:pt x="9805" y="450126"/>
                    <a:pt x="14196" y="454516"/>
                    <a:pt x="19611" y="454516"/>
                  </a:cubicBezTo>
                  <a:lnTo>
                    <a:pt x="451241" y="454516"/>
                  </a:lnTo>
                  <a:cubicBezTo>
                    <a:pt x="456657" y="454516"/>
                    <a:pt x="461047" y="450126"/>
                    <a:pt x="461047" y="444711"/>
                  </a:cubicBezTo>
                  <a:lnTo>
                    <a:pt x="461047" y="19615"/>
                  </a:lnTo>
                  <a:cubicBezTo>
                    <a:pt x="461047" y="14200"/>
                    <a:pt x="456657" y="9810"/>
                    <a:pt x="451241" y="9810"/>
                  </a:cubicBezTo>
                  <a:lnTo>
                    <a:pt x="19611" y="9810"/>
                  </a:lnTo>
                  <a:moveTo>
                    <a:pt x="19611" y="4"/>
                  </a:moveTo>
                  <a:lnTo>
                    <a:pt x="451241" y="4"/>
                  </a:lnTo>
                  <a:cubicBezTo>
                    <a:pt x="462072" y="4"/>
                    <a:pt x="470852" y="8785"/>
                    <a:pt x="470852" y="19615"/>
                  </a:cubicBezTo>
                  <a:lnTo>
                    <a:pt x="470852" y="444711"/>
                  </a:lnTo>
                  <a:cubicBezTo>
                    <a:pt x="470852" y="455542"/>
                    <a:pt x="462072" y="464322"/>
                    <a:pt x="451241" y="464322"/>
                  </a:cubicBezTo>
                  <a:lnTo>
                    <a:pt x="19611" y="464322"/>
                  </a:lnTo>
                  <a:cubicBezTo>
                    <a:pt x="8780" y="464322"/>
                    <a:pt x="0" y="455542"/>
                    <a:pt x="0" y="444711"/>
                  </a:cubicBezTo>
                  <a:lnTo>
                    <a:pt x="0" y="19615"/>
                  </a:lnTo>
                  <a:cubicBezTo>
                    <a:pt x="0" y="8785"/>
                    <a:pt x="8780" y="4"/>
                    <a:pt x="19611" y="4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950E02B8-0F4B-A467-9C53-BDEE9ABF5183}"/>
                </a:ext>
              </a:extLst>
            </p:cNvPr>
            <p:cNvSpPr/>
            <p:nvPr/>
          </p:nvSpPr>
          <p:spPr>
            <a:xfrm>
              <a:off x="205478" y="3039505"/>
              <a:ext cx="313901" cy="19610"/>
            </a:xfrm>
            <a:custGeom>
              <a:avLst/>
              <a:gdLst>
                <a:gd name="csX0" fmla="*/ 9819 w 313901"/>
                <a:gd name="csY0" fmla="*/ 18 h 19610"/>
                <a:gd name="csX1" fmla="*/ 304110 w 313901"/>
                <a:gd name="csY1" fmla="*/ 18 h 19610"/>
                <a:gd name="csX2" fmla="*/ 313915 w 313901"/>
                <a:gd name="csY2" fmla="*/ 9824 h 19610"/>
                <a:gd name="csX3" fmla="*/ 304110 w 313901"/>
                <a:gd name="csY3" fmla="*/ 19629 h 19610"/>
                <a:gd name="csX4" fmla="*/ 9819 w 313901"/>
                <a:gd name="csY4" fmla="*/ 19629 h 19610"/>
                <a:gd name="csX5" fmla="*/ 14 w 313901"/>
                <a:gd name="csY5" fmla="*/ 9824 h 19610"/>
                <a:gd name="csX6" fmla="*/ 9819 w 313901"/>
                <a:gd name="csY6" fmla="*/ 18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819" y="18"/>
                  </a:moveTo>
                  <a:lnTo>
                    <a:pt x="304110" y="18"/>
                  </a:lnTo>
                  <a:cubicBezTo>
                    <a:pt x="309525" y="18"/>
                    <a:pt x="313915" y="4408"/>
                    <a:pt x="313915" y="9824"/>
                  </a:cubicBezTo>
                  <a:cubicBezTo>
                    <a:pt x="313915" y="15239"/>
                    <a:pt x="309525" y="19629"/>
                    <a:pt x="304110" y="19629"/>
                  </a:cubicBezTo>
                  <a:lnTo>
                    <a:pt x="9819" y="19629"/>
                  </a:lnTo>
                  <a:cubicBezTo>
                    <a:pt x="4404" y="19629"/>
                    <a:pt x="14" y="15239"/>
                    <a:pt x="14" y="9824"/>
                  </a:cubicBezTo>
                  <a:cubicBezTo>
                    <a:pt x="14" y="4408"/>
                    <a:pt x="4404" y="18"/>
                    <a:pt x="9819" y="18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7D6B4F6A-B711-3D80-BDB6-74BEAB3DC512}"/>
                </a:ext>
              </a:extLst>
            </p:cNvPr>
            <p:cNvSpPr/>
            <p:nvPr/>
          </p:nvSpPr>
          <p:spPr>
            <a:xfrm>
              <a:off x="205478" y="3111442"/>
              <a:ext cx="313901" cy="19610"/>
            </a:xfrm>
            <a:custGeom>
              <a:avLst/>
              <a:gdLst>
                <a:gd name="csX0" fmla="*/ 9819 w 313901"/>
                <a:gd name="csY0" fmla="*/ 31 h 19610"/>
                <a:gd name="csX1" fmla="*/ 304110 w 313901"/>
                <a:gd name="csY1" fmla="*/ 31 h 19610"/>
                <a:gd name="csX2" fmla="*/ 313915 w 313901"/>
                <a:gd name="csY2" fmla="*/ 9836 h 19610"/>
                <a:gd name="csX3" fmla="*/ 304110 w 313901"/>
                <a:gd name="csY3" fmla="*/ 19641 h 19610"/>
                <a:gd name="csX4" fmla="*/ 9819 w 313901"/>
                <a:gd name="csY4" fmla="*/ 19641 h 19610"/>
                <a:gd name="csX5" fmla="*/ 14 w 313901"/>
                <a:gd name="csY5" fmla="*/ 9836 h 19610"/>
                <a:gd name="csX6" fmla="*/ 9819 w 313901"/>
                <a:gd name="csY6" fmla="*/ 31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819" y="31"/>
                  </a:moveTo>
                  <a:lnTo>
                    <a:pt x="304110" y="31"/>
                  </a:lnTo>
                  <a:cubicBezTo>
                    <a:pt x="309525" y="31"/>
                    <a:pt x="313915" y="4421"/>
                    <a:pt x="313915" y="9836"/>
                  </a:cubicBezTo>
                  <a:cubicBezTo>
                    <a:pt x="313915" y="15251"/>
                    <a:pt x="309525" y="19641"/>
                    <a:pt x="304110" y="19641"/>
                  </a:cubicBezTo>
                  <a:lnTo>
                    <a:pt x="9819" y="19641"/>
                  </a:lnTo>
                  <a:cubicBezTo>
                    <a:pt x="4404" y="19641"/>
                    <a:pt x="14" y="15251"/>
                    <a:pt x="14" y="9836"/>
                  </a:cubicBezTo>
                  <a:cubicBezTo>
                    <a:pt x="14" y="4421"/>
                    <a:pt x="4404" y="31"/>
                    <a:pt x="9819" y="31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4B35FC0-CBE4-EE0F-36DD-3F6EBAE06CE8}"/>
                </a:ext>
              </a:extLst>
            </p:cNvPr>
            <p:cNvSpPr/>
            <p:nvPr/>
          </p:nvSpPr>
          <p:spPr>
            <a:xfrm>
              <a:off x="205478" y="3183379"/>
              <a:ext cx="313901" cy="19610"/>
            </a:xfrm>
            <a:custGeom>
              <a:avLst/>
              <a:gdLst>
                <a:gd name="csX0" fmla="*/ 9819 w 313901"/>
                <a:gd name="csY0" fmla="*/ 43 h 19610"/>
                <a:gd name="csX1" fmla="*/ 304110 w 313901"/>
                <a:gd name="csY1" fmla="*/ 43 h 19610"/>
                <a:gd name="csX2" fmla="*/ 313915 w 313901"/>
                <a:gd name="csY2" fmla="*/ 9848 h 19610"/>
                <a:gd name="csX3" fmla="*/ 304110 w 313901"/>
                <a:gd name="csY3" fmla="*/ 19654 h 19610"/>
                <a:gd name="csX4" fmla="*/ 9819 w 313901"/>
                <a:gd name="csY4" fmla="*/ 19654 h 19610"/>
                <a:gd name="csX5" fmla="*/ 14 w 313901"/>
                <a:gd name="csY5" fmla="*/ 9848 h 19610"/>
                <a:gd name="csX6" fmla="*/ 9819 w 313901"/>
                <a:gd name="csY6" fmla="*/ 43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819" y="43"/>
                  </a:moveTo>
                  <a:lnTo>
                    <a:pt x="304110" y="43"/>
                  </a:lnTo>
                  <a:cubicBezTo>
                    <a:pt x="309525" y="43"/>
                    <a:pt x="313915" y="4433"/>
                    <a:pt x="313915" y="9848"/>
                  </a:cubicBezTo>
                  <a:cubicBezTo>
                    <a:pt x="313915" y="15264"/>
                    <a:pt x="309525" y="19654"/>
                    <a:pt x="304110" y="19654"/>
                  </a:cubicBezTo>
                  <a:lnTo>
                    <a:pt x="9819" y="19654"/>
                  </a:lnTo>
                  <a:cubicBezTo>
                    <a:pt x="4404" y="19654"/>
                    <a:pt x="14" y="15264"/>
                    <a:pt x="14" y="9848"/>
                  </a:cubicBezTo>
                  <a:cubicBezTo>
                    <a:pt x="14" y="4433"/>
                    <a:pt x="4404" y="43"/>
                    <a:pt x="9819" y="43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65A9F978-08F2-C03C-3057-B64553576626}"/>
                </a:ext>
              </a:extLst>
            </p:cNvPr>
            <p:cNvSpPr/>
            <p:nvPr/>
          </p:nvSpPr>
          <p:spPr>
            <a:xfrm>
              <a:off x="205478" y="3255317"/>
              <a:ext cx="313901" cy="19610"/>
            </a:xfrm>
            <a:custGeom>
              <a:avLst/>
              <a:gdLst>
                <a:gd name="csX0" fmla="*/ 9819 w 313901"/>
                <a:gd name="csY0" fmla="*/ 56 h 19610"/>
                <a:gd name="csX1" fmla="*/ 304110 w 313901"/>
                <a:gd name="csY1" fmla="*/ 56 h 19610"/>
                <a:gd name="csX2" fmla="*/ 313915 w 313901"/>
                <a:gd name="csY2" fmla="*/ 9861 h 19610"/>
                <a:gd name="csX3" fmla="*/ 304110 w 313901"/>
                <a:gd name="csY3" fmla="*/ 19666 h 19610"/>
                <a:gd name="csX4" fmla="*/ 9819 w 313901"/>
                <a:gd name="csY4" fmla="*/ 19666 h 19610"/>
                <a:gd name="csX5" fmla="*/ 14 w 313901"/>
                <a:gd name="csY5" fmla="*/ 9861 h 19610"/>
                <a:gd name="csX6" fmla="*/ 9819 w 313901"/>
                <a:gd name="csY6" fmla="*/ 56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819" y="56"/>
                  </a:moveTo>
                  <a:lnTo>
                    <a:pt x="304110" y="56"/>
                  </a:lnTo>
                  <a:cubicBezTo>
                    <a:pt x="309525" y="56"/>
                    <a:pt x="313915" y="4446"/>
                    <a:pt x="313915" y="9861"/>
                  </a:cubicBezTo>
                  <a:cubicBezTo>
                    <a:pt x="313915" y="15276"/>
                    <a:pt x="309525" y="19666"/>
                    <a:pt x="304110" y="19666"/>
                  </a:cubicBezTo>
                  <a:lnTo>
                    <a:pt x="9819" y="19666"/>
                  </a:lnTo>
                  <a:cubicBezTo>
                    <a:pt x="4404" y="19666"/>
                    <a:pt x="14" y="15276"/>
                    <a:pt x="14" y="9861"/>
                  </a:cubicBezTo>
                  <a:cubicBezTo>
                    <a:pt x="14" y="4446"/>
                    <a:pt x="4404" y="56"/>
                    <a:pt x="9819" y="56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71EF665E-1E2F-2A73-0F73-4D8F44FAA161}"/>
                </a:ext>
              </a:extLst>
            </p:cNvPr>
            <p:cNvSpPr/>
            <p:nvPr/>
          </p:nvSpPr>
          <p:spPr>
            <a:xfrm>
              <a:off x="205478" y="3327254"/>
              <a:ext cx="313901" cy="19610"/>
            </a:xfrm>
            <a:custGeom>
              <a:avLst/>
              <a:gdLst>
                <a:gd name="csX0" fmla="*/ 9819 w 313901"/>
                <a:gd name="csY0" fmla="*/ 68 h 19610"/>
                <a:gd name="csX1" fmla="*/ 304110 w 313901"/>
                <a:gd name="csY1" fmla="*/ 68 h 19610"/>
                <a:gd name="csX2" fmla="*/ 313915 w 313901"/>
                <a:gd name="csY2" fmla="*/ 9873 h 19610"/>
                <a:gd name="csX3" fmla="*/ 304110 w 313901"/>
                <a:gd name="csY3" fmla="*/ 19679 h 19610"/>
                <a:gd name="csX4" fmla="*/ 9819 w 313901"/>
                <a:gd name="csY4" fmla="*/ 19679 h 19610"/>
                <a:gd name="csX5" fmla="*/ 14 w 313901"/>
                <a:gd name="csY5" fmla="*/ 9873 h 19610"/>
                <a:gd name="csX6" fmla="*/ 9819 w 313901"/>
                <a:gd name="csY6" fmla="*/ 68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819" y="68"/>
                  </a:moveTo>
                  <a:lnTo>
                    <a:pt x="304110" y="68"/>
                  </a:lnTo>
                  <a:cubicBezTo>
                    <a:pt x="309525" y="68"/>
                    <a:pt x="313915" y="4458"/>
                    <a:pt x="313915" y="9873"/>
                  </a:cubicBezTo>
                  <a:cubicBezTo>
                    <a:pt x="313915" y="15289"/>
                    <a:pt x="309525" y="19679"/>
                    <a:pt x="304110" y="19679"/>
                  </a:cubicBezTo>
                  <a:lnTo>
                    <a:pt x="9819" y="19679"/>
                  </a:lnTo>
                  <a:cubicBezTo>
                    <a:pt x="4404" y="19679"/>
                    <a:pt x="14" y="15289"/>
                    <a:pt x="14" y="9873"/>
                  </a:cubicBezTo>
                  <a:cubicBezTo>
                    <a:pt x="14" y="4458"/>
                    <a:pt x="4404" y="68"/>
                    <a:pt x="9819" y="68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92B6451-2399-6E7D-FA92-48F7B3D47FF1}"/>
              </a:ext>
            </a:extLst>
          </p:cNvPr>
          <p:cNvSpPr/>
          <p:nvPr/>
        </p:nvSpPr>
        <p:spPr>
          <a:xfrm>
            <a:off x="6096000" y="1422400"/>
            <a:ext cx="5740399" cy="5385555"/>
          </a:xfrm>
          <a:prstGeom prst="roundRect">
            <a:avLst>
              <a:gd name="adj" fmla="val 393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sz="14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477EA4-A01A-12C5-BC75-CDF70E84C67F}"/>
              </a:ext>
            </a:extLst>
          </p:cNvPr>
          <p:cNvSpPr txBox="1"/>
          <p:nvPr/>
        </p:nvSpPr>
        <p:spPr>
          <a:xfrm>
            <a:off x="7435874" y="1556263"/>
            <a:ext cx="2793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paradox of two zero’s</a:t>
            </a:r>
            <a:endParaRPr lang="el-GR" b="1" dirty="0"/>
          </a:p>
        </p:txBody>
      </p:sp>
      <p:graphicFrame>
        <p:nvGraphicFramePr>
          <p:cNvPr id="79" name="Table 78">
            <a:extLst>
              <a:ext uri="{FF2B5EF4-FFF2-40B4-BE49-F238E27FC236}">
                <a16:creationId xmlns:a16="http://schemas.microsoft.com/office/drawing/2014/main" id="{226C2D1E-7105-8D0C-96E5-060233A609AE}"/>
              </a:ext>
            </a:extLst>
          </p:cNvPr>
          <p:cNvGraphicFramePr>
            <a:graphicFrameLocks noGrp="1"/>
          </p:cNvGraphicFramePr>
          <p:nvPr/>
        </p:nvGraphicFramePr>
        <p:xfrm>
          <a:off x="6343259" y="2001511"/>
          <a:ext cx="2198872" cy="222504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198872">
                  <a:extLst>
                    <a:ext uri="{9D8B030D-6E8A-4147-A177-3AD203B41FA5}">
                      <a16:colId xmlns:a16="http://schemas.microsoft.com/office/drawing/2014/main" val="3147164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Open_acc_6m</a:t>
                      </a:r>
                      <a:endParaRPr lang="el-G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772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543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052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387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NaN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765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855439"/>
                  </a:ext>
                </a:extLst>
              </a:tr>
            </a:tbl>
          </a:graphicData>
        </a:graphic>
      </p:graphicFrame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EF7E09C4-D393-7719-AD3D-FAB33916361B}"/>
              </a:ext>
            </a:extLst>
          </p:cNvPr>
          <p:cNvCxnSpPr/>
          <p:nvPr/>
        </p:nvCxnSpPr>
        <p:spPr>
          <a:xfrm>
            <a:off x="8680450" y="3114031"/>
            <a:ext cx="5524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aphicFrame>
        <p:nvGraphicFramePr>
          <p:cNvPr id="84" name="Table 83">
            <a:extLst>
              <a:ext uri="{FF2B5EF4-FFF2-40B4-BE49-F238E27FC236}">
                <a16:creationId xmlns:a16="http://schemas.microsoft.com/office/drawing/2014/main" id="{52ED1157-300E-7129-3CDB-4A159E22A6DA}"/>
              </a:ext>
            </a:extLst>
          </p:cNvPr>
          <p:cNvGraphicFramePr>
            <a:graphicFrameLocks noGrp="1"/>
          </p:cNvGraphicFramePr>
          <p:nvPr/>
        </p:nvGraphicFramePr>
        <p:xfrm>
          <a:off x="9406929" y="2006591"/>
          <a:ext cx="2198872" cy="2213601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198872">
                  <a:extLst>
                    <a:ext uri="{9D8B030D-6E8A-4147-A177-3AD203B41FA5}">
                      <a16:colId xmlns:a16="http://schemas.microsoft.com/office/drawing/2014/main" val="314716406"/>
                    </a:ext>
                  </a:extLst>
                </a:gridCol>
              </a:tblGrid>
              <a:tr h="359401">
                <a:tc>
                  <a:txBody>
                    <a:bodyPr/>
                    <a:lstStyle/>
                    <a:p>
                      <a:r>
                        <a:rPr lang="en-US" sz="1400" dirty="0"/>
                        <a:t>Open_acc_6m</a:t>
                      </a:r>
                      <a:endParaRPr lang="el-G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772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543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052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387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765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855439"/>
                  </a:ext>
                </a:extLst>
              </a:tr>
            </a:tbl>
          </a:graphicData>
        </a:graphic>
      </p:graphicFrame>
      <p:graphicFrame>
        <p:nvGraphicFramePr>
          <p:cNvPr id="85" name="Table 84">
            <a:extLst>
              <a:ext uri="{FF2B5EF4-FFF2-40B4-BE49-F238E27FC236}">
                <a16:creationId xmlns:a16="http://schemas.microsoft.com/office/drawing/2014/main" id="{0B436516-ED56-C256-10B3-488D5C12FC55}"/>
              </a:ext>
            </a:extLst>
          </p:cNvPr>
          <p:cNvGraphicFramePr>
            <a:graphicFrameLocks noGrp="1"/>
          </p:cNvGraphicFramePr>
          <p:nvPr/>
        </p:nvGraphicFramePr>
        <p:xfrm>
          <a:off x="6363583" y="4380303"/>
          <a:ext cx="2198872" cy="222504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198872">
                  <a:extLst>
                    <a:ext uri="{9D8B030D-6E8A-4147-A177-3AD203B41FA5}">
                      <a16:colId xmlns:a16="http://schemas.microsoft.com/office/drawing/2014/main" val="3147164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mths_since_last_delinq</a:t>
                      </a:r>
                      <a:endParaRPr lang="el-G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772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543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  <a:endParaRPr lang="el-G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052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387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NaN</a:t>
                      </a:r>
                      <a:endParaRPr lang="el-G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765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855439"/>
                  </a:ext>
                </a:extLst>
              </a:tr>
            </a:tbl>
          </a:graphicData>
        </a:graphic>
      </p:graphicFrame>
      <p:graphicFrame>
        <p:nvGraphicFramePr>
          <p:cNvPr id="86" name="Table 85">
            <a:extLst>
              <a:ext uri="{FF2B5EF4-FFF2-40B4-BE49-F238E27FC236}">
                <a16:creationId xmlns:a16="http://schemas.microsoft.com/office/drawing/2014/main" id="{3E7D9946-19D5-BBFE-7C1E-6CC2CF1AED7F}"/>
              </a:ext>
            </a:extLst>
          </p:cNvPr>
          <p:cNvGraphicFramePr>
            <a:graphicFrameLocks noGrp="1"/>
          </p:cNvGraphicFramePr>
          <p:nvPr/>
        </p:nvGraphicFramePr>
        <p:xfrm>
          <a:off x="13352407" y="4380303"/>
          <a:ext cx="2198872" cy="222504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198872">
                  <a:extLst>
                    <a:ext uri="{9D8B030D-6E8A-4147-A177-3AD203B41FA5}">
                      <a16:colId xmlns:a16="http://schemas.microsoft.com/office/drawing/2014/main" val="3147164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mths_since_last_delinq</a:t>
                      </a:r>
                      <a:endParaRPr lang="el-G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772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543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052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387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765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855439"/>
                  </a:ext>
                </a:extLst>
              </a:tr>
            </a:tbl>
          </a:graphicData>
        </a:graphic>
      </p:graphicFrame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4320EAEF-CC38-4673-1348-911FB47DA509}"/>
              </a:ext>
            </a:extLst>
          </p:cNvPr>
          <p:cNvCxnSpPr/>
          <p:nvPr/>
        </p:nvCxnSpPr>
        <p:spPr>
          <a:xfrm>
            <a:off x="8686800" y="5514331"/>
            <a:ext cx="5524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35A916D-4AEC-12FF-271F-3B12FE68EF09}"/>
              </a:ext>
            </a:extLst>
          </p:cNvPr>
          <p:cNvGraphicFramePr>
            <a:graphicFrameLocks noGrp="1"/>
          </p:cNvGraphicFramePr>
          <p:nvPr/>
        </p:nvGraphicFramePr>
        <p:xfrm>
          <a:off x="9369257" y="4387796"/>
          <a:ext cx="2301198" cy="2217545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174962">
                  <a:extLst>
                    <a:ext uri="{9D8B030D-6E8A-4147-A177-3AD203B41FA5}">
                      <a16:colId xmlns:a16="http://schemas.microsoft.com/office/drawing/2014/main" val="174905062"/>
                    </a:ext>
                  </a:extLst>
                </a:gridCol>
                <a:gridCol w="1126236">
                  <a:extLst>
                    <a:ext uri="{9D8B030D-6E8A-4147-A177-3AD203B41FA5}">
                      <a16:colId xmlns:a16="http://schemas.microsoft.com/office/drawing/2014/main" val="3989096877"/>
                    </a:ext>
                  </a:extLst>
                </a:gridCol>
              </a:tblGrid>
              <a:tr h="331995">
                <a:tc>
                  <a:txBody>
                    <a:bodyPr/>
                    <a:lstStyle/>
                    <a:p>
                      <a:r>
                        <a:rPr lang="en-US" sz="1400" dirty="0" err="1"/>
                        <a:t>mths_since</a:t>
                      </a:r>
                      <a:endParaRPr lang="el-G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was_NaN</a:t>
                      </a:r>
                      <a:endParaRPr lang="el-G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364784"/>
                  </a:ext>
                </a:extLst>
              </a:tr>
              <a:tr h="37711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7386730"/>
                  </a:ext>
                </a:extLst>
              </a:tr>
              <a:tr h="377110"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  <a:endParaRPr lang="el-G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  <a:endParaRPr lang="el-G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190415"/>
                  </a:ext>
                </a:extLst>
              </a:tr>
              <a:tr h="37711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4641444"/>
                  </a:ext>
                </a:extLst>
              </a:tr>
              <a:tr h="377110"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  <a:endParaRPr lang="el-G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  <a:endParaRPr lang="el-G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283666"/>
                  </a:ext>
                </a:extLst>
              </a:tr>
              <a:tr h="37711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163990"/>
                  </a:ext>
                </a:extLst>
              </a:tr>
            </a:tbl>
          </a:graphicData>
        </a:graphic>
      </p:graphicFrame>
      <p:sp>
        <p:nvSpPr>
          <p:cNvPr id="30" name="Rectangle 29">
            <a:extLst>
              <a:ext uri="{FF2B5EF4-FFF2-40B4-BE49-F238E27FC236}">
                <a16:creationId xmlns:a16="http://schemas.microsoft.com/office/drawing/2014/main" id="{4077435F-445F-BCD4-67F9-8151F5F97BB7}"/>
              </a:ext>
            </a:extLst>
          </p:cNvPr>
          <p:cNvSpPr/>
          <p:nvPr/>
        </p:nvSpPr>
        <p:spPr>
          <a:xfrm>
            <a:off x="-772311" y="-358740"/>
            <a:ext cx="13910734" cy="7992534"/>
          </a:xfrm>
          <a:prstGeom prst="rect">
            <a:avLst/>
          </a:prstGeom>
          <a:solidFill>
            <a:srgbClr val="000000">
              <a:alpha val="7607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DF4F118C-98C8-044D-AAF3-34A68BB906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8800" y="431800"/>
            <a:ext cx="5994400" cy="599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862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449A8-4169-1694-BB69-2823DB0AC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E135A8-A50C-2D67-4489-4409B91B442E}"/>
              </a:ext>
            </a:extLst>
          </p:cNvPr>
          <p:cNvSpPr txBox="1"/>
          <p:nvPr/>
        </p:nvSpPr>
        <p:spPr>
          <a:xfrm>
            <a:off x="278495" y="199029"/>
            <a:ext cx="11809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Data pre-processing techniques</a:t>
            </a:r>
            <a:endParaRPr lang="el-GR" sz="3600" dirty="0"/>
          </a:p>
        </p:txBody>
      </p:sp>
      <p:grpSp>
        <p:nvGrpSpPr>
          <p:cNvPr id="9" name="Graphic 5">
            <a:extLst>
              <a:ext uri="{FF2B5EF4-FFF2-40B4-BE49-F238E27FC236}">
                <a16:creationId xmlns:a16="http://schemas.microsoft.com/office/drawing/2014/main" id="{543D90DE-B262-8905-8B53-CC57F60A3F8F}"/>
              </a:ext>
            </a:extLst>
          </p:cNvPr>
          <p:cNvGrpSpPr/>
          <p:nvPr/>
        </p:nvGrpSpPr>
        <p:grpSpPr>
          <a:xfrm>
            <a:off x="1514524" y="4311774"/>
            <a:ext cx="3226831" cy="2496181"/>
            <a:chOff x="1514524" y="4311774"/>
            <a:chExt cx="3226831" cy="2496181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D094E06-B820-0386-D038-B9AFFA03DB05}"/>
                </a:ext>
              </a:extLst>
            </p:cNvPr>
            <p:cNvSpPr/>
            <p:nvPr/>
          </p:nvSpPr>
          <p:spPr>
            <a:xfrm>
              <a:off x="2039075" y="6795266"/>
              <a:ext cx="2169613" cy="12689"/>
            </a:xfrm>
            <a:custGeom>
              <a:avLst/>
              <a:gdLst>
                <a:gd name="csX0" fmla="*/ 316 w 2169613"/>
                <a:gd name="csY0" fmla="*/ 6527 h 12689"/>
                <a:gd name="csX1" fmla="*/ 4648 w 2169613"/>
                <a:gd name="csY1" fmla="*/ 12871 h 12689"/>
                <a:gd name="csX2" fmla="*/ 2165598 w 2169613"/>
                <a:gd name="csY2" fmla="*/ 12871 h 12689"/>
                <a:gd name="csX3" fmla="*/ 2169930 w 2169613"/>
                <a:gd name="csY3" fmla="*/ 6527 h 12689"/>
                <a:gd name="csX4" fmla="*/ 2165598 w 2169613"/>
                <a:gd name="csY4" fmla="*/ 182 h 12689"/>
                <a:gd name="csX5" fmla="*/ 4648 w 2169613"/>
                <a:gd name="csY5" fmla="*/ 182 h 12689"/>
                <a:gd name="csX6" fmla="*/ 316 w 2169613"/>
                <a:gd name="csY6" fmla="*/ 6527 h 126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169613" h="12689">
                  <a:moveTo>
                    <a:pt x="316" y="6527"/>
                  </a:moveTo>
                  <a:cubicBezTo>
                    <a:pt x="316" y="10051"/>
                    <a:pt x="2249" y="12871"/>
                    <a:pt x="4648" y="12871"/>
                  </a:cubicBezTo>
                  <a:lnTo>
                    <a:pt x="2165598" y="12871"/>
                  </a:lnTo>
                  <a:cubicBezTo>
                    <a:pt x="2168021" y="12871"/>
                    <a:pt x="2169930" y="10045"/>
                    <a:pt x="2169930" y="6527"/>
                  </a:cubicBezTo>
                  <a:cubicBezTo>
                    <a:pt x="2169930" y="3008"/>
                    <a:pt x="2167997" y="182"/>
                    <a:pt x="2165598" y="182"/>
                  </a:cubicBezTo>
                  <a:lnTo>
                    <a:pt x="4648" y="182"/>
                  </a:lnTo>
                  <a:cubicBezTo>
                    <a:pt x="2249" y="182"/>
                    <a:pt x="316" y="3008"/>
                    <a:pt x="316" y="6527"/>
                  </a:cubicBezTo>
                  <a:close/>
                </a:path>
              </a:pathLst>
            </a:custGeom>
            <a:solidFill>
              <a:srgbClr val="CCCCCC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4C94083-46E4-33B5-7ED1-B0031BF19553}"/>
                </a:ext>
              </a:extLst>
            </p:cNvPr>
            <p:cNvSpPr/>
            <p:nvPr/>
          </p:nvSpPr>
          <p:spPr>
            <a:xfrm>
              <a:off x="2746891" y="6780673"/>
              <a:ext cx="77151" cy="13612"/>
            </a:xfrm>
            <a:custGeom>
              <a:avLst/>
              <a:gdLst>
                <a:gd name="csX0" fmla="*/ 454 w 77151"/>
                <a:gd name="csY0" fmla="*/ 667 h 13612"/>
                <a:gd name="csX1" fmla="*/ 77606 w 77151"/>
                <a:gd name="csY1" fmla="*/ 667 h 13612"/>
                <a:gd name="csX2" fmla="*/ 77606 w 77151"/>
                <a:gd name="csY2" fmla="*/ 14279 h 13612"/>
                <a:gd name="csX3" fmla="*/ 454 w 77151"/>
                <a:gd name="csY3" fmla="*/ 14279 h 13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7151" h="13612">
                  <a:moveTo>
                    <a:pt x="454" y="667"/>
                  </a:moveTo>
                  <a:lnTo>
                    <a:pt x="77606" y="667"/>
                  </a:lnTo>
                  <a:lnTo>
                    <a:pt x="77606" y="14279"/>
                  </a:lnTo>
                  <a:lnTo>
                    <a:pt x="454" y="14279"/>
                  </a:lnTo>
                  <a:close/>
                </a:path>
              </a:pathLst>
            </a:custGeom>
            <a:solidFill>
              <a:srgbClr val="B6B3C5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36256A3-BAEC-A496-1ABC-B1072B7FA11E}"/>
                </a:ext>
              </a:extLst>
            </p:cNvPr>
            <p:cNvSpPr/>
            <p:nvPr/>
          </p:nvSpPr>
          <p:spPr>
            <a:xfrm>
              <a:off x="3429916" y="6782946"/>
              <a:ext cx="77151" cy="13612"/>
            </a:xfrm>
            <a:custGeom>
              <a:avLst/>
              <a:gdLst>
                <a:gd name="csX0" fmla="*/ 573 w 77151"/>
                <a:gd name="csY0" fmla="*/ 667 h 13612"/>
                <a:gd name="csX1" fmla="*/ 77724 w 77151"/>
                <a:gd name="csY1" fmla="*/ 667 h 13612"/>
                <a:gd name="csX2" fmla="*/ 77724 w 77151"/>
                <a:gd name="csY2" fmla="*/ 14279 h 13612"/>
                <a:gd name="csX3" fmla="*/ 573 w 77151"/>
                <a:gd name="csY3" fmla="*/ 14279 h 13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7151" h="13612">
                  <a:moveTo>
                    <a:pt x="573" y="667"/>
                  </a:moveTo>
                  <a:lnTo>
                    <a:pt x="77724" y="667"/>
                  </a:lnTo>
                  <a:lnTo>
                    <a:pt x="77724" y="14279"/>
                  </a:lnTo>
                  <a:lnTo>
                    <a:pt x="573" y="14279"/>
                  </a:lnTo>
                  <a:close/>
                </a:path>
              </a:pathLst>
            </a:custGeom>
            <a:solidFill>
              <a:srgbClr val="B6B3C5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C9ADBB9-B315-FA51-9082-62C24ABFA889}"/>
                </a:ext>
              </a:extLst>
            </p:cNvPr>
            <p:cNvSpPr/>
            <p:nvPr/>
          </p:nvSpPr>
          <p:spPr>
            <a:xfrm>
              <a:off x="2737622" y="6174788"/>
              <a:ext cx="780623" cy="608146"/>
            </a:xfrm>
            <a:custGeom>
              <a:avLst/>
              <a:gdLst>
                <a:gd name="csX0" fmla="*/ 500215 w 780623"/>
                <a:gd name="csY0" fmla="*/ 191 h 608146"/>
                <a:gd name="csX1" fmla="*/ 372418 w 780623"/>
                <a:gd name="csY1" fmla="*/ 91765 h 608146"/>
                <a:gd name="csX2" fmla="*/ 280844 w 780623"/>
                <a:gd name="csY2" fmla="*/ 191 h 608146"/>
                <a:gd name="csX3" fmla="*/ 223 w 780623"/>
                <a:gd name="csY3" fmla="*/ 191 h 608146"/>
                <a:gd name="csX4" fmla="*/ 223 w 780623"/>
                <a:gd name="csY4" fmla="*/ 608337 h 608146"/>
                <a:gd name="csX5" fmla="*/ 780847 w 780623"/>
                <a:gd name="csY5" fmla="*/ 608337 h 608146"/>
                <a:gd name="csX6" fmla="*/ 780847 w 780623"/>
                <a:gd name="csY6" fmla="*/ 191 h 608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80623" h="608146">
                  <a:moveTo>
                    <a:pt x="500215" y="191"/>
                  </a:moveTo>
                  <a:cubicBezTo>
                    <a:pt x="490213" y="60768"/>
                    <a:pt x="432996" y="101768"/>
                    <a:pt x="372418" y="91765"/>
                  </a:cubicBezTo>
                  <a:cubicBezTo>
                    <a:pt x="325430" y="84006"/>
                    <a:pt x="288603" y="47179"/>
                    <a:pt x="280844" y="191"/>
                  </a:cubicBezTo>
                  <a:lnTo>
                    <a:pt x="223" y="191"/>
                  </a:lnTo>
                  <a:lnTo>
                    <a:pt x="223" y="608337"/>
                  </a:lnTo>
                  <a:lnTo>
                    <a:pt x="780847" y="608337"/>
                  </a:lnTo>
                  <a:lnTo>
                    <a:pt x="780847" y="191"/>
                  </a:lnTo>
                  <a:close/>
                </a:path>
              </a:pathLst>
            </a:custGeom>
            <a:solidFill>
              <a:srgbClr val="D6D6E3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2817ADD-60BE-398A-BBCD-26B6B390D571}"/>
                </a:ext>
              </a:extLst>
            </p:cNvPr>
            <p:cNvSpPr/>
            <p:nvPr/>
          </p:nvSpPr>
          <p:spPr>
            <a:xfrm>
              <a:off x="2739894" y="6734755"/>
              <a:ext cx="780606" cy="21168"/>
            </a:xfrm>
            <a:custGeom>
              <a:avLst/>
              <a:gdLst>
                <a:gd name="csX0" fmla="*/ 453 w 780606"/>
                <a:gd name="csY0" fmla="*/ 659 h 21168"/>
                <a:gd name="csX1" fmla="*/ 781060 w 780606"/>
                <a:gd name="csY1" fmla="*/ 659 h 21168"/>
                <a:gd name="csX2" fmla="*/ 781060 w 780606"/>
                <a:gd name="csY2" fmla="*/ 21827 h 21168"/>
                <a:gd name="csX3" fmla="*/ 453 w 780606"/>
                <a:gd name="csY3" fmla="*/ 21827 h 211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80606" h="21168">
                  <a:moveTo>
                    <a:pt x="453" y="659"/>
                  </a:moveTo>
                  <a:lnTo>
                    <a:pt x="781060" y="659"/>
                  </a:lnTo>
                  <a:lnTo>
                    <a:pt x="781060" y="21827"/>
                  </a:lnTo>
                  <a:lnTo>
                    <a:pt x="453" y="21827"/>
                  </a:lnTo>
                  <a:close/>
                </a:path>
              </a:pathLst>
            </a:custGeom>
            <a:solidFill>
              <a:srgbClr val="090814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60DFBA-0C71-5D2A-BCB0-18A5616362C6}"/>
                </a:ext>
              </a:extLst>
            </p:cNvPr>
            <p:cNvSpPr/>
            <p:nvPr/>
          </p:nvSpPr>
          <p:spPr>
            <a:xfrm>
              <a:off x="1514524" y="4311774"/>
              <a:ext cx="3226831" cy="1878910"/>
            </a:xfrm>
            <a:custGeom>
              <a:avLst/>
              <a:gdLst>
                <a:gd name="csX0" fmla="*/ 3183554 w 3226831"/>
                <a:gd name="csY0" fmla="*/ 1879121 h 1878910"/>
                <a:gd name="csX1" fmla="*/ 43759 w 3226831"/>
                <a:gd name="csY1" fmla="*/ 1879121 h 1878910"/>
                <a:gd name="csX2" fmla="*/ 241 w 3226831"/>
                <a:gd name="csY2" fmla="*/ 1835608 h 1878910"/>
                <a:gd name="csX3" fmla="*/ 241 w 3226831"/>
                <a:gd name="csY3" fmla="*/ 43741 h 1878910"/>
                <a:gd name="csX4" fmla="*/ 43759 w 3226831"/>
                <a:gd name="csY4" fmla="*/ 217 h 1878910"/>
                <a:gd name="csX5" fmla="*/ 3183554 w 3226831"/>
                <a:gd name="csY5" fmla="*/ 217 h 1878910"/>
                <a:gd name="csX6" fmla="*/ 3227073 w 3226831"/>
                <a:gd name="csY6" fmla="*/ 43736 h 1878910"/>
                <a:gd name="csX7" fmla="*/ 3227073 w 3226831"/>
                <a:gd name="csY7" fmla="*/ 1835608 h 1878910"/>
                <a:gd name="csX8" fmla="*/ 3183554 w 3226831"/>
                <a:gd name="csY8" fmla="*/ 1879127 h 18789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226831" h="1878910">
                  <a:moveTo>
                    <a:pt x="3183554" y="1879121"/>
                  </a:moveTo>
                  <a:lnTo>
                    <a:pt x="43759" y="1879121"/>
                  </a:lnTo>
                  <a:cubicBezTo>
                    <a:pt x="19737" y="1879096"/>
                    <a:pt x="269" y="1859630"/>
                    <a:pt x="241" y="1835608"/>
                  </a:cubicBezTo>
                  <a:lnTo>
                    <a:pt x="241" y="43741"/>
                  </a:lnTo>
                  <a:cubicBezTo>
                    <a:pt x="263" y="19715"/>
                    <a:pt x="19733" y="242"/>
                    <a:pt x="43759" y="217"/>
                  </a:cubicBezTo>
                  <a:lnTo>
                    <a:pt x="3183554" y="217"/>
                  </a:lnTo>
                  <a:cubicBezTo>
                    <a:pt x="3207577" y="245"/>
                    <a:pt x="3227044" y="19713"/>
                    <a:pt x="3227073" y="43736"/>
                  </a:cubicBezTo>
                  <a:lnTo>
                    <a:pt x="3227073" y="1835608"/>
                  </a:lnTo>
                  <a:cubicBezTo>
                    <a:pt x="3227044" y="1859631"/>
                    <a:pt x="3207577" y="1879099"/>
                    <a:pt x="3183554" y="1879127"/>
                  </a:cubicBezTo>
                  <a:close/>
                </a:path>
              </a:pathLst>
            </a:custGeom>
            <a:solidFill>
              <a:srgbClr val="090814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E261C3-589A-0487-E59A-7F5EA34337B0}"/>
                </a:ext>
              </a:extLst>
            </p:cNvPr>
            <p:cNvSpPr/>
            <p:nvPr/>
          </p:nvSpPr>
          <p:spPr>
            <a:xfrm>
              <a:off x="1579557" y="4380303"/>
              <a:ext cx="3072505" cy="1733674"/>
            </a:xfrm>
            <a:custGeom>
              <a:avLst/>
              <a:gdLst>
                <a:gd name="csX0" fmla="*/ 252 w 3072505"/>
                <a:gd name="csY0" fmla="*/ 251 h 1733674"/>
                <a:gd name="csX1" fmla="*/ 3072758 w 3072505"/>
                <a:gd name="csY1" fmla="*/ 251 h 1733674"/>
                <a:gd name="csX2" fmla="*/ 3072758 w 3072505"/>
                <a:gd name="csY2" fmla="*/ 1733925 h 1733674"/>
                <a:gd name="csX3" fmla="*/ 252 w 3072505"/>
                <a:gd name="csY3" fmla="*/ 1733925 h 17336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072505" h="1733674">
                  <a:moveTo>
                    <a:pt x="252" y="251"/>
                  </a:moveTo>
                  <a:lnTo>
                    <a:pt x="3072758" y="251"/>
                  </a:lnTo>
                  <a:lnTo>
                    <a:pt x="3072758" y="1733925"/>
                  </a:lnTo>
                  <a:lnTo>
                    <a:pt x="252" y="1733925"/>
                  </a:ln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11DB85A-47B1-24D4-7827-95CEFAD153FF}"/>
                </a:ext>
              </a:extLst>
            </p:cNvPr>
            <p:cNvSpPr/>
            <p:nvPr/>
          </p:nvSpPr>
          <p:spPr>
            <a:xfrm>
              <a:off x="1640080" y="4414645"/>
              <a:ext cx="2975725" cy="1669171"/>
            </a:xfrm>
            <a:custGeom>
              <a:avLst/>
              <a:gdLst>
                <a:gd name="csX0" fmla="*/ 24488 w 2975725"/>
                <a:gd name="csY0" fmla="*/ 257 h 1669171"/>
                <a:gd name="csX1" fmla="*/ 2951763 w 2975725"/>
                <a:gd name="csY1" fmla="*/ 257 h 1669171"/>
                <a:gd name="csX2" fmla="*/ 2975988 w 2975725"/>
                <a:gd name="csY2" fmla="*/ 24482 h 1669171"/>
                <a:gd name="csX3" fmla="*/ 2975988 w 2975725"/>
                <a:gd name="csY3" fmla="*/ 1645203 h 1669171"/>
                <a:gd name="csX4" fmla="*/ 2951763 w 2975725"/>
                <a:gd name="csY4" fmla="*/ 1669428 h 1669171"/>
                <a:gd name="csX5" fmla="*/ 24488 w 2975725"/>
                <a:gd name="csY5" fmla="*/ 1669428 h 1669171"/>
                <a:gd name="csX6" fmla="*/ 262 w 2975725"/>
                <a:gd name="csY6" fmla="*/ 1645203 h 1669171"/>
                <a:gd name="csX7" fmla="*/ 262 w 2975725"/>
                <a:gd name="csY7" fmla="*/ 24482 h 1669171"/>
                <a:gd name="csX8" fmla="*/ 24488 w 2975725"/>
                <a:gd name="csY8" fmla="*/ 257 h 16691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975725" h="1669171">
                  <a:moveTo>
                    <a:pt x="24488" y="257"/>
                  </a:moveTo>
                  <a:lnTo>
                    <a:pt x="2951763" y="257"/>
                  </a:lnTo>
                  <a:cubicBezTo>
                    <a:pt x="2965142" y="257"/>
                    <a:pt x="2975988" y="11103"/>
                    <a:pt x="2975988" y="24482"/>
                  </a:cubicBezTo>
                  <a:lnTo>
                    <a:pt x="2975988" y="1645203"/>
                  </a:lnTo>
                  <a:cubicBezTo>
                    <a:pt x="2975988" y="1658582"/>
                    <a:pt x="2965142" y="1669428"/>
                    <a:pt x="2951763" y="1669428"/>
                  </a:cubicBezTo>
                  <a:lnTo>
                    <a:pt x="24488" y="1669428"/>
                  </a:lnTo>
                  <a:cubicBezTo>
                    <a:pt x="11108" y="1669428"/>
                    <a:pt x="262" y="1658582"/>
                    <a:pt x="262" y="1645203"/>
                  </a:cubicBezTo>
                  <a:lnTo>
                    <a:pt x="262" y="24482"/>
                  </a:lnTo>
                  <a:cubicBezTo>
                    <a:pt x="262" y="11103"/>
                    <a:pt x="11108" y="257"/>
                    <a:pt x="24488" y="257"/>
                  </a:cubicBezTo>
                  <a:close/>
                </a:path>
              </a:pathLst>
            </a:custGeom>
            <a:solidFill>
              <a:srgbClr val="FFFF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A820083-3D7E-3B95-E4D8-FEB056603D29}"/>
                </a:ext>
              </a:extLst>
            </p:cNvPr>
            <p:cNvSpPr/>
            <p:nvPr/>
          </p:nvSpPr>
          <p:spPr>
            <a:xfrm>
              <a:off x="1881571" y="4755466"/>
              <a:ext cx="726030" cy="484020"/>
            </a:xfrm>
            <a:custGeom>
              <a:avLst/>
              <a:gdLst>
                <a:gd name="csX0" fmla="*/ 32570 w 726030"/>
                <a:gd name="csY0" fmla="*/ 316 h 484020"/>
                <a:gd name="csX1" fmla="*/ 694069 w 726030"/>
                <a:gd name="csY1" fmla="*/ 316 h 484020"/>
                <a:gd name="csX2" fmla="*/ 726335 w 726030"/>
                <a:gd name="csY2" fmla="*/ 32581 h 484020"/>
                <a:gd name="csX3" fmla="*/ 726335 w 726030"/>
                <a:gd name="csY3" fmla="*/ 452070 h 484020"/>
                <a:gd name="csX4" fmla="*/ 694069 w 726030"/>
                <a:gd name="csY4" fmla="*/ 484336 h 484020"/>
                <a:gd name="csX5" fmla="*/ 32570 w 726030"/>
                <a:gd name="csY5" fmla="*/ 484336 h 484020"/>
                <a:gd name="csX6" fmla="*/ 304 w 726030"/>
                <a:gd name="csY6" fmla="*/ 452070 h 484020"/>
                <a:gd name="csX7" fmla="*/ 304 w 726030"/>
                <a:gd name="csY7" fmla="*/ 32581 h 484020"/>
                <a:gd name="csX8" fmla="*/ 32570 w 726030"/>
                <a:gd name="csY8" fmla="*/ 316 h 4840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30" h="484020">
                  <a:moveTo>
                    <a:pt x="32570" y="316"/>
                  </a:moveTo>
                  <a:lnTo>
                    <a:pt x="694069" y="316"/>
                  </a:lnTo>
                  <a:cubicBezTo>
                    <a:pt x="711889" y="316"/>
                    <a:pt x="726335" y="14761"/>
                    <a:pt x="726335" y="32581"/>
                  </a:cubicBezTo>
                  <a:lnTo>
                    <a:pt x="726335" y="452070"/>
                  </a:lnTo>
                  <a:cubicBezTo>
                    <a:pt x="726335" y="469890"/>
                    <a:pt x="711889" y="484336"/>
                    <a:pt x="694069" y="484336"/>
                  </a:cubicBezTo>
                  <a:lnTo>
                    <a:pt x="32570" y="484336"/>
                  </a:lnTo>
                  <a:cubicBezTo>
                    <a:pt x="14750" y="484336"/>
                    <a:pt x="304" y="469890"/>
                    <a:pt x="304" y="452070"/>
                  </a:cubicBezTo>
                  <a:lnTo>
                    <a:pt x="304" y="32581"/>
                  </a:lnTo>
                  <a:cubicBezTo>
                    <a:pt x="304" y="14761"/>
                    <a:pt x="14750" y="316"/>
                    <a:pt x="32570" y="316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7DA6992-CE8F-DD79-3A09-E94E7BD4671B}"/>
                </a:ext>
              </a:extLst>
            </p:cNvPr>
            <p:cNvSpPr/>
            <p:nvPr/>
          </p:nvSpPr>
          <p:spPr>
            <a:xfrm>
              <a:off x="2764910" y="4755466"/>
              <a:ext cx="726030" cy="484020"/>
            </a:xfrm>
            <a:custGeom>
              <a:avLst/>
              <a:gdLst>
                <a:gd name="csX0" fmla="*/ 32723 w 726030"/>
                <a:gd name="csY0" fmla="*/ 316 h 484020"/>
                <a:gd name="csX1" fmla="*/ 694222 w 726030"/>
                <a:gd name="csY1" fmla="*/ 316 h 484020"/>
                <a:gd name="csX2" fmla="*/ 726488 w 726030"/>
                <a:gd name="csY2" fmla="*/ 32581 h 484020"/>
                <a:gd name="csX3" fmla="*/ 726488 w 726030"/>
                <a:gd name="csY3" fmla="*/ 452070 h 484020"/>
                <a:gd name="csX4" fmla="*/ 694222 w 726030"/>
                <a:gd name="csY4" fmla="*/ 484336 h 484020"/>
                <a:gd name="csX5" fmla="*/ 32723 w 726030"/>
                <a:gd name="csY5" fmla="*/ 484336 h 484020"/>
                <a:gd name="csX6" fmla="*/ 457 w 726030"/>
                <a:gd name="csY6" fmla="*/ 452070 h 484020"/>
                <a:gd name="csX7" fmla="*/ 457 w 726030"/>
                <a:gd name="csY7" fmla="*/ 32581 h 484020"/>
                <a:gd name="csX8" fmla="*/ 32723 w 726030"/>
                <a:gd name="csY8" fmla="*/ 316 h 4840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30" h="484020">
                  <a:moveTo>
                    <a:pt x="32723" y="316"/>
                  </a:moveTo>
                  <a:lnTo>
                    <a:pt x="694222" y="316"/>
                  </a:lnTo>
                  <a:cubicBezTo>
                    <a:pt x="712042" y="316"/>
                    <a:pt x="726488" y="14761"/>
                    <a:pt x="726488" y="32581"/>
                  </a:cubicBezTo>
                  <a:lnTo>
                    <a:pt x="726488" y="452070"/>
                  </a:lnTo>
                  <a:cubicBezTo>
                    <a:pt x="726488" y="469890"/>
                    <a:pt x="712042" y="484336"/>
                    <a:pt x="694222" y="484336"/>
                  </a:cubicBezTo>
                  <a:lnTo>
                    <a:pt x="32723" y="484336"/>
                  </a:lnTo>
                  <a:cubicBezTo>
                    <a:pt x="14903" y="484336"/>
                    <a:pt x="457" y="469890"/>
                    <a:pt x="457" y="452070"/>
                  </a:cubicBezTo>
                  <a:lnTo>
                    <a:pt x="457" y="32581"/>
                  </a:lnTo>
                  <a:cubicBezTo>
                    <a:pt x="457" y="14761"/>
                    <a:pt x="14903" y="316"/>
                    <a:pt x="32723" y="316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2D92A8B-6277-86BE-2054-AA2378097AFD}"/>
                </a:ext>
              </a:extLst>
            </p:cNvPr>
            <p:cNvSpPr/>
            <p:nvPr/>
          </p:nvSpPr>
          <p:spPr>
            <a:xfrm>
              <a:off x="1881571" y="5396794"/>
              <a:ext cx="726065" cy="80704"/>
            </a:xfrm>
            <a:custGeom>
              <a:avLst/>
              <a:gdLst>
                <a:gd name="csX0" fmla="*/ 16454 w 726065"/>
                <a:gd name="csY0" fmla="*/ 427 h 80704"/>
                <a:gd name="csX1" fmla="*/ 710219 w 726065"/>
                <a:gd name="csY1" fmla="*/ 427 h 80704"/>
                <a:gd name="csX2" fmla="*/ 726370 w 726065"/>
                <a:gd name="csY2" fmla="*/ 16577 h 80704"/>
                <a:gd name="csX3" fmla="*/ 726370 w 726065"/>
                <a:gd name="csY3" fmla="*/ 64981 h 80704"/>
                <a:gd name="csX4" fmla="*/ 710219 w 726065"/>
                <a:gd name="csY4" fmla="*/ 81131 h 80704"/>
                <a:gd name="csX5" fmla="*/ 16454 w 726065"/>
                <a:gd name="csY5" fmla="*/ 81131 h 80704"/>
                <a:gd name="csX6" fmla="*/ 304 w 726065"/>
                <a:gd name="csY6" fmla="*/ 64981 h 80704"/>
                <a:gd name="csX7" fmla="*/ 304 w 726065"/>
                <a:gd name="csY7" fmla="*/ 16577 h 80704"/>
                <a:gd name="csX8" fmla="*/ 16454 w 726065"/>
                <a:gd name="csY8" fmla="*/ 42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454" y="427"/>
                  </a:moveTo>
                  <a:lnTo>
                    <a:pt x="710219" y="427"/>
                  </a:lnTo>
                  <a:cubicBezTo>
                    <a:pt x="719139" y="427"/>
                    <a:pt x="726370" y="7657"/>
                    <a:pt x="726370" y="16577"/>
                  </a:cubicBezTo>
                  <a:lnTo>
                    <a:pt x="726370" y="64981"/>
                  </a:lnTo>
                  <a:cubicBezTo>
                    <a:pt x="726370" y="73901"/>
                    <a:pt x="719139" y="81131"/>
                    <a:pt x="710219" y="81131"/>
                  </a:cubicBezTo>
                  <a:lnTo>
                    <a:pt x="16454" y="81131"/>
                  </a:lnTo>
                  <a:cubicBezTo>
                    <a:pt x="7535" y="81131"/>
                    <a:pt x="304" y="73901"/>
                    <a:pt x="304" y="64981"/>
                  </a:cubicBezTo>
                  <a:lnTo>
                    <a:pt x="304" y="16577"/>
                  </a:lnTo>
                  <a:cubicBezTo>
                    <a:pt x="304" y="7657"/>
                    <a:pt x="7535" y="427"/>
                    <a:pt x="16454" y="427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AF14F6F-2678-75E5-613E-A8973F972EA3}"/>
                </a:ext>
              </a:extLst>
            </p:cNvPr>
            <p:cNvSpPr/>
            <p:nvPr/>
          </p:nvSpPr>
          <p:spPr>
            <a:xfrm>
              <a:off x="1881571" y="5542002"/>
              <a:ext cx="726065" cy="80704"/>
            </a:xfrm>
            <a:custGeom>
              <a:avLst/>
              <a:gdLst>
                <a:gd name="csX0" fmla="*/ 16454 w 726065"/>
                <a:gd name="csY0" fmla="*/ 452 h 80704"/>
                <a:gd name="csX1" fmla="*/ 710219 w 726065"/>
                <a:gd name="csY1" fmla="*/ 452 h 80704"/>
                <a:gd name="csX2" fmla="*/ 726370 w 726065"/>
                <a:gd name="csY2" fmla="*/ 16602 h 80704"/>
                <a:gd name="csX3" fmla="*/ 726370 w 726065"/>
                <a:gd name="csY3" fmla="*/ 65006 h 80704"/>
                <a:gd name="csX4" fmla="*/ 710219 w 726065"/>
                <a:gd name="csY4" fmla="*/ 81157 h 80704"/>
                <a:gd name="csX5" fmla="*/ 16454 w 726065"/>
                <a:gd name="csY5" fmla="*/ 81157 h 80704"/>
                <a:gd name="csX6" fmla="*/ 304 w 726065"/>
                <a:gd name="csY6" fmla="*/ 65006 h 80704"/>
                <a:gd name="csX7" fmla="*/ 304 w 726065"/>
                <a:gd name="csY7" fmla="*/ 16602 h 80704"/>
                <a:gd name="csX8" fmla="*/ 16454 w 726065"/>
                <a:gd name="csY8" fmla="*/ 452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454" y="452"/>
                  </a:moveTo>
                  <a:lnTo>
                    <a:pt x="710219" y="452"/>
                  </a:lnTo>
                  <a:cubicBezTo>
                    <a:pt x="719139" y="452"/>
                    <a:pt x="726370" y="7683"/>
                    <a:pt x="726370" y="16602"/>
                  </a:cubicBezTo>
                  <a:lnTo>
                    <a:pt x="726370" y="65006"/>
                  </a:lnTo>
                  <a:cubicBezTo>
                    <a:pt x="726370" y="73926"/>
                    <a:pt x="719139" y="81157"/>
                    <a:pt x="710219" y="81157"/>
                  </a:cubicBezTo>
                  <a:lnTo>
                    <a:pt x="16454" y="81157"/>
                  </a:lnTo>
                  <a:cubicBezTo>
                    <a:pt x="7535" y="81157"/>
                    <a:pt x="304" y="73926"/>
                    <a:pt x="304" y="65006"/>
                  </a:cubicBezTo>
                  <a:lnTo>
                    <a:pt x="304" y="16602"/>
                  </a:lnTo>
                  <a:cubicBezTo>
                    <a:pt x="304" y="7683"/>
                    <a:pt x="7535" y="452"/>
                    <a:pt x="16454" y="452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60C2DCC-F969-93F1-1B0F-F018E75AFB10}"/>
                </a:ext>
              </a:extLst>
            </p:cNvPr>
            <p:cNvSpPr/>
            <p:nvPr/>
          </p:nvSpPr>
          <p:spPr>
            <a:xfrm>
              <a:off x="1881571" y="5687209"/>
              <a:ext cx="281716" cy="80704"/>
            </a:xfrm>
            <a:custGeom>
              <a:avLst/>
              <a:gdLst>
                <a:gd name="csX0" fmla="*/ 16454 w 281716"/>
                <a:gd name="csY0" fmla="*/ 477 h 80704"/>
                <a:gd name="csX1" fmla="*/ 265871 w 281716"/>
                <a:gd name="csY1" fmla="*/ 477 h 80704"/>
                <a:gd name="csX2" fmla="*/ 282021 w 281716"/>
                <a:gd name="csY2" fmla="*/ 16627 h 80704"/>
                <a:gd name="csX3" fmla="*/ 282021 w 281716"/>
                <a:gd name="csY3" fmla="*/ 65032 h 80704"/>
                <a:gd name="csX4" fmla="*/ 265871 w 281716"/>
                <a:gd name="csY4" fmla="*/ 81182 h 80704"/>
                <a:gd name="csX5" fmla="*/ 16454 w 281716"/>
                <a:gd name="csY5" fmla="*/ 81182 h 80704"/>
                <a:gd name="csX6" fmla="*/ 304 w 281716"/>
                <a:gd name="csY6" fmla="*/ 65032 h 80704"/>
                <a:gd name="csX7" fmla="*/ 304 w 281716"/>
                <a:gd name="csY7" fmla="*/ 16627 h 80704"/>
                <a:gd name="csX8" fmla="*/ 16454 w 281716"/>
                <a:gd name="csY8" fmla="*/ 47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1716" h="80704">
                  <a:moveTo>
                    <a:pt x="16454" y="477"/>
                  </a:moveTo>
                  <a:lnTo>
                    <a:pt x="265871" y="477"/>
                  </a:lnTo>
                  <a:cubicBezTo>
                    <a:pt x="274790" y="477"/>
                    <a:pt x="282021" y="7708"/>
                    <a:pt x="282021" y="16627"/>
                  </a:cubicBezTo>
                  <a:lnTo>
                    <a:pt x="282021" y="65032"/>
                  </a:lnTo>
                  <a:cubicBezTo>
                    <a:pt x="282021" y="73951"/>
                    <a:pt x="274790" y="81182"/>
                    <a:pt x="265871" y="81182"/>
                  </a:cubicBezTo>
                  <a:lnTo>
                    <a:pt x="16454" y="81182"/>
                  </a:lnTo>
                  <a:cubicBezTo>
                    <a:pt x="7535" y="81182"/>
                    <a:pt x="304" y="73951"/>
                    <a:pt x="304" y="65032"/>
                  </a:cubicBezTo>
                  <a:lnTo>
                    <a:pt x="304" y="16627"/>
                  </a:lnTo>
                  <a:cubicBezTo>
                    <a:pt x="304" y="7708"/>
                    <a:pt x="7535" y="477"/>
                    <a:pt x="16454" y="477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E045001-B661-532C-06E3-ACABA2D5A5E9}"/>
                </a:ext>
              </a:extLst>
            </p:cNvPr>
            <p:cNvSpPr/>
            <p:nvPr/>
          </p:nvSpPr>
          <p:spPr>
            <a:xfrm>
              <a:off x="2764910" y="5396794"/>
              <a:ext cx="726065" cy="80704"/>
            </a:xfrm>
            <a:custGeom>
              <a:avLst/>
              <a:gdLst>
                <a:gd name="csX0" fmla="*/ 16608 w 726065"/>
                <a:gd name="csY0" fmla="*/ 427 h 80704"/>
                <a:gd name="csX1" fmla="*/ 710373 w 726065"/>
                <a:gd name="csY1" fmla="*/ 427 h 80704"/>
                <a:gd name="csX2" fmla="*/ 726523 w 726065"/>
                <a:gd name="csY2" fmla="*/ 16577 h 80704"/>
                <a:gd name="csX3" fmla="*/ 726523 w 726065"/>
                <a:gd name="csY3" fmla="*/ 64981 h 80704"/>
                <a:gd name="csX4" fmla="*/ 710372 w 726065"/>
                <a:gd name="csY4" fmla="*/ 81131 h 80704"/>
                <a:gd name="csX5" fmla="*/ 16608 w 726065"/>
                <a:gd name="csY5" fmla="*/ 81131 h 80704"/>
                <a:gd name="csX6" fmla="*/ 457 w 726065"/>
                <a:gd name="csY6" fmla="*/ 64981 h 80704"/>
                <a:gd name="csX7" fmla="*/ 457 w 726065"/>
                <a:gd name="csY7" fmla="*/ 16577 h 80704"/>
                <a:gd name="csX8" fmla="*/ 16608 w 726065"/>
                <a:gd name="csY8" fmla="*/ 42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608" y="427"/>
                  </a:moveTo>
                  <a:lnTo>
                    <a:pt x="710373" y="427"/>
                  </a:lnTo>
                  <a:cubicBezTo>
                    <a:pt x="719292" y="427"/>
                    <a:pt x="726523" y="7657"/>
                    <a:pt x="726523" y="16577"/>
                  </a:cubicBezTo>
                  <a:lnTo>
                    <a:pt x="726523" y="64981"/>
                  </a:lnTo>
                  <a:cubicBezTo>
                    <a:pt x="726523" y="73901"/>
                    <a:pt x="719292" y="81131"/>
                    <a:pt x="710372" y="81131"/>
                  </a:cubicBezTo>
                  <a:lnTo>
                    <a:pt x="16608" y="81131"/>
                  </a:lnTo>
                  <a:cubicBezTo>
                    <a:pt x="7688" y="81131"/>
                    <a:pt x="457" y="73901"/>
                    <a:pt x="457" y="64981"/>
                  </a:cubicBezTo>
                  <a:lnTo>
                    <a:pt x="457" y="16577"/>
                  </a:lnTo>
                  <a:cubicBezTo>
                    <a:pt x="457" y="7657"/>
                    <a:pt x="7688" y="427"/>
                    <a:pt x="16608" y="427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057CB2E-3603-A064-06FB-1F3A16B58F7E}"/>
                </a:ext>
              </a:extLst>
            </p:cNvPr>
            <p:cNvSpPr/>
            <p:nvPr/>
          </p:nvSpPr>
          <p:spPr>
            <a:xfrm>
              <a:off x="2764910" y="5542002"/>
              <a:ext cx="726065" cy="80704"/>
            </a:xfrm>
            <a:custGeom>
              <a:avLst/>
              <a:gdLst>
                <a:gd name="csX0" fmla="*/ 16608 w 726065"/>
                <a:gd name="csY0" fmla="*/ 452 h 80704"/>
                <a:gd name="csX1" fmla="*/ 710373 w 726065"/>
                <a:gd name="csY1" fmla="*/ 452 h 80704"/>
                <a:gd name="csX2" fmla="*/ 726523 w 726065"/>
                <a:gd name="csY2" fmla="*/ 16602 h 80704"/>
                <a:gd name="csX3" fmla="*/ 726523 w 726065"/>
                <a:gd name="csY3" fmla="*/ 65006 h 80704"/>
                <a:gd name="csX4" fmla="*/ 710372 w 726065"/>
                <a:gd name="csY4" fmla="*/ 81157 h 80704"/>
                <a:gd name="csX5" fmla="*/ 16608 w 726065"/>
                <a:gd name="csY5" fmla="*/ 81157 h 80704"/>
                <a:gd name="csX6" fmla="*/ 457 w 726065"/>
                <a:gd name="csY6" fmla="*/ 65006 h 80704"/>
                <a:gd name="csX7" fmla="*/ 457 w 726065"/>
                <a:gd name="csY7" fmla="*/ 16602 h 80704"/>
                <a:gd name="csX8" fmla="*/ 16608 w 726065"/>
                <a:gd name="csY8" fmla="*/ 452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608" y="452"/>
                  </a:moveTo>
                  <a:lnTo>
                    <a:pt x="710373" y="452"/>
                  </a:lnTo>
                  <a:cubicBezTo>
                    <a:pt x="719292" y="452"/>
                    <a:pt x="726523" y="7683"/>
                    <a:pt x="726523" y="16602"/>
                  </a:cubicBezTo>
                  <a:lnTo>
                    <a:pt x="726523" y="65006"/>
                  </a:lnTo>
                  <a:cubicBezTo>
                    <a:pt x="726523" y="73926"/>
                    <a:pt x="719292" y="81157"/>
                    <a:pt x="710372" y="81157"/>
                  </a:cubicBezTo>
                  <a:lnTo>
                    <a:pt x="16608" y="81157"/>
                  </a:lnTo>
                  <a:cubicBezTo>
                    <a:pt x="7688" y="81157"/>
                    <a:pt x="457" y="73926"/>
                    <a:pt x="457" y="65006"/>
                  </a:cubicBezTo>
                  <a:lnTo>
                    <a:pt x="457" y="16602"/>
                  </a:lnTo>
                  <a:cubicBezTo>
                    <a:pt x="457" y="7683"/>
                    <a:pt x="7688" y="452"/>
                    <a:pt x="16608" y="452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708B178-C09E-A972-10B1-545FDA335A32}"/>
                </a:ext>
              </a:extLst>
            </p:cNvPr>
            <p:cNvSpPr/>
            <p:nvPr/>
          </p:nvSpPr>
          <p:spPr>
            <a:xfrm>
              <a:off x="2764910" y="5687209"/>
              <a:ext cx="281716" cy="80704"/>
            </a:xfrm>
            <a:custGeom>
              <a:avLst/>
              <a:gdLst>
                <a:gd name="csX0" fmla="*/ 16608 w 281716"/>
                <a:gd name="csY0" fmla="*/ 477 h 80704"/>
                <a:gd name="csX1" fmla="*/ 266024 w 281716"/>
                <a:gd name="csY1" fmla="*/ 477 h 80704"/>
                <a:gd name="csX2" fmla="*/ 282174 w 281716"/>
                <a:gd name="csY2" fmla="*/ 16627 h 80704"/>
                <a:gd name="csX3" fmla="*/ 282174 w 281716"/>
                <a:gd name="csY3" fmla="*/ 65032 h 80704"/>
                <a:gd name="csX4" fmla="*/ 266024 w 281716"/>
                <a:gd name="csY4" fmla="*/ 81182 h 80704"/>
                <a:gd name="csX5" fmla="*/ 16608 w 281716"/>
                <a:gd name="csY5" fmla="*/ 81182 h 80704"/>
                <a:gd name="csX6" fmla="*/ 457 w 281716"/>
                <a:gd name="csY6" fmla="*/ 65032 h 80704"/>
                <a:gd name="csX7" fmla="*/ 457 w 281716"/>
                <a:gd name="csY7" fmla="*/ 16627 h 80704"/>
                <a:gd name="csX8" fmla="*/ 16608 w 281716"/>
                <a:gd name="csY8" fmla="*/ 47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1716" h="80704">
                  <a:moveTo>
                    <a:pt x="16608" y="477"/>
                  </a:moveTo>
                  <a:lnTo>
                    <a:pt x="266024" y="477"/>
                  </a:lnTo>
                  <a:cubicBezTo>
                    <a:pt x="274943" y="477"/>
                    <a:pt x="282174" y="7708"/>
                    <a:pt x="282174" y="16627"/>
                  </a:cubicBezTo>
                  <a:lnTo>
                    <a:pt x="282174" y="65032"/>
                  </a:lnTo>
                  <a:cubicBezTo>
                    <a:pt x="282174" y="73951"/>
                    <a:pt x="274943" y="81182"/>
                    <a:pt x="266024" y="81182"/>
                  </a:cubicBezTo>
                  <a:lnTo>
                    <a:pt x="16608" y="81182"/>
                  </a:lnTo>
                  <a:cubicBezTo>
                    <a:pt x="7688" y="81182"/>
                    <a:pt x="457" y="73951"/>
                    <a:pt x="457" y="65032"/>
                  </a:cubicBezTo>
                  <a:lnTo>
                    <a:pt x="457" y="16627"/>
                  </a:lnTo>
                  <a:cubicBezTo>
                    <a:pt x="457" y="7708"/>
                    <a:pt x="7688" y="477"/>
                    <a:pt x="16608" y="477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BC88C84-E279-C506-610D-C6BEDF850A19}"/>
                </a:ext>
              </a:extLst>
            </p:cNvPr>
            <p:cNvSpPr/>
            <p:nvPr/>
          </p:nvSpPr>
          <p:spPr>
            <a:xfrm>
              <a:off x="3624047" y="4755466"/>
              <a:ext cx="726030" cy="484020"/>
            </a:xfrm>
            <a:custGeom>
              <a:avLst/>
              <a:gdLst>
                <a:gd name="csX0" fmla="*/ 32872 w 726030"/>
                <a:gd name="csY0" fmla="*/ 316 h 484020"/>
                <a:gd name="csX1" fmla="*/ 694371 w 726030"/>
                <a:gd name="csY1" fmla="*/ 316 h 484020"/>
                <a:gd name="csX2" fmla="*/ 726637 w 726030"/>
                <a:gd name="csY2" fmla="*/ 32581 h 484020"/>
                <a:gd name="csX3" fmla="*/ 726637 w 726030"/>
                <a:gd name="csY3" fmla="*/ 452070 h 484020"/>
                <a:gd name="csX4" fmla="*/ 694371 w 726030"/>
                <a:gd name="csY4" fmla="*/ 484336 h 484020"/>
                <a:gd name="csX5" fmla="*/ 32872 w 726030"/>
                <a:gd name="csY5" fmla="*/ 484336 h 484020"/>
                <a:gd name="csX6" fmla="*/ 606 w 726030"/>
                <a:gd name="csY6" fmla="*/ 452070 h 484020"/>
                <a:gd name="csX7" fmla="*/ 606 w 726030"/>
                <a:gd name="csY7" fmla="*/ 32581 h 484020"/>
                <a:gd name="csX8" fmla="*/ 32872 w 726030"/>
                <a:gd name="csY8" fmla="*/ 316 h 4840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30" h="484020">
                  <a:moveTo>
                    <a:pt x="32872" y="316"/>
                  </a:moveTo>
                  <a:lnTo>
                    <a:pt x="694371" y="316"/>
                  </a:lnTo>
                  <a:cubicBezTo>
                    <a:pt x="712191" y="316"/>
                    <a:pt x="726637" y="14761"/>
                    <a:pt x="726637" y="32581"/>
                  </a:cubicBezTo>
                  <a:lnTo>
                    <a:pt x="726637" y="452070"/>
                  </a:lnTo>
                  <a:cubicBezTo>
                    <a:pt x="726637" y="469890"/>
                    <a:pt x="712191" y="484336"/>
                    <a:pt x="694371" y="484336"/>
                  </a:cubicBezTo>
                  <a:lnTo>
                    <a:pt x="32872" y="484336"/>
                  </a:lnTo>
                  <a:cubicBezTo>
                    <a:pt x="15052" y="484336"/>
                    <a:pt x="606" y="469890"/>
                    <a:pt x="606" y="452070"/>
                  </a:cubicBezTo>
                  <a:lnTo>
                    <a:pt x="606" y="32581"/>
                  </a:lnTo>
                  <a:cubicBezTo>
                    <a:pt x="606" y="14761"/>
                    <a:pt x="15052" y="316"/>
                    <a:pt x="32872" y="316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AE4D677-4CD3-5EB0-3026-00A9243E8583}"/>
                </a:ext>
              </a:extLst>
            </p:cNvPr>
            <p:cNvSpPr/>
            <p:nvPr/>
          </p:nvSpPr>
          <p:spPr>
            <a:xfrm>
              <a:off x="3624047" y="5396794"/>
              <a:ext cx="726065" cy="80704"/>
            </a:xfrm>
            <a:custGeom>
              <a:avLst/>
              <a:gdLst>
                <a:gd name="csX0" fmla="*/ 16756 w 726065"/>
                <a:gd name="csY0" fmla="*/ 427 h 80704"/>
                <a:gd name="csX1" fmla="*/ 710521 w 726065"/>
                <a:gd name="csY1" fmla="*/ 427 h 80704"/>
                <a:gd name="csX2" fmla="*/ 726672 w 726065"/>
                <a:gd name="csY2" fmla="*/ 16577 h 80704"/>
                <a:gd name="csX3" fmla="*/ 726672 w 726065"/>
                <a:gd name="csY3" fmla="*/ 64981 h 80704"/>
                <a:gd name="csX4" fmla="*/ 710521 w 726065"/>
                <a:gd name="csY4" fmla="*/ 81131 h 80704"/>
                <a:gd name="csX5" fmla="*/ 16756 w 726065"/>
                <a:gd name="csY5" fmla="*/ 81131 h 80704"/>
                <a:gd name="csX6" fmla="*/ 606 w 726065"/>
                <a:gd name="csY6" fmla="*/ 64981 h 80704"/>
                <a:gd name="csX7" fmla="*/ 606 w 726065"/>
                <a:gd name="csY7" fmla="*/ 16577 h 80704"/>
                <a:gd name="csX8" fmla="*/ 16756 w 726065"/>
                <a:gd name="csY8" fmla="*/ 42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756" y="427"/>
                  </a:moveTo>
                  <a:lnTo>
                    <a:pt x="710521" y="427"/>
                  </a:lnTo>
                  <a:cubicBezTo>
                    <a:pt x="719441" y="427"/>
                    <a:pt x="726672" y="7657"/>
                    <a:pt x="726672" y="16577"/>
                  </a:cubicBezTo>
                  <a:lnTo>
                    <a:pt x="726672" y="64981"/>
                  </a:lnTo>
                  <a:cubicBezTo>
                    <a:pt x="726672" y="73901"/>
                    <a:pt x="719441" y="81131"/>
                    <a:pt x="710521" y="81131"/>
                  </a:cubicBezTo>
                  <a:lnTo>
                    <a:pt x="16756" y="81131"/>
                  </a:lnTo>
                  <a:cubicBezTo>
                    <a:pt x="7837" y="81131"/>
                    <a:pt x="606" y="73901"/>
                    <a:pt x="606" y="64981"/>
                  </a:cubicBezTo>
                  <a:lnTo>
                    <a:pt x="606" y="16577"/>
                  </a:lnTo>
                  <a:cubicBezTo>
                    <a:pt x="606" y="7657"/>
                    <a:pt x="7837" y="427"/>
                    <a:pt x="16756" y="427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041D16C-B48A-BFA5-2176-FC1B508B8C8B}"/>
                </a:ext>
              </a:extLst>
            </p:cNvPr>
            <p:cNvSpPr/>
            <p:nvPr/>
          </p:nvSpPr>
          <p:spPr>
            <a:xfrm>
              <a:off x="3624047" y="5542002"/>
              <a:ext cx="726065" cy="80704"/>
            </a:xfrm>
            <a:custGeom>
              <a:avLst/>
              <a:gdLst>
                <a:gd name="csX0" fmla="*/ 16756 w 726065"/>
                <a:gd name="csY0" fmla="*/ 452 h 80704"/>
                <a:gd name="csX1" fmla="*/ 710521 w 726065"/>
                <a:gd name="csY1" fmla="*/ 452 h 80704"/>
                <a:gd name="csX2" fmla="*/ 726672 w 726065"/>
                <a:gd name="csY2" fmla="*/ 16602 h 80704"/>
                <a:gd name="csX3" fmla="*/ 726672 w 726065"/>
                <a:gd name="csY3" fmla="*/ 65006 h 80704"/>
                <a:gd name="csX4" fmla="*/ 710521 w 726065"/>
                <a:gd name="csY4" fmla="*/ 81157 h 80704"/>
                <a:gd name="csX5" fmla="*/ 16756 w 726065"/>
                <a:gd name="csY5" fmla="*/ 81157 h 80704"/>
                <a:gd name="csX6" fmla="*/ 606 w 726065"/>
                <a:gd name="csY6" fmla="*/ 65006 h 80704"/>
                <a:gd name="csX7" fmla="*/ 606 w 726065"/>
                <a:gd name="csY7" fmla="*/ 16602 h 80704"/>
                <a:gd name="csX8" fmla="*/ 16756 w 726065"/>
                <a:gd name="csY8" fmla="*/ 452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756" y="452"/>
                  </a:moveTo>
                  <a:lnTo>
                    <a:pt x="710521" y="452"/>
                  </a:lnTo>
                  <a:cubicBezTo>
                    <a:pt x="719441" y="452"/>
                    <a:pt x="726672" y="7683"/>
                    <a:pt x="726672" y="16602"/>
                  </a:cubicBezTo>
                  <a:lnTo>
                    <a:pt x="726672" y="65006"/>
                  </a:lnTo>
                  <a:cubicBezTo>
                    <a:pt x="726672" y="73926"/>
                    <a:pt x="719441" y="81157"/>
                    <a:pt x="710521" y="81157"/>
                  </a:cubicBezTo>
                  <a:lnTo>
                    <a:pt x="16756" y="81157"/>
                  </a:lnTo>
                  <a:cubicBezTo>
                    <a:pt x="7837" y="81157"/>
                    <a:pt x="606" y="73926"/>
                    <a:pt x="606" y="65006"/>
                  </a:cubicBezTo>
                  <a:lnTo>
                    <a:pt x="606" y="16602"/>
                  </a:lnTo>
                  <a:cubicBezTo>
                    <a:pt x="606" y="7683"/>
                    <a:pt x="7837" y="452"/>
                    <a:pt x="16756" y="452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621822B-9CF7-1E00-BC24-964BB3F444A7}"/>
                </a:ext>
              </a:extLst>
            </p:cNvPr>
            <p:cNvSpPr/>
            <p:nvPr/>
          </p:nvSpPr>
          <p:spPr>
            <a:xfrm>
              <a:off x="3624047" y="5687209"/>
              <a:ext cx="281716" cy="80704"/>
            </a:xfrm>
            <a:custGeom>
              <a:avLst/>
              <a:gdLst>
                <a:gd name="csX0" fmla="*/ 16756 w 281716"/>
                <a:gd name="csY0" fmla="*/ 477 h 80704"/>
                <a:gd name="csX1" fmla="*/ 266173 w 281716"/>
                <a:gd name="csY1" fmla="*/ 477 h 80704"/>
                <a:gd name="csX2" fmla="*/ 282323 w 281716"/>
                <a:gd name="csY2" fmla="*/ 16627 h 80704"/>
                <a:gd name="csX3" fmla="*/ 282323 w 281716"/>
                <a:gd name="csY3" fmla="*/ 65032 h 80704"/>
                <a:gd name="csX4" fmla="*/ 266173 w 281716"/>
                <a:gd name="csY4" fmla="*/ 81182 h 80704"/>
                <a:gd name="csX5" fmla="*/ 16756 w 281716"/>
                <a:gd name="csY5" fmla="*/ 81182 h 80704"/>
                <a:gd name="csX6" fmla="*/ 606 w 281716"/>
                <a:gd name="csY6" fmla="*/ 65032 h 80704"/>
                <a:gd name="csX7" fmla="*/ 606 w 281716"/>
                <a:gd name="csY7" fmla="*/ 16627 h 80704"/>
                <a:gd name="csX8" fmla="*/ 16756 w 281716"/>
                <a:gd name="csY8" fmla="*/ 47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1716" h="80704">
                  <a:moveTo>
                    <a:pt x="16756" y="477"/>
                  </a:moveTo>
                  <a:lnTo>
                    <a:pt x="266173" y="477"/>
                  </a:lnTo>
                  <a:cubicBezTo>
                    <a:pt x="275092" y="477"/>
                    <a:pt x="282323" y="7708"/>
                    <a:pt x="282323" y="16627"/>
                  </a:cubicBezTo>
                  <a:lnTo>
                    <a:pt x="282323" y="65032"/>
                  </a:lnTo>
                  <a:cubicBezTo>
                    <a:pt x="282323" y="73951"/>
                    <a:pt x="275092" y="81182"/>
                    <a:pt x="266173" y="81182"/>
                  </a:cubicBezTo>
                  <a:lnTo>
                    <a:pt x="16756" y="81182"/>
                  </a:lnTo>
                  <a:cubicBezTo>
                    <a:pt x="7837" y="81182"/>
                    <a:pt x="606" y="73951"/>
                    <a:pt x="606" y="65032"/>
                  </a:cubicBezTo>
                  <a:lnTo>
                    <a:pt x="606" y="16627"/>
                  </a:lnTo>
                  <a:cubicBezTo>
                    <a:pt x="606" y="7708"/>
                    <a:pt x="7837" y="477"/>
                    <a:pt x="16756" y="477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31" name="Graphic 5">
            <a:extLst>
              <a:ext uri="{FF2B5EF4-FFF2-40B4-BE49-F238E27FC236}">
                <a16:creationId xmlns:a16="http://schemas.microsoft.com/office/drawing/2014/main" id="{247A86AE-1841-2966-FF58-595F65445DB2}"/>
              </a:ext>
            </a:extLst>
          </p:cNvPr>
          <p:cNvGrpSpPr/>
          <p:nvPr/>
        </p:nvGrpSpPr>
        <p:grpSpPr>
          <a:xfrm>
            <a:off x="126999" y="3477670"/>
            <a:ext cx="1798436" cy="199823"/>
            <a:chOff x="126999" y="3477670"/>
            <a:chExt cx="1798436" cy="199823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61E80C1-1C2F-AAC7-D9B0-6E44F574A8DC}"/>
                </a:ext>
              </a:extLst>
            </p:cNvPr>
            <p:cNvSpPr/>
            <p:nvPr/>
          </p:nvSpPr>
          <p:spPr>
            <a:xfrm>
              <a:off x="126999" y="3477670"/>
              <a:ext cx="1798436" cy="199823"/>
            </a:xfrm>
            <a:custGeom>
              <a:avLst/>
              <a:gdLst>
                <a:gd name="csX0" fmla="*/ 59946 w 1798436"/>
                <a:gd name="csY0" fmla="*/ 94 h 199823"/>
                <a:gd name="csX1" fmla="*/ 1738450 w 1798436"/>
                <a:gd name="csY1" fmla="*/ 94 h 199823"/>
                <a:gd name="csX2" fmla="*/ 1798436 w 1798436"/>
                <a:gd name="csY2" fmla="*/ 60000 h 199823"/>
                <a:gd name="csX3" fmla="*/ 1798436 w 1798436"/>
                <a:gd name="csY3" fmla="*/ 60040 h 199823"/>
                <a:gd name="csX4" fmla="*/ 1798436 w 1798436"/>
                <a:gd name="csY4" fmla="*/ 139972 h 199823"/>
                <a:gd name="csX5" fmla="*/ 1738490 w 1798436"/>
                <a:gd name="csY5" fmla="*/ 199918 h 199823"/>
                <a:gd name="csX6" fmla="*/ 1738450 w 1798436"/>
                <a:gd name="csY6" fmla="*/ 199918 h 199823"/>
                <a:gd name="csX7" fmla="*/ 59946 w 1798436"/>
                <a:gd name="csY7" fmla="*/ 199918 h 199823"/>
                <a:gd name="csX8" fmla="*/ 0 w 1798436"/>
                <a:gd name="csY8" fmla="*/ 139972 h 199823"/>
                <a:gd name="csX9" fmla="*/ 0 w 1798436"/>
                <a:gd name="csY9" fmla="*/ 60040 h 199823"/>
                <a:gd name="csX10" fmla="*/ 59946 w 1798436"/>
                <a:gd name="csY10" fmla="*/ 94 h 199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798436" h="199823">
                  <a:moveTo>
                    <a:pt x="59946" y="94"/>
                  </a:moveTo>
                  <a:lnTo>
                    <a:pt x="1738450" y="94"/>
                  </a:lnTo>
                  <a:cubicBezTo>
                    <a:pt x="1771557" y="72"/>
                    <a:pt x="1798414" y="26892"/>
                    <a:pt x="1798436" y="60000"/>
                  </a:cubicBezTo>
                  <a:cubicBezTo>
                    <a:pt x="1798436" y="60013"/>
                    <a:pt x="1798436" y="60027"/>
                    <a:pt x="1798436" y="60040"/>
                  </a:cubicBezTo>
                  <a:lnTo>
                    <a:pt x="1798436" y="139972"/>
                  </a:lnTo>
                  <a:cubicBezTo>
                    <a:pt x="1798436" y="173079"/>
                    <a:pt x="1771598" y="199918"/>
                    <a:pt x="1738490" y="199918"/>
                  </a:cubicBezTo>
                  <a:cubicBezTo>
                    <a:pt x="1738477" y="199918"/>
                    <a:pt x="1738463" y="199918"/>
                    <a:pt x="1738450" y="199918"/>
                  </a:cubicBezTo>
                  <a:lnTo>
                    <a:pt x="59946" y="199918"/>
                  </a:lnTo>
                  <a:cubicBezTo>
                    <a:pt x="26839" y="199918"/>
                    <a:pt x="0" y="173079"/>
                    <a:pt x="0" y="139972"/>
                  </a:cubicBezTo>
                  <a:lnTo>
                    <a:pt x="0" y="60040"/>
                  </a:lnTo>
                  <a:cubicBezTo>
                    <a:pt x="0" y="26933"/>
                    <a:pt x="26839" y="94"/>
                    <a:pt x="59946" y="94"/>
                  </a:cubicBezTo>
                  <a:close/>
                </a:path>
              </a:pathLst>
            </a:custGeom>
            <a:solidFill>
              <a:srgbClr val="FFFF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9CB2B29-AD88-8FAF-2D0C-F0421D79EF1E}"/>
                </a:ext>
              </a:extLst>
            </p:cNvPr>
            <p:cNvSpPr/>
            <p:nvPr/>
          </p:nvSpPr>
          <p:spPr>
            <a:xfrm>
              <a:off x="126999" y="3477670"/>
              <a:ext cx="1798436" cy="199823"/>
            </a:xfrm>
            <a:custGeom>
              <a:avLst/>
              <a:gdLst>
                <a:gd name="csX0" fmla="*/ 59946 w 1798436"/>
                <a:gd name="csY0" fmla="*/ 10084 h 199823"/>
                <a:gd name="csX1" fmla="*/ 9990 w 1798436"/>
                <a:gd name="csY1" fmla="*/ 60040 h 199823"/>
                <a:gd name="csX2" fmla="*/ 9990 w 1798436"/>
                <a:gd name="csY2" fmla="*/ 139972 h 199823"/>
                <a:gd name="csX3" fmla="*/ 59946 w 1798436"/>
                <a:gd name="csY3" fmla="*/ 189928 h 199823"/>
                <a:gd name="csX4" fmla="*/ 1738450 w 1798436"/>
                <a:gd name="csY4" fmla="*/ 189928 h 199823"/>
                <a:gd name="csX5" fmla="*/ 1788406 w 1798436"/>
                <a:gd name="csY5" fmla="*/ 139972 h 199823"/>
                <a:gd name="csX6" fmla="*/ 1788406 w 1798436"/>
                <a:gd name="csY6" fmla="*/ 60040 h 199823"/>
                <a:gd name="csX7" fmla="*/ 1738450 w 1798436"/>
                <a:gd name="csY7" fmla="*/ 10084 h 199823"/>
                <a:gd name="csX8" fmla="*/ 59946 w 1798436"/>
                <a:gd name="csY8" fmla="*/ 10084 h 199823"/>
                <a:gd name="csX9" fmla="*/ 59946 w 1798436"/>
                <a:gd name="csY9" fmla="*/ 94 h 199823"/>
                <a:gd name="csX10" fmla="*/ 1738450 w 1798436"/>
                <a:gd name="csY10" fmla="*/ 94 h 199823"/>
                <a:gd name="csX11" fmla="*/ 1798436 w 1798436"/>
                <a:gd name="csY11" fmla="*/ 60000 h 199823"/>
                <a:gd name="csX12" fmla="*/ 1798436 w 1798436"/>
                <a:gd name="csY12" fmla="*/ 60040 h 199823"/>
                <a:gd name="csX13" fmla="*/ 1798436 w 1798436"/>
                <a:gd name="csY13" fmla="*/ 139972 h 199823"/>
                <a:gd name="csX14" fmla="*/ 1738490 w 1798436"/>
                <a:gd name="csY14" fmla="*/ 199918 h 199823"/>
                <a:gd name="csX15" fmla="*/ 1738450 w 1798436"/>
                <a:gd name="csY15" fmla="*/ 199918 h 199823"/>
                <a:gd name="csX16" fmla="*/ 59946 w 1798436"/>
                <a:gd name="csY16" fmla="*/ 199918 h 199823"/>
                <a:gd name="csX17" fmla="*/ 0 w 1798436"/>
                <a:gd name="csY17" fmla="*/ 139972 h 199823"/>
                <a:gd name="csX18" fmla="*/ 0 w 1798436"/>
                <a:gd name="csY18" fmla="*/ 60040 h 199823"/>
                <a:gd name="csX19" fmla="*/ 59946 w 1798436"/>
                <a:gd name="csY19" fmla="*/ 94 h 199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798436" h="199823">
                  <a:moveTo>
                    <a:pt x="59946" y="10084"/>
                  </a:moveTo>
                  <a:cubicBezTo>
                    <a:pt x="32369" y="10116"/>
                    <a:pt x="10022" y="32463"/>
                    <a:pt x="9990" y="60040"/>
                  </a:cubicBezTo>
                  <a:lnTo>
                    <a:pt x="9990" y="139972"/>
                  </a:lnTo>
                  <a:cubicBezTo>
                    <a:pt x="10022" y="167549"/>
                    <a:pt x="32369" y="189896"/>
                    <a:pt x="59946" y="189928"/>
                  </a:cubicBezTo>
                  <a:lnTo>
                    <a:pt x="1738450" y="189928"/>
                  </a:lnTo>
                  <a:cubicBezTo>
                    <a:pt x="1766027" y="189896"/>
                    <a:pt x="1788374" y="167549"/>
                    <a:pt x="1788406" y="139972"/>
                  </a:cubicBezTo>
                  <a:lnTo>
                    <a:pt x="1788406" y="60040"/>
                  </a:lnTo>
                  <a:cubicBezTo>
                    <a:pt x="1788374" y="32463"/>
                    <a:pt x="1766027" y="10116"/>
                    <a:pt x="1738450" y="10084"/>
                  </a:cubicBezTo>
                  <a:lnTo>
                    <a:pt x="59946" y="10084"/>
                  </a:lnTo>
                  <a:moveTo>
                    <a:pt x="59946" y="94"/>
                  </a:moveTo>
                  <a:lnTo>
                    <a:pt x="1738450" y="94"/>
                  </a:lnTo>
                  <a:cubicBezTo>
                    <a:pt x="1771557" y="72"/>
                    <a:pt x="1798414" y="26892"/>
                    <a:pt x="1798436" y="60000"/>
                  </a:cubicBezTo>
                  <a:cubicBezTo>
                    <a:pt x="1798436" y="60013"/>
                    <a:pt x="1798436" y="60027"/>
                    <a:pt x="1798436" y="60040"/>
                  </a:cubicBezTo>
                  <a:lnTo>
                    <a:pt x="1798436" y="139972"/>
                  </a:lnTo>
                  <a:cubicBezTo>
                    <a:pt x="1798436" y="173079"/>
                    <a:pt x="1771598" y="199918"/>
                    <a:pt x="1738490" y="199918"/>
                  </a:cubicBezTo>
                  <a:cubicBezTo>
                    <a:pt x="1738477" y="199918"/>
                    <a:pt x="1738463" y="199918"/>
                    <a:pt x="1738450" y="199918"/>
                  </a:cubicBezTo>
                  <a:lnTo>
                    <a:pt x="59946" y="199918"/>
                  </a:lnTo>
                  <a:cubicBezTo>
                    <a:pt x="26839" y="199918"/>
                    <a:pt x="0" y="173079"/>
                    <a:pt x="0" y="139972"/>
                  </a:cubicBezTo>
                  <a:lnTo>
                    <a:pt x="0" y="60040"/>
                  </a:lnTo>
                  <a:cubicBezTo>
                    <a:pt x="0" y="26933"/>
                    <a:pt x="26839" y="94"/>
                    <a:pt x="59946" y="94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4F03B9C-B985-D1E2-AC8C-46A4F776C8B6}"/>
                </a:ext>
              </a:extLst>
            </p:cNvPr>
            <p:cNvSpPr/>
            <p:nvPr/>
          </p:nvSpPr>
          <p:spPr>
            <a:xfrm>
              <a:off x="246897" y="3517636"/>
              <a:ext cx="119891" cy="119891"/>
            </a:xfrm>
            <a:custGeom>
              <a:avLst/>
              <a:gdLst>
                <a:gd name="csX0" fmla="*/ 59967 w 119891"/>
                <a:gd name="csY0" fmla="*/ 101 h 119891"/>
                <a:gd name="csX1" fmla="*/ 119913 w 119891"/>
                <a:gd name="csY1" fmla="*/ 60047 h 119891"/>
                <a:gd name="csX2" fmla="*/ 59967 w 119891"/>
                <a:gd name="csY2" fmla="*/ 119993 h 119891"/>
                <a:gd name="csX3" fmla="*/ 21 w 119891"/>
                <a:gd name="csY3" fmla="*/ 60047 h 119891"/>
                <a:gd name="csX4" fmla="*/ 59967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59967" y="101"/>
                  </a:moveTo>
                  <a:cubicBezTo>
                    <a:pt x="93074" y="101"/>
                    <a:pt x="119913" y="26940"/>
                    <a:pt x="119913" y="60047"/>
                  </a:cubicBezTo>
                  <a:cubicBezTo>
                    <a:pt x="119913" y="93154"/>
                    <a:pt x="93074" y="119993"/>
                    <a:pt x="59967" y="119993"/>
                  </a:cubicBezTo>
                  <a:cubicBezTo>
                    <a:pt x="26860" y="119993"/>
                    <a:pt x="21" y="93154"/>
                    <a:pt x="21" y="60047"/>
                  </a:cubicBezTo>
                  <a:cubicBezTo>
                    <a:pt x="21" y="26940"/>
                    <a:pt x="26860" y="101"/>
                    <a:pt x="59967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BF6783B-0CAC-180B-585C-98FCB0BDE9AF}"/>
                </a:ext>
              </a:extLst>
            </p:cNvPr>
            <p:cNvSpPr/>
            <p:nvPr/>
          </p:nvSpPr>
          <p:spPr>
            <a:xfrm>
              <a:off x="486687" y="3517636"/>
              <a:ext cx="119891" cy="119891"/>
            </a:xfrm>
            <a:custGeom>
              <a:avLst/>
              <a:gdLst>
                <a:gd name="csX0" fmla="*/ 60008 w 119891"/>
                <a:gd name="csY0" fmla="*/ 101 h 119891"/>
                <a:gd name="csX1" fmla="*/ 119954 w 119891"/>
                <a:gd name="csY1" fmla="*/ 60047 h 119891"/>
                <a:gd name="csX2" fmla="*/ 60008 w 119891"/>
                <a:gd name="csY2" fmla="*/ 119993 h 119891"/>
                <a:gd name="csX3" fmla="*/ 62 w 119891"/>
                <a:gd name="csY3" fmla="*/ 60047 h 119891"/>
                <a:gd name="csX4" fmla="*/ 60008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008" y="101"/>
                  </a:moveTo>
                  <a:cubicBezTo>
                    <a:pt x="93116" y="101"/>
                    <a:pt x="119954" y="26940"/>
                    <a:pt x="119954" y="60047"/>
                  </a:cubicBezTo>
                  <a:cubicBezTo>
                    <a:pt x="119954" y="93154"/>
                    <a:pt x="93116" y="119993"/>
                    <a:pt x="60008" y="119993"/>
                  </a:cubicBezTo>
                  <a:cubicBezTo>
                    <a:pt x="26901" y="119993"/>
                    <a:pt x="62" y="93154"/>
                    <a:pt x="62" y="60047"/>
                  </a:cubicBezTo>
                  <a:cubicBezTo>
                    <a:pt x="62" y="26940"/>
                    <a:pt x="26901" y="101"/>
                    <a:pt x="60008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4CE6068-67A6-63B3-567E-E7CCC21ED148}"/>
                </a:ext>
              </a:extLst>
            </p:cNvPr>
            <p:cNvSpPr/>
            <p:nvPr/>
          </p:nvSpPr>
          <p:spPr>
            <a:xfrm>
              <a:off x="726476" y="3517636"/>
              <a:ext cx="119891" cy="119891"/>
            </a:xfrm>
            <a:custGeom>
              <a:avLst/>
              <a:gdLst>
                <a:gd name="csX0" fmla="*/ 60050 w 119891"/>
                <a:gd name="csY0" fmla="*/ 101 h 119891"/>
                <a:gd name="csX1" fmla="*/ 119996 w 119891"/>
                <a:gd name="csY1" fmla="*/ 60047 h 119891"/>
                <a:gd name="csX2" fmla="*/ 60050 w 119891"/>
                <a:gd name="csY2" fmla="*/ 119993 h 119891"/>
                <a:gd name="csX3" fmla="*/ 104 w 119891"/>
                <a:gd name="csY3" fmla="*/ 60047 h 119891"/>
                <a:gd name="csX4" fmla="*/ 60050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050" y="101"/>
                  </a:moveTo>
                  <a:cubicBezTo>
                    <a:pt x="93157" y="101"/>
                    <a:pt x="119996" y="26940"/>
                    <a:pt x="119996" y="60047"/>
                  </a:cubicBezTo>
                  <a:cubicBezTo>
                    <a:pt x="119996" y="93154"/>
                    <a:pt x="93157" y="119993"/>
                    <a:pt x="60050" y="119993"/>
                  </a:cubicBezTo>
                  <a:cubicBezTo>
                    <a:pt x="26943" y="119993"/>
                    <a:pt x="104" y="93154"/>
                    <a:pt x="104" y="60047"/>
                  </a:cubicBezTo>
                  <a:cubicBezTo>
                    <a:pt x="104" y="26940"/>
                    <a:pt x="26943" y="101"/>
                    <a:pt x="60050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926DDB9-5B02-53B6-1881-1BBBE0960CFD}"/>
                </a:ext>
              </a:extLst>
            </p:cNvPr>
            <p:cNvSpPr/>
            <p:nvPr/>
          </p:nvSpPr>
          <p:spPr>
            <a:xfrm>
              <a:off x="966266" y="3517636"/>
              <a:ext cx="119891" cy="119891"/>
            </a:xfrm>
            <a:custGeom>
              <a:avLst/>
              <a:gdLst>
                <a:gd name="csX0" fmla="*/ 60091 w 119891"/>
                <a:gd name="csY0" fmla="*/ 101 h 119891"/>
                <a:gd name="csX1" fmla="*/ 120037 w 119891"/>
                <a:gd name="csY1" fmla="*/ 60047 h 119891"/>
                <a:gd name="csX2" fmla="*/ 60091 w 119891"/>
                <a:gd name="csY2" fmla="*/ 119993 h 119891"/>
                <a:gd name="csX3" fmla="*/ 146 w 119891"/>
                <a:gd name="csY3" fmla="*/ 60047 h 119891"/>
                <a:gd name="csX4" fmla="*/ 60091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091" y="101"/>
                  </a:moveTo>
                  <a:cubicBezTo>
                    <a:pt x="93199" y="101"/>
                    <a:pt x="120037" y="26940"/>
                    <a:pt x="120037" y="60047"/>
                  </a:cubicBezTo>
                  <a:cubicBezTo>
                    <a:pt x="120037" y="93154"/>
                    <a:pt x="93199" y="119993"/>
                    <a:pt x="60091" y="119993"/>
                  </a:cubicBezTo>
                  <a:cubicBezTo>
                    <a:pt x="26984" y="119993"/>
                    <a:pt x="146" y="93154"/>
                    <a:pt x="146" y="60047"/>
                  </a:cubicBezTo>
                  <a:cubicBezTo>
                    <a:pt x="146" y="26940"/>
                    <a:pt x="26984" y="101"/>
                    <a:pt x="60091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F8FD91-B198-2989-D411-C6868A08B7F9}"/>
                </a:ext>
              </a:extLst>
            </p:cNvPr>
            <p:cNvSpPr/>
            <p:nvPr/>
          </p:nvSpPr>
          <p:spPr>
            <a:xfrm>
              <a:off x="1206056" y="3517636"/>
              <a:ext cx="119891" cy="119891"/>
            </a:xfrm>
            <a:custGeom>
              <a:avLst/>
              <a:gdLst>
                <a:gd name="csX0" fmla="*/ 60133 w 119891"/>
                <a:gd name="csY0" fmla="*/ 101 h 119891"/>
                <a:gd name="csX1" fmla="*/ 120079 w 119891"/>
                <a:gd name="csY1" fmla="*/ 60047 h 119891"/>
                <a:gd name="csX2" fmla="*/ 60133 w 119891"/>
                <a:gd name="csY2" fmla="*/ 119993 h 119891"/>
                <a:gd name="csX3" fmla="*/ 187 w 119891"/>
                <a:gd name="csY3" fmla="*/ 60047 h 119891"/>
                <a:gd name="csX4" fmla="*/ 60133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133" y="101"/>
                  </a:moveTo>
                  <a:cubicBezTo>
                    <a:pt x="93240" y="101"/>
                    <a:pt x="120079" y="26940"/>
                    <a:pt x="120079" y="60047"/>
                  </a:cubicBezTo>
                  <a:cubicBezTo>
                    <a:pt x="120079" y="93154"/>
                    <a:pt x="93240" y="119993"/>
                    <a:pt x="60133" y="119993"/>
                  </a:cubicBezTo>
                  <a:cubicBezTo>
                    <a:pt x="27026" y="119993"/>
                    <a:pt x="187" y="93154"/>
                    <a:pt x="187" y="60047"/>
                  </a:cubicBezTo>
                  <a:cubicBezTo>
                    <a:pt x="187" y="26940"/>
                    <a:pt x="27026" y="101"/>
                    <a:pt x="60133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554F7D1-0020-08AE-F29E-F8A307B67C98}"/>
                </a:ext>
              </a:extLst>
            </p:cNvPr>
            <p:cNvSpPr/>
            <p:nvPr/>
          </p:nvSpPr>
          <p:spPr>
            <a:xfrm>
              <a:off x="1445845" y="3517636"/>
              <a:ext cx="119891" cy="119891"/>
            </a:xfrm>
            <a:custGeom>
              <a:avLst/>
              <a:gdLst>
                <a:gd name="csX0" fmla="*/ 60175 w 119891"/>
                <a:gd name="csY0" fmla="*/ 101 h 119891"/>
                <a:gd name="csX1" fmla="*/ 120121 w 119891"/>
                <a:gd name="csY1" fmla="*/ 60047 h 119891"/>
                <a:gd name="csX2" fmla="*/ 60175 w 119891"/>
                <a:gd name="csY2" fmla="*/ 119993 h 119891"/>
                <a:gd name="csX3" fmla="*/ 229 w 119891"/>
                <a:gd name="csY3" fmla="*/ 60047 h 119891"/>
                <a:gd name="csX4" fmla="*/ 60175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175" y="101"/>
                  </a:moveTo>
                  <a:cubicBezTo>
                    <a:pt x="93282" y="101"/>
                    <a:pt x="120121" y="26940"/>
                    <a:pt x="120121" y="60047"/>
                  </a:cubicBezTo>
                  <a:cubicBezTo>
                    <a:pt x="120121" y="93154"/>
                    <a:pt x="93282" y="119993"/>
                    <a:pt x="60175" y="119993"/>
                  </a:cubicBezTo>
                  <a:cubicBezTo>
                    <a:pt x="27067" y="119993"/>
                    <a:pt x="229" y="93154"/>
                    <a:pt x="229" y="60047"/>
                  </a:cubicBezTo>
                  <a:cubicBezTo>
                    <a:pt x="229" y="26940"/>
                    <a:pt x="27067" y="101"/>
                    <a:pt x="60175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7F09776-E46C-BA58-777F-A7870B2F8156}"/>
                </a:ext>
              </a:extLst>
            </p:cNvPr>
            <p:cNvSpPr/>
            <p:nvPr/>
          </p:nvSpPr>
          <p:spPr>
            <a:xfrm>
              <a:off x="1685635" y="3517636"/>
              <a:ext cx="119891" cy="119891"/>
            </a:xfrm>
            <a:custGeom>
              <a:avLst/>
              <a:gdLst>
                <a:gd name="csX0" fmla="*/ 60216 w 119891"/>
                <a:gd name="csY0" fmla="*/ 101 h 119891"/>
                <a:gd name="csX1" fmla="*/ 120162 w 119891"/>
                <a:gd name="csY1" fmla="*/ 60047 h 119891"/>
                <a:gd name="csX2" fmla="*/ 60216 w 119891"/>
                <a:gd name="csY2" fmla="*/ 119993 h 119891"/>
                <a:gd name="csX3" fmla="*/ 270 w 119891"/>
                <a:gd name="csY3" fmla="*/ 60047 h 119891"/>
                <a:gd name="csX4" fmla="*/ 60216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216" y="101"/>
                  </a:moveTo>
                  <a:cubicBezTo>
                    <a:pt x="93323" y="101"/>
                    <a:pt x="120162" y="26940"/>
                    <a:pt x="120162" y="60047"/>
                  </a:cubicBezTo>
                  <a:cubicBezTo>
                    <a:pt x="120162" y="93154"/>
                    <a:pt x="93323" y="119993"/>
                    <a:pt x="60216" y="119993"/>
                  </a:cubicBezTo>
                  <a:cubicBezTo>
                    <a:pt x="27109" y="119993"/>
                    <a:pt x="270" y="93154"/>
                    <a:pt x="270" y="60047"/>
                  </a:cubicBezTo>
                  <a:cubicBezTo>
                    <a:pt x="270" y="26940"/>
                    <a:pt x="27109" y="101"/>
                    <a:pt x="60216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41" name="Graphic 5">
            <a:extLst>
              <a:ext uri="{FF2B5EF4-FFF2-40B4-BE49-F238E27FC236}">
                <a16:creationId xmlns:a16="http://schemas.microsoft.com/office/drawing/2014/main" id="{72C9F5BA-111B-2589-6DA0-C3FF1C8C5E0B}"/>
              </a:ext>
            </a:extLst>
          </p:cNvPr>
          <p:cNvGrpSpPr/>
          <p:nvPr/>
        </p:nvGrpSpPr>
        <p:grpSpPr>
          <a:xfrm>
            <a:off x="2901367" y="3748797"/>
            <a:ext cx="472969" cy="467201"/>
            <a:chOff x="2901367" y="3748797"/>
            <a:chExt cx="472969" cy="467201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E3C75CD1-8BFE-3880-34F7-4416BE47CEC5}"/>
                </a:ext>
              </a:extLst>
            </p:cNvPr>
            <p:cNvSpPr/>
            <p:nvPr/>
          </p:nvSpPr>
          <p:spPr>
            <a:xfrm>
              <a:off x="2901367" y="3748797"/>
              <a:ext cx="472969" cy="467201"/>
            </a:xfrm>
            <a:custGeom>
              <a:avLst/>
              <a:gdLst>
                <a:gd name="csX0" fmla="*/ 438843 w 472969"/>
                <a:gd name="csY0" fmla="*/ 141 h 467201"/>
                <a:gd name="csX1" fmla="*/ 473450 w 472969"/>
                <a:gd name="csY1" fmla="*/ 141 h 467201"/>
                <a:gd name="csX2" fmla="*/ 473450 w 472969"/>
                <a:gd name="csY2" fmla="*/ 467342 h 467201"/>
                <a:gd name="csX3" fmla="*/ 438843 w 472969"/>
                <a:gd name="csY3" fmla="*/ 467342 h 467201"/>
                <a:gd name="csX4" fmla="*/ 35088 w 472969"/>
                <a:gd name="csY4" fmla="*/ 467342 h 467201"/>
                <a:gd name="csX5" fmla="*/ 481 w 472969"/>
                <a:gd name="csY5" fmla="*/ 467342 h 467201"/>
                <a:gd name="csX6" fmla="*/ 481 w 472969"/>
                <a:gd name="csY6" fmla="*/ 141 h 467201"/>
                <a:gd name="csX7" fmla="*/ 35088 w 472969"/>
                <a:gd name="csY7" fmla="*/ 141 h 4672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72969" h="467201">
                  <a:moveTo>
                    <a:pt x="438843" y="141"/>
                  </a:moveTo>
                  <a:cubicBezTo>
                    <a:pt x="457956" y="141"/>
                    <a:pt x="473450" y="141"/>
                    <a:pt x="473450" y="141"/>
                  </a:cubicBezTo>
                  <a:lnTo>
                    <a:pt x="473450" y="467342"/>
                  </a:lnTo>
                  <a:cubicBezTo>
                    <a:pt x="473450" y="467342"/>
                    <a:pt x="457956" y="467342"/>
                    <a:pt x="438843" y="467342"/>
                  </a:cubicBezTo>
                  <a:lnTo>
                    <a:pt x="35088" y="467342"/>
                  </a:lnTo>
                  <a:cubicBezTo>
                    <a:pt x="15975" y="467342"/>
                    <a:pt x="481" y="467342"/>
                    <a:pt x="481" y="467342"/>
                  </a:cubicBezTo>
                  <a:lnTo>
                    <a:pt x="481" y="141"/>
                  </a:lnTo>
                  <a:cubicBezTo>
                    <a:pt x="481" y="141"/>
                    <a:pt x="15975" y="141"/>
                    <a:pt x="35088" y="141"/>
                  </a:cubicBezTo>
                  <a:close/>
                </a:path>
              </a:pathLst>
            </a:custGeom>
            <a:solidFill>
              <a:srgbClr val="F2F2F2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FCE0A711-3508-7340-2BFF-764CBE1F361E}"/>
                </a:ext>
              </a:extLst>
            </p:cNvPr>
            <p:cNvSpPr/>
            <p:nvPr/>
          </p:nvSpPr>
          <p:spPr>
            <a:xfrm>
              <a:off x="2903115" y="3750654"/>
              <a:ext cx="470852" cy="464317"/>
            </a:xfrm>
            <a:custGeom>
              <a:avLst/>
              <a:gdLst>
                <a:gd name="csX0" fmla="*/ 20092 w 470852"/>
                <a:gd name="csY0" fmla="*/ 9947 h 464317"/>
                <a:gd name="csX1" fmla="*/ 10287 w 470852"/>
                <a:gd name="csY1" fmla="*/ 19752 h 464317"/>
                <a:gd name="csX2" fmla="*/ 10287 w 470852"/>
                <a:gd name="csY2" fmla="*/ 444848 h 464317"/>
                <a:gd name="csX3" fmla="*/ 20092 w 470852"/>
                <a:gd name="csY3" fmla="*/ 454653 h 464317"/>
                <a:gd name="csX4" fmla="*/ 451723 w 470852"/>
                <a:gd name="csY4" fmla="*/ 454653 h 464317"/>
                <a:gd name="csX5" fmla="*/ 461528 w 470852"/>
                <a:gd name="csY5" fmla="*/ 444848 h 464317"/>
                <a:gd name="csX6" fmla="*/ 461528 w 470852"/>
                <a:gd name="csY6" fmla="*/ 19752 h 464317"/>
                <a:gd name="csX7" fmla="*/ 451723 w 470852"/>
                <a:gd name="csY7" fmla="*/ 9947 h 464317"/>
                <a:gd name="csX8" fmla="*/ 20092 w 470852"/>
                <a:gd name="csY8" fmla="*/ 9947 h 464317"/>
                <a:gd name="csX9" fmla="*/ 20092 w 470852"/>
                <a:gd name="csY9" fmla="*/ 141 h 464317"/>
                <a:gd name="csX10" fmla="*/ 451723 w 470852"/>
                <a:gd name="csY10" fmla="*/ 141 h 464317"/>
                <a:gd name="csX11" fmla="*/ 471334 w 470852"/>
                <a:gd name="csY11" fmla="*/ 19752 h 464317"/>
                <a:gd name="csX12" fmla="*/ 471334 w 470852"/>
                <a:gd name="csY12" fmla="*/ 444848 h 464317"/>
                <a:gd name="csX13" fmla="*/ 451723 w 470852"/>
                <a:gd name="csY13" fmla="*/ 464459 h 464317"/>
                <a:gd name="csX14" fmla="*/ 20092 w 470852"/>
                <a:gd name="csY14" fmla="*/ 464459 h 464317"/>
                <a:gd name="csX15" fmla="*/ 481 w 470852"/>
                <a:gd name="csY15" fmla="*/ 444848 h 464317"/>
                <a:gd name="csX16" fmla="*/ 481 w 470852"/>
                <a:gd name="csY16" fmla="*/ 19752 h 464317"/>
                <a:gd name="csX17" fmla="*/ 20092 w 470852"/>
                <a:gd name="csY17" fmla="*/ 141 h 4643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70852" h="464317">
                  <a:moveTo>
                    <a:pt x="20092" y="9947"/>
                  </a:moveTo>
                  <a:cubicBezTo>
                    <a:pt x="14677" y="9947"/>
                    <a:pt x="10287" y="14337"/>
                    <a:pt x="10287" y="19752"/>
                  </a:cubicBezTo>
                  <a:lnTo>
                    <a:pt x="10287" y="444848"/>
                  </a:lnTo>
                  <a:cubicBezTo>
                    <a:pt x="10287" y="450263"/>
                    <a:pt x="14677" y="454653"/>
                    <a:pt x="20092" y="454653"/>
                  </a:cubicBezTo>
                  <a:lnTo>
                    <a:pt x="451723" y="454653"/>
                  </a:lnTo>
                  <a:cubicBezTo>
                    <a:pt x="457138" y="454653"/>
                    <a:pt x="461528" y="450263"/>
                    <a:pt x="461528" y="444848"/>
                  </a:cubicBezTo>
                  <a:lnTo>
                    <a:pt x="461528" y="19752"/>
                  </a:lnTo>
                  <a:cubicBezTo>
                    <a:pt x="461528" y="14337"/>
                    <a:pt x="457138" y="9947"/>
                    <a:pt x="451723" y="9947"/>
                  </a:cubicBezTo>
                  <a:lnTo>
                    <a:pt x="20092" y="9947"/>
                  </a:lnTo>
                  <a:moveTo>
                    <a:pt x="20092" y="141"/>
                  </a:moveTo>
                  <a:lnTo>
                    <a:pt x="451723" y="141"/>
                  </a:lnTo>
                  <a:cubicBezTo>
                    <a:pt x="462554" y="141"/>
                    <a:pt x="471334" y="8921"/>
                    <a:pt x="471334" y="19752"/>
                  </a:cubicBezTo>
                  <a:lnTo>
                    <a:pt x="471334" y="444848"/>
                  </a:lnTo>
                  <a:cubicBezTo>
                    <a:pt x="471334" y="455679"/>
                    <a:pt x="462554" y="464459"/>
                    <a:pt x="451723" y="464459"/>
                  </a:cubicBezTo>
                  <a:lnTo>
                    <a:pt x="20092" y="464459"/>
                  </a:lnTo>
                  <a:cubicBezTo>
                    <a:pt x="9261" y="464459"/>
                    <a:pt x="481" y="455679"/>
                    <a:pt x="481" y="444848"/>
                  </a:cubicBezTo>
                  <a:lnTo>
                    <a:pt x="481" y="19752"/>
                  </a:lnTo>
                  <a:cubicBezTo>
                    <a:pt x="481" y="8921"/>
                    <a:pt x="9261" y="141"/>
                    <a:pt x="20092" y="141"/>
                  </a:cubicBezTo>
                  <a:close/>
                </a:path>
              </a:pathLst>
            </a:custGeom>
            <a:solidFill>
              <a:srgbClr val="090814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C4B992F2-CB0C-FADB-EC40-E50311204C7D}"/>
                </a:ext>
              </a:extLst>
            </p:cNvPr>
            <p:cNvSpPr/>
            <p:nvPr/>
          </p:nvSpPr>
          <p:spPr>
            <a:xfrm>
              <a:off x="2981593" y="3829132"/>
              <a:ext cx="313901" cy="19610"/>
            </a:xfrm>
            <a:custGeom>
              <a:avLst/>
              <a:gdLst>
                <a:gd name="csX0" fmla="*/ 10300 w 313901"/>
                <a:gd name="csY0" fmla="*/ 155 h 19610"/>
                <a:gd name="csX1" fmla="*/ 304591 w 313901"/>
                <a:gd name="csY1" fmla="*/ 155 h 19610"/>
                <a:gd name="csX2" fmla="*/ 314396 w 313901"/>
                <a:gd name="csY2" fmla="*/ 9960 h 19610"/>
                <a:gd name="csX3" fmla="*/ 304591 w 313901"/>
                <a:gd name="csY3" fmla="*/ 19766 h 19610"/>
                <a:gd name="csX4" fmla="*/ 10300 w 313901"/>
                <a:gd name="csY4" fmla="*/ 19766 h 19610"/>
                <a:gd name="csX5" fmla="*/ 495 w 313901"/>
                <a:gd name="csY5" fmla="*/ 9960 h 19610"/>
                <a:gd name="csX6" fmla="*/ 10300 w 313901"/>
                <a:gd name="csY6" fmla="*/ 155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300" y="155"/>
                  </a:moveTo>
                  <a:lnTo>
                    <a:pt x="304591" y="155"/>
                  </a:lnTo>
                  <a:cubicBezTo>
                    <a:pt x="310006" y="155"/>
                    <a:pt x="314396" y="4545"/>
                    <a:pt x="314396" y="9960"/>
                  </a:cubicBezTo>
                  <a:cubicBezTo>
                    <a:pt x="314396" y="15376"/>
                    <a:pt x="310006" y="19766"/>
                    <a:pt x="304591" y="19766"/>
                  </a:cubicBezTo>
                  <a:lnTo>
                    <a:pt x="10300" y="19766"/>
                  </a:lnTo>
                  <a:cubicBezTo>
                    <a:pt x="4885" y="19766"/>
                    <a:pt x="495" y="15376"/>
                    <a:pt x="495" y="9960"/>
                  </a:cubicBezTo>
                  <a:cubicBezTo>
                    <a:pt x="495" y="4545"/>
                    <a:pt x="4885" y="155"/>
                    <a:pt x="10300" y="155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89AE5BF1-F1FA-2685-D34A-FD3379CD4D91}"/>
                </a:ext>
              </a:extLst>
            </p:cNvPr>
            <p:cNvSpPr/>
            <p:nvPr/>
          </p:nvSpPr>
          <p:spPr>
            <a:xfrm>
              <a:off x="2981593" y="3901070"/>
              <a:ext cx="313901" cy="19610"/>
            </a:xfrm>
            <a:custGeom>
              <a:avLst/>
              <a:gdLst>
                <a:gd name="csX0" fmla="*/ 10300 w 313901"/>
                <a:gd name="csY0" fmla="*/ 167 h 19610"/>
                <a:gd name="csX1" fmla="*/ 304591 w 313901"/>
                <a:gd name="csY1" fmla="*/ 167 h 19610"/>
                <a:gd name="csX2" fmla="*/ 314396 w 313901"/>
                <a:gd name="csY2" fmla="*/ 9973 h 19610"/>
                <a:gd name="csX3" fmla="*/ 304591 w 313901"/>
                <a:gd name="csY3" fmla="*/ 19778 h 19610"/>
                <a:gd name="csX4" fmla="*/ 10300 w 313901"/>
                <a:gd name="csY4" fmla="*/ 19778 h 19610"/>
                <a:gd name="csX5" fmla="*/ 495 w 313901"/>
                <a:gd name="csY5" fmla="*/ 9973 h 19610"/>
                <a:gd name="csX6" fmla="*/ 10300 w 313901"/>
                <a:gd name="csY6" fmla="*/ 167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300" y="167"/>
                  </a:moveTo>
                  <a:lnTo>
                    <a:pt x="304591" y="167"/>
                  </a:lnTo>
                  <a:cubicBezTo>
                    <a:pt x="310006" y="167"/>
                    <a:pt x="314396" y="4558"/>
                    <a:pt x="314396" y="9973"/>
                  </a:cubicBezTo>
                  <a:cubicBezTo>
                    <a:pt x="314396" y="15388"/>
                    <a:pt x="310006" y="19778"/>
                    <a:pt x="304591" y="19778"/>
                  </a:cubicBezTo>
                  <a:lnTo>
                    <a:pt x="10300" y="19778"/>
                  </a:lnTo>
                  <a:cubicBezTo>
                    <a:pt x="4885" y="19778"/>
                    <a:pt x="495" y="15388"/>
                    <a:pt x="495" y="9973"/>
                  </a:cubicBezTo>
                  <a:cubicBezTo>
                    <a:pt x="495" y="4558"/>
                    <a:pt x="4885" y="167"/>
                    <a:pt x="10300" y="167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E0A1E0F-EE88-F8B8-4D92-FE0914F45661}"/>
                </a:ext>
              </a:extLst>
            </p:cNvPr>
            <p:cNvSpPr/>
            <p:nvPr/>
          </p:nvSpPr>
          <p:spPr>
            <a:xfrm>
              <a:off x="2981593" y="3973007"/>
              <a:ext cx="313901" cy="19610"/>
            </a:xfrm>
            <a:custGeom>
              <a:avLst/>
              <a:gdLst>
                <a:gd name="csX0" fmla="*/ 10300 w 313901"/>
                <a:gd name="csY0" fmla="*/ 180 h 19610"/>
                <a:gd name="csX1" fmla="*/ 304591 w 313901"/>
                <a:gd name="csY1" fmla="*/ 180 h 19610"/>
                <a:gd name="csX2" fmla="*/ 314396 w 313901"/>
                <a:gd name="csY2" fmla="*/ 9985 h 19610"/>
                <a:gd name="csX3" fmla="*/ 304591 w 313901"/>
                <a:gd name="csY3" fmla="*/ 19791 h 19610"/>
                <a:gd name="csX4" fmla="*/ 10300 w 313901"/>
                <a:gd name="csY4" fmla="*/ 19791 h 19610"/>
                <a:gd name="csX5" fmla="*/ 495 w 313901"/>
                <a:gd name="csY5" fmla="*/ 9985 h 19610"/>
                <a:gd name="csX6" fmla="*/ 10300 w 313901"/>
                <a:gd name="csY6" fmla="*/ 180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300" y="180"/>
                  </a:moveTo>
                  <a:lnTo>
                    <a:pt x="304591" y="180"/>
                  </a:lnTo>
                  <a:cubicBezTo>
                    <a:pt x="310006" y="180"/>
                    <a:pt x="314396" y="4570"/>
                    <a:pt x="314396" y="9985"/>
                  </a:cubicBezTo>
                  <a:cubicBezTo>
                    <a:pt x="314396" y="15401"/>
                    <a:pt x="310006" y="19791"/>
                    <a:pt x="304591" y="19791"/>
                  </a:cubicBezTo>
                  <a:lnTo>
                    <a:pt x="10300" y="19791"/>
                  </a:lnTo>
                  <a:cubicBezTo>
                    <a:pt x="4885" y="19791"/>
                    <a:pt x="495" y="15401"/>
                    <a:pt x="495" y="9985"/>
                  </a:cubicBezTo>
                  <a:cubicBezTo>
                    <a:pt x="495" y="4570"/>
                    <a:pt x="4885" y="180"/>
                    <a:pt x="10300" y="180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2AAEA8FD-51BA-CB6D-06ED-BDFFEB74C835}"/>
                </a:ext>
              </a:extLst>
            </p:cNvPr>
            <p:cNvSpPr/>
            <p:nvPr/>
          </p:nvSpPr>
          <p:spPr>
            <a:xfrm>
              <a:off x="2981593" y="4044939"/>
              <a:ext cx="313901" cy="19610"/>
            </a:xfrm>
            <a:custGeom>
              <a:avLst/>
              <a:gdLst>
                <a:gd name="csX0" fmla="*/ 10300 w 313901"/>
                <a:gd name="csY0" fmla="*/ 192 h 19610"/>
                <a:gd name="csX1" fmla="*/ 304591 w 313901"/>
                <a:gd name="csY1" fmla="*/ 192 h 19610"/>
                <a:gd name="csX2" fmla="*/ 314396 w 313901"/>
                <a:gd name="csY2" fmla="*/ 9998 h 19610"/>
                <a:gd name="csX3" fmla="*/ 304591 w 313901"/>
                <a:gd name="csY3" fmla="*/ 19803 h 19610"/>
                <a:gd name="csX4" fmla="*/ 10300 w 313901"/>
                <a:gd name="csY4" fmla="*/ 19803 h 19610"/>
                <a:gd name="csX5" fmla="*/ 495 w 313901"/>
                <a:gd name="csY5" fmla="*/ 9998 h 19610"/>
                <a:gd name="csX6" fmla="*/ 10300 w 313901"/>
                <a:gd name="csY6" fmla="*/ 192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300" y="192"/>
                  </a:moveTo>
                  <a:lnTo>
                    <a:pt x="304591" y="192"/>
                  </a:lnTo>
                  <a:cubicBezTo>
                    <a:pt x="310006" y="192"/>
                    <a:pt x="314396" y="4582"/>
                    <a:pt x="314396" y="9998"/>
                  </a:cubicBezTo>
                  <a:cubicBezTo>
                    <a:pt x="314396" y="15413"/>
                    <a:pt x="310006" y="19803"/>
                    <a:pt x="304591" y="19803"/>
                  </a:cubicBezTo>
                  <a:lnTo>
                    <a:pt x="10300" y="19803"/>
                  </a:lnTo>
                  <a:cubicBezTo>
                    <a:pt x="4885" y="19803"/>
                    <a:pt x="495" y="15413"/>
                    <a:pt x="495" y="9998"/>
                  </a:cubicBezTo>
                  <a:cubicBezTo>
                    <a:pt x="495" y="4582"/>
                    <a:pt x="4885" y="192"/>
                    <a:pt x="10300" y="192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96826BE3-D67E-ABE9-2075-925D5D29ADD8}"/>
                </a:ext>
              </a:extLst>
            </p:cNvPr>
            <p:cNvSpPr/>
            <p:nvPr/>
          </p:nvSpPr>
          <p:spPr>
            <a:xfrm>
              <a:off x="2981593" y="4116876"/>
              <a:ext cx="313901" cy="19610"/>
            </a:xfrm>
            <a:custGeom>
              <a:avLst/>
              <a:gdLst>
                <a:gd name="csX0" fmla="*/ 10300 w 313901"/>
                <a:gd name="csY0" fmla="*/ 205 h 19610"/>
                <a:gd name="csX1" fmla="*/ 304591 w 313901"/>
                <a:gd name="csY1" fmla="*/ 205 h 19610"/>
                <a:gd name="csX2" fmla="*/ 314396 w 313901"/>
                <a:gd name="csY2" fmla="*/ 10010 h 19610"/>
                <a:gd name="csX3" fmla="*/ 304591 w 313901"/>
                <a:gd name="csY3" fmla="*/ 19816 h 19610"/>
                <a:gd name="csX4" fmla="*/ 10300 w 313901"/>
                <a:gd name="csY4" fmla="*/ 19816 h 19610"/>
                <a:gd name="csX5" fmla="*/ 495 w 313901"/>
                <a:gd name="csY5" fmla="*/ 10010 h 19610"/>
                <a:gd name="csX6" fmla="*/ 10300 w 313901"/>
                <a:gd name="csY6" fmla="*/ 205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300" y="205"/>
                  </a:moveTo>
                  <a:lnTo>
                    <a:pt x="304591" y="205"/>
                  </a:lnTo>
                  <a:cubicBezTo>
                    <a:pt x="310006" y="205"/>
                    <a:pt x="314396" y="4595"/>
                    <a:pt x="314396" y="10010"/>
                  </a:cubicBezTo>
                  <a:cubicBezTo>
                    <a:pt x="314396" y="15426"/>
                    <a:pt x="310006" y="19816"/>
                    <a:pt x="304591" y="19816"/>
                  </a:cubicBezTo>
                  <a:lnTo>
                    <a:pt x="10300" y="19816"/>
                  </a:lnTo>
                  <a:cubicBezTo>
                    <a:pt x="4885" y="19816"/>
                    <a:pt x="495" y="15426"/>
                    <a:pt x="495" y="10010"/>
                  </a:cubicBezTo>
                  <a:cubicBezTo>
                    <a:pt x="495" y="4595"/>
                    <a:pt x="4885" y="205"/>
                    <a:pt x="10300" y="205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49" name="Graphic 5">
            <a:extLst>
              <a:ext uri="{FF2B5EF4-FFF2-40B4-BE49-F238E27FC236}">
                <a16:creationId xmlns:a16="http://schemas.microsoft.com/office/drawing/2014/main" id="{7F4D13FA-6988-3CF1-E2DF-D5E3A214C110}"/>
              </a:ext>
            </a:extLst>
          </p:cNvPr>
          <p:cNvGrpSpPr/>
          <p:nvPr/>
        </p:nvGrpSpPr>
        <p:grpSpPr>
          <a:xfrm>
            <a:off x="2172570" y="3194269"/>
            <a:ext cx="552061" cy="462165"/>
            <a:chOff x="2172570" y="3194269"/>
            <a:chExt cx="552061" cy="462165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D18EC5F-97D4-5FC7-5A57-B04DA826FFD8}"/>
                </a:ext>
              </a:extLst>
            </p:cNvPr>
            <p:cNvSpPr/>
            <p:nvPr/>
          </p:nvSpPr>
          <p:spPr>
            <a:xfrm rot="1200000">
              <a:off x="2213172" y="3265128"/>
              <a:ext cx="470858" cy="320448"/>
            </a:xfrm>
            <a:custGeom>
              <a:avLst/>
              <a:gdLst>
                <a:gd name="csX0" fmla="*/ 436612 w 470858"/>
                <a:gd name="csY0" fmla="*/ 57 h 320448"/>
                <a:gd name="csX1" fmla="*/ 471220 w 470858"/>
                <a:gd name="csY1" fmla="*/ 57 h 320448"/>
                <a:gd name="csX2" fmla="*/ 471220 w 470858"/>
                <a:gd name="csY2" fmla="*/ 320505 h 320448"/>
                <a:gd name="csX3" fmla="*/ 436612 w 470858"/>
                <a:gd name="csY3" fmla="*/ 320505 h 320448"/>
                <a:gd name="csX4" fmla="*/ 34969 w 470858"/>
                <a:gd name="csY4" fmla="*/ 320505 h 320448"/>
                <a:gd name="csX5" fmla="*/ 362 w 470858"/>
                <a:gd name="csY5" fmla="*/ 320505 h 320448"/>
                <a:gd name="csX6" fmla="*/ 362 w 470858"/>
                <a:gd name="csY6" fmla="*/ 57 h 320448"/>
                <a:gd name="csX7" fmla="*/ 34969 w 470858"/>
                <a:gd name="csY7" fmla="*/ 57 h 3204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70858" h="320448">
                  <a:moveTo>
                    <a:pt x="436612" y="57"/>
                  </a:moveTo>
                  <a:cubicBezTo>
                    <a:pt x="455725" y="57"/>
                    <a:pt x="471220" y="57"/>
                    <a:pt x="471220" y="57"/>
                  </a:cubicBezTo>
                  <a:lnTo>
                    <a:pt x="471220" y="320505"/>
                  </a:lnTo>
                  <a:cubicBezTo>
                    <a:pt x="471220" y="320505"/>
                    <a:pt x="455725" y="320505"/>
                    <a:pt x="436612" y="320505"/>
                  </a:cubicBezTo>
                  <a:lnTo>
                    <a:pt x="34969" y="320505"/>
                  </a:lnTo>
                  <a:cubicBezTo>
                    <a:pt x="15856" y="320505"/>
                    <a:pt x="362" y="320505"/>
                    <a:pt x="362" y="320505"/>
                  </a:cubicBezTo>
                  <a:lnTo>
                    <a:pt x="362" y="57"/>
                  </a:lnTo>
                  <a:cubicBezTo>
                    <a:pt x="362" y="57"/>
                    <a:pt x="15856" y="57"/>
                    <a:pt x="34969" y="57"/>
                  </a:cubicBezTo>
                  <a:close/>
                </a:path>
              </a:pathLst>
            </a:custGeom>
            <a:solidFill>
              <a:srgbClr val="F2F2F2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D564540D-AE64-F558-8FD3-B90E9D5AC623}"/>
                </a:ext>
              </a:extLst>
            </p:cNvPr>
            <p:cNvSpPr/>
            <p:nvPr/>
          </p:nvSpPr>
          <p:spPr>
            <a:xfrm rot="1200000">
              <a:off x="2213174" y="3265127"/>
              <a:ext cx="470852" cy="320436"/>
            </a:xfrm>
            <a:custGeom>
              <a:avLst/>
              <a:gdLst>
                <a:gd name="csX0" fmla="*/ 19973 w 470852"/>
                <a:gd name="csY0" fmla="*/ 9863 h 320436"/>
                <a:gd name="csX1" fmla="*/ 10167 w 470852"/>
                <a:gd name="csY1" fmla="*/ 19668 h 320436"/>
                <a:gd name="csX2" fmla="*/ 10167 w 470852"/>
                <a:gd name="csY2" fmla="*/ 300883 h 320436"/>
                <a:gd name="csX3" fmla="*/ 19973 w 470852"/>
                <a:gd name="csY3" fmla="*/ 310688 h 320436"/>
                <a:gd name="csX4" fmla="*/ 451603 w 470852"/>
                <a:gd name="csY4" fmla="*/ 310688 h 320436"/>
                <a:gd name="csX5" fmla="*/ 461409 w 470852"/>
                <a:gd name="csY5" fmla="*/ 300883 h 320436"/>
                <a:gd name="csX6" fmla="*/ 461409 w 470852"/>
                <a:gd name="csY6" fmla="*/ 19668 h 320436"/>
                <a:gd name="csX7" fmla="*/ 451603 w 470852"/>
                <a:gd name="csY7" fmla="*/ 9863 h 320436"/>
                <a:gd name="csX8" fmla="*/ 19973 w 470852"/>
                <a:gd name="csY8" fmla="*/ 9863 h 320436"/>
                <a:gd name="csX9" fmla="*/ 19973 w 470852"/>
                <a:gd name="csY9" fmla="*/ 57 h 320436"/>
                <a:gd name="csX10" fmla="*/ 451603 w 470852"/>
                <a:gd name="csY10" fmla="*/ 57 h 320436"/>
                <a:gd name="csX11" fmla="*/ 471214 w 470852"/>
                <a:gd name="csY11" fmla="*/ 19668 h 320436"/>
                <a:gd name="csX12" fmla="*/ 471214 w 470852"/>
                <a:gd name="csY12" fmla="*/ 300883 h 320436"/>
                <a:gd name="csX13" fmla="*/ 451603 w 470852"/>
                <a:gd name="csY13" fmla="*/ 320494 h 320436"/>
                <a:gd name="csX14" fmla="*/ 19973 w 470852"/>
                <a:gd name="csY14" fmla="*/ 320494 h 320436"/>
                <a:gd name="csX15" fmla="*/ 362 w 470852"/>
                <a:gd name="csY15" fmla="*/ 300883 h 320436"/>
                <a:gd name="csX16" fmla="*/ 362 w 470852"/>
                <a:gd name="csY16" fmla="*/ 19668 h 320436"/>
                <a:gd name="csX17" fmla="*/ 19973 w 470852"/>
                <a:gd name="csY17" fmla="*/ 57 h 3204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70852" h="320436">
                  <a:moveTo>
                    <a:pt x="19973" y="9863"/>
                  </a:moveTo>
                  <a:cubicBezTo>
                    <a:pt x="14557" y="9863"/>
                    <a:pt x="10167" y="14253"/>
                    <a:pt x="10167" y="19668"/>
                  </a:cubicBezTo>
                  <a:lnTo>
                    <a:pt x="10167" y="300883"/>
                  </a:lnTo>
                  <a:cubicBezTo>
                    <a:pt x="10167" y="306298"/>
                    <a:pt x="14557" y="310688"/>
                    <a:pt x="19973" y="310688"/>
                  </a:cubicBezTo>
                  <a:lnTo>
                    <a:pt x="451603" y="310688"/>
                  </a:lnTo>
                  <a:cubicBezTo>
                    <a:pt x="457018" y="310688"/>
                    <a:pt x="461409" y="306298"/>
                    <a:pt x="461409" y="300883"/>
                  </a:cubicBezTo>
                  <a:lnTo>
                    <a:pt x="461409" y="19668"/>
                  </a:lnTo>
                  <a:cubicBezTo>
                    <a:pt x="461409" y="14253"/>
                    <a:pt x="457018" y="9863"/>
                    <a:pt x="451603" y="9863"/>
                  </a:cubicBezTo>
                  <a:lnTo>
                    <a:pt x="19973" y="9863"/>
                  </a:lnTo>
                  <a:moveTo>
                    <a:pt x="19973" y="57"/>
                  </a:moveTo>
                  <a:lnTo>
                    <a:pt x="451603" y="57"/>
                  </a:lnTo>
                  <a:cubicBezTo>
                    <a:pt x="462434" y="57"/>
                    <a:pt x="471214" y="8837"/>
                    <a:pt x="471214" y="19668"/>
                  </a:cubicBezTo>
                  <a:lnTo>
                    <a:pt x="471214" y="300883"/>
                  </a:lnTo>
                  <a:cubicBezTo>
                    <a:pt x="471214" y="311714"/>
                    <a:pt x="462434" y="320494"/>
                    <a:pt x="451603" y="320494"/>
                  </a:cubicBezTo>
                  <a:lnTo>
                    <a:pt x="19973" y="320494"/>
                  </a:lnTo>
                  <a:cubicBezTo>
                    <a:pt x="9142" y="320494"/>
                    <a:pt x="362" y="311714"/>
                    <a:pt x="362" y="300883"/>
                  </a:cubicBezTo>
                  <a:lnTo>
                    <a:pt x="362" y="19668"/>
                  </a:lnTo>
                  <a:cubicBezTo>
                    <a:pt x="362" y="8837"/>
                    <a:pt x="9142" y="57"/>
                    <a:pt x="19973" y="57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7B943812-6F4F-F20A-9D56-0743FD3F975A}"/>
                </a:ext>
              </a:extLst>
            </p:cNvPr>
            <p:cNvSpPr/>
            <p:nvPr/>
          </p:nvSpPr>
          <p:spPr>
            <a:xfrm rot="1200000">
              <a:off x="2316255" y="3347945"/>
              <a:ext cx="313901" cy="19610"/>
            </a:xfrm>
            <a:custGeom>
              <a:avLst/>
              <a:gdLst>
                <a:gd name="csX0" fmla="*/ 10185 w 313901"/>
                <a:gd name="csY0" fmla="*/ 72 h 19610"/>
                <a:gd name="csX1" fmla="*/ 304476 w 313901"/>
                <a:gd name="csY1" fmla="*/ 72 h 19610"/>
                <a:gd name="csX2" fmla="*/ 314281 w 313901"/>
                <a:gd name="csY2" fmla="*/ 9877 h 19610"/>
                <a:gd name="csX3" fmla="*/ 304476 w 313901"/>
                <a:gd name="csY3" fmla="*/ 19682 h 19610"/>
                <a:gd name="csX4" fmla="*/ 10185 w 313901"/>
                <a:gd name="csY4" fmla="*/ 19682 h 19610"/>
                <a:gd name="csX5" fmla="*/ 380 w 313901"/>
                <a:gd name="csY5" fmla="*/ 9877 h 19610"/>
                <a:gd name="csX6" fmla="*/ 10185 w 313901"/>
                <a:gd name="csY6" fmla="*/ 72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185" y="72"/>
                  </a:moveTo>
                  <a:lnTo>
                    <a:pt x="304476" y="72"/>
                  </a:lnTo>
                  <a:cubicBezTo>
                    <a:pt x="309891" y="72"/>
                    <a:pt x="314281" y="4462"/>
                    <a:pt x="314281" y="9877"/>
                  </a:cubicBezTo>
                  <a:cubicBezTo>
                    <a:pt x="314281" y="15292"/>
                    <a:pt x="309891" y="19682"/>
                    <a:pt x="304476" y="19682"/>
                  </a:cubicBezTo>
                  <a:lnTo>
                    <a:pt x="10185" y="19682"/>
                  </a:lnTo>
                  <a:cubicBezTo>
                    <a:pt x="4770" y="19682"/>
                    <a:pt x="380" y="15292"/>
                    <a:pt x="380" y="9877"/>
                  </a:cubicBezTo>
                  <a:cubicBezTo>
                    <a:pt x="380" y="4462"/>
                    <a:pt x="4770" y="72"/>
                    <a:pt x="10185" y="72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5CD9C7B6-F361-ECEF-459B-C4B8E724D258}"/>
                </a:ext>
              </a:extLst>
            </p:cNvPr>
            <p:cNvSpPr/>
            <p:nvPr/>
          </p:nvSpPr>
          <p:spPr>
            <a:xfrm rot="1200000">
              <a:off x="2291651" y="3415544"/>
              <a:ext cx="313901" cy="19610"/>
            </a:xfrm>
            <a:custGeom>
              <a:avLst/>
              <a:gdLst>
                <a:gd name="csX0" fmla="*/ 10181 w 313901"/>
                <a:gd name="csY0" fmla="*/ 83 h 19610"/>
                <a:gd name="csX1" fmla="*/ 304471 w 313901"/>
                <a:gd name="csY1" fmla="*/ 83 h 19610"/>
                <a:gd name="csX2" fmla="*/ 314277 w 313901"/>
                <a:gd name="csY2" fmla="*/ 9889 h 19610"/>
                <a:gd name="csX3" fmla="*/ 304471 w 313901"/>
                <a:gd name="csY3" fmla="*/ 19694 h 19610"/>
                <a:gd name="csX4" fmla="*/ 10181 w 313901"/>
                <a:gd name="csY4" fmla="*/ 19694 h 19610"/>
                <a:gd name="csX5" fmla="*/ 375 w 313901"/>
                <a:gd name="csY5" fmla="*/ 9889 h 19610"/>
                <a:gd name="csX6" fmla="*/ 10181 w 313901"/>
                <a:gd name="csY6" fmla="*/ 83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181" y="83"/>
                  </a:moveTo>
                  <a:lnTo>
                    <a:pt x="304471" y="83"/>
                  </a:lnTo>
                  <a:cubicBezTo>
                    <a:pt x="309887" y="83"/>
                    <a:pt x="314277" y="4473"/>
                    <a:pt x="314277" y="9889"/>
                  </a:cubicBezTo>
                  <a:cubicBezTo>
                    <a:pt x="314277" y="15304"/>
                    <a:pt x="309887" y="19694"/>
                    <a:pt x="304471" y="19694"/>
                  </a:cubicBezTo>
                  <a:lnTo>
                    <a:pt x="10181" y="19694"/>
                  </a:lnTo>
                  <a:cubicBezTo>
                    <a:pt x="4765" y="19694"/>
                    <a:pt x="375" y="15304"/>
                    <a:pt x="375" y="9889"/>
                  </a:cubicBezTo>
                  <a:cubicBezTo>
                    <a:pt x="375" y="4473"/>
                    <a:pt x="4765" y="83"/>
                    <a:pt x="10181" y="83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725443D9-5045-9C4B-BB6B-09973358C07A}"/>
                </a:ext>
              </a:extLst>
            </p:cNvPr>
            <p:cNvSpPr/>
            <p:nvPr/>
          </p:nvSpPr>
          <p:spPr>
            <a:xfrm rot="1200000">
              <a:off x="2267047" y="3483143"/>
              <a:ext cx="313901" cy="19610"/>
            </a:xfrm>
            <a:custGeom>
              <a:avLst/>
              <a:gdLst>
                <a:gd name="csX0" fmla="*/ 10176 w 313901"/>
                <a:gd name="csY0" fmla="*/ 95 h 19610"/>
                <a:gd name="csX1" fmla="*/ 304467 w 313901"/>
                <a:gd name="csY1" fmla="*/ 95 h 19610"/>
                <a:gd name="csX2" fmla="*/ 314273 w 313901"/>
                <a:gd name="csY2" fmla="*/ 9900 h 19610"/>
                <a:gd name="csX3" fmla="*/ 304467 w 313901"/>
                <a:gd name="csY3" fmla="*/ 19706 h 19610"/>
                <a:gd name="csX4" fmla="*/ 10176 w 313901"/>
                <a:gd name="csY4" fmla="*/ 19706 h 19610"/>
                <a:gd name="csX5" fmla="*/ 371 w 313901"/>
                <a:gd name="csY5" fmla="*/ 9900 h 19610"/>
                <a:gd name="csX6" fmla="*/ 10176 w 313901"/>
                <a:gd name="csY6" fmla="*/ 95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176" y="95"/>
                  </a:moveTo>
                  <a:lnTo>
                    <a:pt x="304467" y="95"/>
                  </a:lnTo>
                  <a:cubicBezTo>
                    <a:pt x="309883" y="95"/>
                    <a:pt x="314273" y="4485"/>
                    <a:pt x="314273" y="9900"/>
                  </a:cubicBezTo>
                  <a:cubicBezTo>
                    <a:pt x="314273" y="15316"/>
                    <a:pt x="309883" y="19706"/>
                    <a:pt x="304467" y="19706"/>
                  </a:cubicBezTo>
                  <a:lnTo>
                    <a:pt x="10176" y="19706"/>
                  </a:lnTo>
                  <a:cubicBezTo>
                    <a:pt x="4761" y="19706"/>
                    <a:pt x="371" y="15316"/>
                    <a:pt x="371" y="9900"/>
                  </a:cubicBezTo>
                  <a:cubicBezTo>
                    <a:pt x="371" y="4485"/>
                    <a:pt x="4761" y="95"/>
                    <a:pt x="10176" y="95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55" name="Graphic 5">
            <a:extLst>
              <a:ext uri="{FF2B5EF4-FFF2-40B4-BE49-F238E27FC236}">
                <a16:creationId xmlns:a16="http://schemas.microsoft.com/office/drawing/2014/main" id="{045D0151-0131-6BF4-AF47-CBDF7220EEA0}"/>
              </a:ext>
            </a:extLst>
          </p:cNvPr>
          <p:cNvGrpSpPr/>
          <p:nvPr/>
        </p:nvGrpSpPr>
        <p:grpSpPr>
          <a:xfrm>
            <a:off x="819149" y="3104901"/>
            <a:ext cx="472969" cy="320886"/>
            <a:chOff x="819149" y="3104901"/>
            <a:chExt cx="472969" cy="320886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46EA58A-71F3-1CD0-8E66-D14E22F8EAE3}"/>
                </a:ext>
              </a:extLst>
            </p:cNvPr>
            <p:cNvSpPr/>
            <p:nvPr/>
          </p:nvSpPr>
          <p:spPr>
            <a:xfrm>
              <a:off x="819149" y="3108552"/>
              <a:ext cx="472969" cy="317235"/>
            </a:xfrm>
            <a:custGeom>
              <a:avLst/>
              <a:gdLst>
                <a:gd name="csX0" fmla="*/ 438482 w 472969"/>
                <a:gd name="csY0" fmla="*/ 30 h 317235"/>
                <a:gd name="csX1" fmla="*/ 473089 w 472969"/>
                <a:gd name="csY1" fmla="*/ 30 h 317235"/>
                <a:gd name="csX2" fmla="*/ 473089 w 472969"/>
                <a:gd name="csY2" fmla="*/ 317265 h 317235"/>
                <a:gd name="csX3" fmla="*/ 438482 w 472969"/>
                <a:gd name="csY3" fmla="*/ 317265 h 317235"/>
                <a:gd name="csX4" fmla="*/ 34727 w 472969"/>
                <a:gd name="csY4" fmla="*/ 317265 h 317235"/>
                <a:gd name="csX5" fmla="*/ 120 w 472969"/>
                <a:gd name="csY5" fmla="*/ 317265 h 317235"/>
                <a:gd name="csX6" fmla="*/ 120 w 472969"/>
                <a:gd name="csY6" fmla="*/ 30 h 317235"/>
                <a:gd name="csX7" fmla="*/ 34727 w 472969"/>
                <a:gd name="csY7" fmla="*/ 30 h 3172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72969" h="317235">
                  <a:moveTo>
                    <a:pt x="438482" y="30"/>
                  </a:moveTo>
                  <a:cubicBezTo>
                    <a:pt x="457595" y="30"/>
                    <a:pt x="473089" y="30"/>
                    <a:pt x="473089" y="30"/>
                  </a:cubicBezTo>
                  <a:lnTo>
                    <a:pt x="473089" y="317265"/>
                  </a:lnTo>
                  <a:cubicBezTo>
                    <a:pt x="473089" y="317265"/>
                    <a:pt x="457595" y="317265"/>
                    <a:pt x="438482" y="317265"/>
                  </a:cubicBezTo>
                  <a:lnTo>
                    <a:pt x="34727" y="317265"/>
                  </a:lnTo>
                  <a:cubicBezTo>
                    <a:pt x="15614" y="317265"/>
                    <a:pt x="120" y="317265"/>
                    <a:pt x="120" y="317265"/>
                  </a:cubicBezTo>
                  <a:lnTo>
                    <a:pt x="120" y="30"/>
                  </a:lnTo>
                  <a:cubicBezTo>
                    <a:pt x="120" y="30"/>
                    <a:pt x="15614" y="30"/>
                    <a:pt x="34727" y="30"/>
                  </a:cubicBezTo>
                  <a:close/>
                </a:path>
              </a:pathLst>
            </a:custGeom>
            <a:solidFill>
              <a:srgbClr val="F2F2F2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60A97A4-40EA-9477-A4B5-03087BB0D414}"/>
                </a:ext>
              </a:extLst>
            </p:cNvPr>
            <p:cNvSpPr/>
            <p:nvPr/>
          </p:nvSpPr>
          <p:spPr>
            <a:xfrm>
              <a:off x="820211" y="3104901"/>
              <a:ext cx="470852" cy="320436"/>
            </a:xfrm>
            <a:custGeom>
              <a:avLst/>
              <a:gdLst>
                <a:gd name="csX0" fmla="*/ 19731 w 470852"/>
                <a:gd name="csY0" fmla="*/ 9835 h 320436"/>
                <a:gd name="csX1" fmla="*/ 9926 w 470852"/>
                <a:gd name="csY1" fmla="*/ 19640 h 320436"/>
                <a:gd name="csX2" fmla="*/ 9926 w 470852"/>
                <a:gd name="csY2" fmla="*/ 300855 h 320436"/>
                <a:gd name="csX3" fmla="*/ 19731 w 470852"/>
                <a:gd name="csY3" fmla="*/ 310661 h 320436"/>
                <a:gd name="csX4" fmla="*/ 451362 w 470852"/>
                <a:gd name="csY4" fmla="*/ 310661 h 320436"/>
                <a:gd name="csX5" fmla="*/ 461167 w 470852"/>
                <a:gd name="csY5" fmla="*/ 300855 h 320436"/>
                <a:gd name="csX6" fmla="*/ 461167 w 470852"/>
                <a:gd name="csY6" fmla="*/ 19640 h 320436"/>
                <a:gd name="csX7" fmla="*/ 451362 w 470852"/>
                <a:gd name="csY7" fmla="*/ 9835 h 320436"/>
                <a:gd name="csX8" fmla="*/ 19731 w 470852"/>
                <a:gd name="csY8" fmla="*/ 9835 h 320436"/>
                <a:gd name="csX9" fmla="*/ 19731 w 470852"/>
                <a:gd name="csY9" fmla="*/ 29 h 320436"/>
                <a:gd name="csX10" fmla="*/ 451362 w 470852"/>
                <a:gd name="csY10" fmla="*/ 29 h 320436"/>
                <a:gd name="csX11" fmla="*/ 470973 w 470852"/>
                <a:gd name="csY11" fmla="*/ 19640 h 320436"/>
                <a:gd name="csX12" fmla="*/ 470973 w 470852"/>
                <a:gd name="csY12" fmla="*/ 300855 h 320436"/>
                <a:gd name="csX13" fmla="*/ 451362 w 470852"/>
                <a:gd name="csY13" fmla="*/ 320466 h 320436"/>
                <a:gd name="csX14" fmla="*/ 19731 w 470852"/>
                <a:gd name="csY14" fmla="*/ 320466 h 320436"/>
                <a:gd name="csX15" fmla="*/ 120 w 470852"/>
                <a:gd name="csY15" fmla="*/ 300855 h 320436"/>
                <a:gd name="csX16" fmla="*/ 120 w 470852"/>
                <a:gd name="csY16" fmla="*/ 19640 h 320436"/>
                <a:gd name="csX17" fmla="*/ 19731 w 470852"/>
                <a:gd name="csY17" fmla="*/ 29 h 3204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70852" h="320436">
                  <a:moveTo>
                    <a:pt x="19731" y="9835"/>
                  </a:moveTo>
                  <a:cubicBezTo>
                    <a:pt x="14316" y="9835"/>
                    <a:pt x="9926" y="14225"/>
                    <a:pt x="9926" y="19640"/>
                  </a:cubicBezTo>
                  <a:lnTo>
                    <a:pt x="9926" y="300855"/>
                  </a:lnTo>
                  <a:cubicBezTo>
                    <a:pt x="9926" y="306271"/>
                    <a:pt x="14316" y="310661"/>
                    <a:pt x="19731" y="310661"/>
                  </a:cubicBezTo>
                  <a:lnTo>
                    <a:pt x="451362" y="310661"/>
                  </a:lnTo>
                  <a:cubicBezTo>
                    <a:pt x="456777" y="310661"/>
                    <a:pt x="461167" y="306271"/>
                    <a:pt x="461167" y="300855"/>
                  </a:cubicBezTo>
                  <a:lnTo>
                    <a:pt x="461167" y="19640"/>
                  </a:lnTo>
                  <a:cubicBezTo>
                    <a:pt x="461167" y="14225"/>
                    <a:pt x="456777" y="9835"/>
                    <a:pt x="451362" y="9835"/>
                  </a:cubicBezTo>
                  <a:lnTo>
                    <a:pt x="19731" y="9835"/>
                  </a:lnTo>
                  <a:moveTo>
                    <a:pt x="19731" y="29"/>
                  </a:moveTo>
                  <a:lnTo>
                    <a:pt x="451362" y="29"/>
                  </a:lnTo>
                  <a:cubicBezTo>
                    <a:pt x="462192" y="29"/>
                    <a:pt x="470973" y="8810"/>
                    <a:pt x="470973" y="19640"/>
                  </a:cubicBezTo>
                  <a:lnTo>
                    <a:pt x="470973" y="300855"/>
                  </a:lnTo>
                  <a:cubicBezTo>
                    <a:pt x="470973" y="311686"/>
                    <a:pt x="462192" y="320466"/>
                    <a:pt x="451362" y="320466"/>
                  </a:cubicBezTo>
                  <a:lnTo>
                    <a:pt x="19731" y="320466"/>
                  </a:lnTo>
                  <a:cubicBezTo>
                    <a:pt x="8900" y="320466"/>
                    <a:pt x="120" y="311686"/>
                    <a:pt x="120" y="300855"/>
                  </a:cubicBezTo>
                  <a:lnTo>
                    <a:pt x="120" y="19640"/>
                  </a:lnTo>
                  <a:cubicBezTo>
                    <a:pt x="120" y="8810"/>
                    <a:pt x="8900" y="29"/>
                    <a:pt x="19731" y="29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FB99F59F-118E-595A-7394-27196537F150}"/>
                </a:ext>
              </a:extLst>
            </p:cNvPr>
            <p:cNvSpPr/>
            <p:nvPr/>
          </p:nvSpPr>
          <p:spPr>
            <a:xfrm>
              <a:off x="898689" y="3183379"/>
              <a:ext cx="313901" cy="19610"/>
            </a:xfrm>
            <a:custGeom>
              <a:avLst/>
              <a:gdLst>
                <a:gd name="csX0" fmla="*/ 9939 w 313901"/>
                <a:gd name="csY0" fmla="*/ 43 h 19610"/>
                <a:gd name="csX1" fmla="*/ 304230 w 313901"/>
                <a:gd name="csY1" fmla="*/ 43 h 19610"/>
                <a:gd name="csX2" fmla="*/ 314035 w 313901"/>
                <a:gd name="csY2" fmla="*/ 9848 h 19610"/>
                <a:gd name="csX3" fmla="*/ 304230 w 313901"/>
                <a:gd name="csY3" fmla="*/ 19654 h 19610"/>
                <a:gd name="csX4" fmla="*/ 9939 w 313901"/>
                <a:gd name="csY4" fmla="*/ 19654 h 19610"/>
                <a:gd name="csX5" fmla="*/ 134 w 313901"/>
                <a:gd name="csY5" fmla="*/ 9848 h 19610"/>
                <a:gd name="csX6" fmla="*/ 9939 w 313901"/>
                <a:gd name="csY6" fmla="*/ 43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939" y="43"/>
                  </a:moveTo>
                  <a:lnTo>
                    <a:pt x="304230" y="43"/>
                  </a:lnTo>
                  <a:cubicBezTo>
                    <a:pt x="309645" y="43"/>
                    <a:pt x="314035" y="4433"/>
                    <a:pt x="314035" y="9848"/>
                  </a:cubicBezTo>
                  <a:cubicBezTo>
                    <a:pt x="314035" y="15264"/>
                    <a:pt x="309645" y="19654"/>
                    <a:pt x="304230" y="19654"/>
                  </a:cubicBezTo>
                  <a:lnTo>
                    <a:pt x="9939" y="19654"/>
                  </a:lnTo>
                  <a:cubicBezTo>
                    <a:pt x="4524" y="19654"/>
                    <a:pt x="134" y="15264"/>
                    <a:pt x="134" y="9848"/>
                  </a:cubicBezTo>
                  <a:cubicBezTo>
                    <a:pt x="134" y="4433"/>
                    <a:pt x="4524" y="43"/>
                    <a:pt x="9939" y="43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786BD15-DEF8-C592-61A6-B3878686C8E4}"/>
                </a:ext>
              </a:extLst>
            </p:cNvPr>
            <p:cNvSpPr/>
            <p:nvPr/>
          </p:nvSpPr>
          <p:spPr>
            <a:xfrm>
              <a:off x="898689" y="3255317"/>
              <a:ext cx="313901" cy="19610"/>
            </a:xfrm>
            <a:custGeom>
              <a:avLst/>
              <a:gdLst>
                <a:gd name="csX0" fmla="*/ 9939 w 313901"/>
                <a:gd name="csY0" fmla="*/ 56 h 19610"/>
                <a:gd name="csX1" fmla="*/ 304230 w 313901"/>
                <a:gd name="csY1" fmla="*/ 56 h 19610"/>
                <a:gd name="csX2" fmla="*/ 314035 w 313901"/>
                <a:gd name="csY2" fmla="*/ 9861 h 19610"/>
                <a:gd name="csX3" fmla="*/ 304230 w 313901"/>
                <a:gd name="csY3" fmla="*/ 19666 h 19610"/>
                <a:gd name="csX4" fmla="*/ 9939 w 313901"/>
                <a:gd name="csY4" fmla="*/ 19666 h 19610"/>
                <a:gd name="csX5" fmla="*/ 134 w 313901"/>
                <a:gd name="csY5" fmla="*/ 9861 h 19610"/>
                <a:gd name="csX6" fmla="*/ 9939 w 313901"/>
                <a:gd name="csY6" fmla="*/ 56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939" y="56"/>
                  </a:moveTo>
                  <a:lnTo>
                    <a:pt x="304230" y="56"/>
                  </a:lnTo>
                  <a:cubicBezTo>
                    <a:pt x="309645" y="56"/>
                    <a:pt x="314035" y="4446"/>
                    <a:pt x="314035" y="9861"/>
                  </a:cubicBezTo>
                  <a:cubicBezTo>
                    <a:pt x="314035" y="15276"/>
                    <a:pt x="309645" y="19666"/>
                    <a:pt x="304230" y="19666"/>
                  </a:cubicBezTo>
                  <a:lnTo>
                    <a:pt x="9939" y="19666"/>
                  </a:lnTo>
                  <a:cubicBezTo>
                    <a:pt x="4524" y="19666"/>
                    <a:pt x="134" y="15276"/>
                    <a:pt x="134" y="9861"/>
                  </a:cubicBezTo>
                  <a:cubicBezTo>
                    <a:pt x="134" y="4446"/>
                    <a:pt x="4524" y="56"/>
                    <a:pt x="9939" y="56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388C989-5A7A-17E1-2150-CE7633B49A05}"/>
                </a:ext>
              </a:extLst>
            </p:cNvPr>
            <p:cNvSpPr/>
            <p:nvPr/>
          </p:nvSpPr>
          <p:spPr>
            <a:xfrm>
              <a:off x="898689" y="3327254"/>
              <a:ext cx="313901" cy="19610"/>
            </a:xfrm>
            <a:custGeom>
              <a:avLst/>
              <a:gdLst>
                <a:gd name="csX0" fmla="*/ 9939 w 313901"/>
                <a:gd name="csY0" fmla="*/ 68 h 19610"/>
                <a:gd name="csX1" fmla="*/ 304230 w 313901"/>
                <a:gd name="csY1" fmla="*/ 68 h 19610"/>
                <a:gd name="csX2" fmla="*/ 314035 w 313901"/>
                <a:gd name="csY2" fmla="*/ 9873 h 19610"/>
                <a:gd name="csX3" fmla="*/ 304230 w 313901"/>
                <a:gd name="csY3" fmla="*/ 19679 h 19610"/>
                <a:gd name="csX4" fmla="*/ 9939 w 313901"/>
                <a:gd name="csY4" fmla="*/ 19679 h 19610"/>
                <a:gd name="csX5" fmla="*/ 134 w 313901"/>
                <a:gd name="csY5" fmla="*/ 9873 h 19610"/>
                <a:gd name="csX6" fmla="*/ 9939 w 313901"/>
                <a:gd name="csY6" fmla="*/ 68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939" y="68"/>
                  </a:moveTo>
                  <a:lnTo>
                    <a:pt x="304230" y="68"/>
                  </a:lnTo>
                  <a:cubicBezTo>
                    <a:pt x="309645" y="68"/>
                    <a:pt x="314035" y="4458"/>
                    <a:pt x="314035" y="9873"/>
                  </a:cubicBezTo>
                  <a:cubicBezTo>
                    <a:pt x="314035" y="15289"/>
                    <a:pt x="309645" y="19679"/>
                    <a:pt x="304230" y="19679"/>
                  </a:cubicBezTo>
                  <a:lnTo>
                    <a:pt x="9939" y="19679"/>
                  </a:lnTo>
                  <a:cubicBezTo>
                    <a:pt x="4524" y="19679"/>
                    <a:pt x="134" y="15289"/>
                    <a:pt x="134" y="9873"/>
                  </a:cubicBezTo>
                  <a:cubicBezTo>
                    <a:pt x="134" y="4458"/>
                    <a:pt x="4524" y="68"/>
                    <a:pt x="9939" y="68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61" name="Graphic 5">
            <a:extLst>
              <a:ext uri="{FF2B5EF4-FFF2-40B4-BE49-F238E27FC236}">
                <a16:creationId xmlns:a16="http://schemas.microsoft.com/office/drawing/2014/main" id="{ED9F5DC5-03D7-5CE0-C679-C9A3C36E0752}"/>
              </a:ext>
            </a:extLst>
          </p:cNvPr>
          <p:cNvGrpSpPr/>
          <p:nvPr/>
        </p:nvGrpSpPr>
        <p:grpSpPr>
          <a:xfrm>
            <a:off x="1516472" y="2958011"/>
            <a:ext cx="494490" cy="467548"/>
            <a:chOff x="1516472" y="2958011"/>
            <a:chExt cx="494490" cy="467548"/>
          </a:xfrm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FFA2F60-6A6F-2DFB-6D84-C71A297FE438}"/>
                </a:ext>
              </a:extLst>
            </p:cNvPr>
            <p:cNvSpPr/>
            <p:nvPr/>
          </p:nvSpPr>
          <p:spPr>
            <a:xfrm rot="361440">
              <a:off x="1537745" y="2958011"/>
              <a:ext cx="473217" cy="467446"/>
            </a:xfrm>
            <a:custGeom>
              <a:avLst/>
              <a:gdLst>
                <a:gd name="csX0" fmla="*/ 438833 w 473217"/>
                <a:gd name="csY0" fmla="*/ 4 h 467446"/>
                <a:gd name="csX1" fmla="*/ 473458 w 473217"/>
                <a:gd name="csY1" fmla="*/ 4 h 467446"/>
                <a:gd name="csX2" fmla="*/ 473458 w 473217"/>
                <a:gd name="csY2" fmla="*/ 467451 h 467446"/>
                <a:gd name="csX3" fmla="*/ 438833 w 473217"/>
                <a:gd name="csY3" fmla="*/ 467451 h 467446"/>
                <a:gd name="csX4" fmla="*/ 34867 w 473217"/>
                <a:gd name="csY4" fmla="*/ 467451 h 467446"/>
                <a:gd name="csX5" fmla="*/ 241 w 473217"/>
                <a:gd name="csY5" fmla="*/ 467451 h 467446"/>
                <a:gd name="csX6" fmla="*/ 241 w 473217"/>
                <a:gd name="csY6" fmla="*/ 4 h 467446"/>
                <a:gd name="csX7" fmla="*/ 34867 w 473217"/>
                <a:gd name="csY7" fmla="*/ 4 h 4674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73217" h="467446">
                  <a:moveTo>
                    <a:pt x="438833" y="4"/>
                  </a:moveTo>
                  <a:cubicBezTo>
                    <a:pt x="457956" y="4"/>
                    <a:pt x="473458" y="4"/>
                    <a:pt x="473458" y="4"/>
                  </a:cubicBezTo>
                  <a:lnTo>
                    <a:pt x="473458" y="467451"/>
                  </a:lnTo>
                  <a:cubicBezTo>
                    <a:pt x="473458" y="467451"/>
                    <a:pt x="457956" y="467451"/>
                    <a:pt x="438833" y="467451"/>
                  </a:cubicBezTo>
                  <a:lnTo>
                    <a:pt x="34867" y="467451"/>
                  </a:lnTo>
                  <a:cubicBezTo>
                    <a:pt x="15743" y="467451"/>
                    <a:pt x="241" y="467451"/>
                    <a:pt x="241" y="467451"/>
                  </a:cubicBezTo>
                  <a:lnTo>
                    <a:pt x="241" y="4"/>
                  </a:lnTo>
                  <a:cubicBezTo>
                    <a:pt x="241" y="4"/>
                    <a:pt x="15743" y="4"/>
                    <a:pt x="34867" y="4"/>
                  </a:cubicBezTo>
                  <a:close/>
                </a:path>
              </a:pathLst>
            </a:custGeom>
            <a:solidFill>
              <a:srgbClr val="F2F2F2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CCD171D6-36B5-A089-8DFD-0A456AA21F07}"/>
                </a:ext>
              </a:extLst>
            </p:cNvPr>
            <p:cNvSpPr/>
            <p:nvPr/>
          </p:nvSpPr>
          <p:spPr>
            <a:xfrm rot="361440">
              <a:off x="1516472" y="2960999"/>
              <a:ext cx="471099" cy="464560"/>
            </a:xfrm>
            <a:custGeom>
              <a:avLst/>
              <a:gdLst>
                <a:gd name="csX0" fmla="*/ 19862 w 471099"/>
                <a:gd name="csY0" fmla="*/ 9815 h 464560"/>
                <a:gd name="csX1" fmla="*/ 10052 w 471099"/>
                <a:gd name="csY1" fmla="*/ 19626 h 464560"/>
                <a:gd name="csX2" fmla="*/ 10052 w 471099"/>
                <a:gd name="csY2" fmla="*/ 444944 h 464560"/>
                <a:gd name="csX3" fmla="*/ 19862 w 471099"/>
                <a:gd name="csY3" fmla="*/ 454755 h 464560"/>
                <a:gd name="csX4" fmla="*/ 451719 w 471099"/>
                <a:gd name="csY4" fmla="*/ 454755 h 464560"/>
                <a:gd name="csX5" fmla="*/ 461530 w 471099"/>
                <a:gd name="csY5" fmla="*/ 444944 h 464560"/>
                <a:gd name="csX6" fmla="*/ 461530 w 471099"/>
                <a:gd name="csY6" fmla="*/ 19626 h 464560"/>
                <a:gd name="csX7" fmla="*/ 451719 w 471099"/>
                <a:gd name="csY7" fmla="*/ 9815 h 464560"/>
                <a:gd name="csX8" fmla="*/ 19862 w 471099"/>
                <a:gd name="csY8" fmla="*/ 9815 h 464560"/>
                <a:gd name="csX9" fmla="*/ 19862 w 471099"/>
                <a:gd name="csY9" fmla="*/ 4 h 464560"/>
                <a:gd name="csX10" fmla="*/ 451719 w 471099"/>
                <a:gd name="csY10" fmla="*/ 4 h 464560"/>
                <a:gd name="csX11" fmla="*/ 471340 w 471099"/>
                <a:gd name="csY11" fmla="*/ 19626 h 464560"/>
                <a:gd name="csX12" fmla="*/ 471340 w 471099"/>
                <a:gd name="csY12" fmla="*/ 444944 h 464560"/>
                <a:gd name="csX13" fmla="*/ 451719 w 471099"/>
                <a:gd name="csY13" fmla="*/ 464565 h 464560"/>
                <a:gd name="csX14" fmla="*/ 19862 w 471099"/>
                <a:gd name="csY14" fmla="*/ 464565 h 464560"/>
                <a:gd name="csX15" fmla="*/ 241 w 471099"/>
                <a:gd name="csY15" fmla="*/ 444944 h 464560"/>
                <a:gd name="csX16" fmla="*/ 241 w 471099"/>
                <a:gd name="csY16" fmla="*/ 19626 h 464560"/>
                <a:gd name="csX17" fmla="*/ 19862 w 471099"/>
                <a:gd name="csY17" fmla="*/ 4 h 4645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71099" h="464560">
                  <a:moveTo>
                    <a:pt x="19862" y="9815"/>
                  </a:moveTo>
                  <a:cubicBezTo>
                    <a:pt x="14444" y="9815"/>
                    <a:pt x="10052" y="14207"/>
                    <a:pt x="10052" y="19626"/>
                  </a:cubicBezTo>
                  <a:lnTo>
                    <a:pt x="10052" y="444944"/>
                  </a:lnTo>
                  <a:cubicBezTo>
                    <a:pt x="10052" y="450363"/>
                    <a:pt x="14444" y="454755"/>
                    <a:pt x="19862" y="454755"/>
                  </a:cubicBezTo>
                  <a:lnTo>
                    <a:pt x="451719" y="454755"/>
                  </a:lnTo>
                  <a:cubicBezTo>
                    <a:pt x="457137" y="454755"/>
                    <a:pt x="461530" y="450363"/>
                    <a:pt x="461530" y="444944"/>
                  </a:cubicBezTo>
                  <a:lnTo>
                    <a:pt x="461530" y="19626"/>
                  </a:lnTo>
                  <a:cubicBezTo>
                    <a:pt x="461530" y="14207"/>
                    <a:pt x="457137" y="9815"/>
                    <a:pt x="451719" y="9815"/>
                  </a:cubicBezTo>
                  <a:lnTo>
                    <a:pt x="19862" y="9815"/>
                  </a:lnTo>
                  <a:moveTo>
                    <a:pt x="19862" y="4"/>
                  </a:moveTo>
                  <a:lnTo>
                    <a:pt x="451719" y="4"/>
                  </a:lnTo>
                  <a:cubicBezTo>
                    <a:pt x="462556" y="4"/>
                    <a:pt x="471340" y="8789"/>
                    <a:pt x="471340" y="19626"/>
                  </a:cubicBezTo>
                  <a:lnTo>
                    <a:pt x="471340" y="444944"/>
                  </a:lnTo>
                  <a:cubicBezTo>
                    <a:pt x="471340" y="455781"/>
                    <a:pt x="462556" y="464565"/>
                    <a:pt x="451719" y="464565"/>
                  </a:cubicBezTo>
                  <a:lnTo>
                    <a:pt x="19862" y="464565"/>
                  </a:lnTo>
                  <a:cubicBezTo>
                    <a:pt x="9026" y="464565"/>
                    <a:pt x="241" y="455781"/>
                    <a:pt x="241" y="444944"/>
                  </a:cubicBezTo>
                  <a:lnTo>
                    <a:pt x="241" y="19626"/>
                  </a:lnTo>
                  <a:cubicBezTo>
                    <a:pt x="241" y="8789"/>
                    <a:pt x="9026" y="4"/>
                    <a:pt x="19862" y="4"/>
                  </a:cubicBezTo>
                  <a:close/>
                </a:path>
              </a:pathLst>
            </a:custGeom>
            <a:solidFill>
              <a:srgbClr val="E6E6E6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847280A8-A997-4C1D-EA3E-4C12D430DE62}"/>
                </a:ext>
              </a:extLst>
            </p:cNvPr>
            <p:cNvSpPr/>
            <p:nvPr/>
          </p:nvSpPr>
          <p:spPr>
            <a:xfrm rot="361440">
              <a:off x="1610099" y="3040308"/>
              <a:ext cx="314066" cy="19621"/>
            </a:xfrm>
            <a:custGeom>
              <a:avLst/>
              <a:gdLst>
                <a:gd name="csX0" fmla="*/ 10068 w 314066"/>
                <a:gd name="csY0" fmla="*/ 18 h 19621"/>
                <a:gd name="csX1" fmla="*/ 304513 w 314066"/>
                <a:gd name="csY1" fmla="*/ 18 h 19621"/>
                <a:gd name="csX2" fmla="*/ 314323 w 314066"/>
                <a:gd name="csY2" fmla="*/ 9829 h 19621"/>
                <a:gd name="csX3" fmla="*/ 304513 w 314066"/>
                <a:gd name="csY3" fmla="*/ 19639 h 19621"/>
                <a:gd name="csX4" fmla="*/ 10068 w 314066"/>
                <a:gd name="csY4" fmla="*/ 19639 h 19621"/>
                <a:gd name="csX5" fmla="*/ 257 w 314066"/>
                <a:gd name="csY5" fmla="*/ 9829 h 19621"/>
                <a:gd name="csX6" fmla="*/ 10068 w 314066"/>
                <a:gd name="csY6" fmla="*/ 18 h 1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4066" h="19621">
                  <a:moveTo>
                    <a:pt x="10068" y="18"/>
                  </a:moveTo>
                  <a:lnTo>
                    <a:pt x="304513" y="18"/>
                  </a:lnTo>
                  <a:cubicBezTo>
                    <a:pt x="309931" y="18"/>
                    <a:pt x="314323" y="4411"/>
                    <a:pt x="314323" y="9829"/>
                  </a:cubicBezTo>
                  <a:cubicBezTo>
                    <a:pt x="314323" y="15247"/>
                    <a:pt x="309931" y="19639"/>
                    <a:pt x="304513" y="19639"/>
                  </a:cubicBezTo>
                  <a:lnTo>
                    <a:pt x="10068" y="19639"/>
                  </a:lnTo>
                  <a:cubicBezTo>
                    <a:pt x="4650" y="19639"/>
                    <a:pt x="257" y="15247"/>
                    <a:pt x="257" y="9829"/>
                  </a:cubicBezTo>
                  <a:cubicBezTo>
                    <a:pt x="257" y="4411"/>
                    <a:pt x="4650" y="18"/>
                    <a:pt x="10068" y="18"/>
                  </a:cubicBezTo>
                  <a:close/>
                </a:path>
              </a:pathLst>
            </a:custGeom>
            <a:solidFill>
              <a:srgbClr val="6C63FF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EEABCA7C-4276-4648-E182-BC17EBF098FC}"/>
                </a:ext>
              </a:extLst>
            </p:cNvPr>
            <p:cNvSpPr/>
            <p:nvPr/>
          </p:nvSpPr>
          <p:spPr>
            <a:xfrm rot="361440">
              <a:off x="1602546" y="3111886"/>
              <a:ext cx="314066" cy="19621"/>
            </a:xfrm>
            <a:custGeom>
              <a:avLst/>
              <a:gdLst>
                <a:gd name="csX0" fmla="*/ 10066 w 314066"/>
                <a:gd name="csY0" fmla="*/ 31 h 19621"/>
                <a:gd name="csX1" fmla="*/ 304512 w 314066"/>
                <a:gd name="csY1" fmla="*/ 31 h 19621"/>
                <a:gd name="csX2" fmla="*/ 314322 w 314066"/>
                <a:gd name="csY2" fmla="*/ 9841 h 19621"/>
                <a:gd name="csX3" fmla="*/ 304512 w 314066"/>
                <a:gd name="csY3" fmla="*/ 19652 h 19621"/>
                <a:gd name="csX4" fmla="*/ 10066 w 314066"/>
                <a:gd name="csY4" fmla="*/ 19652 h 19621"/>
                <a:gd name="csX5" fmla="*/ 256 w 314066"/>
                <a:gd name="csY5" fmla="*/ 9841 h 19621"/>
                <a:gd name="csX6" fmla="*/ 10066 w 314066"/>
                <a:gd name="csY6" fmla="*/ 31 h 1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4066" h="19621">
                  <a:moveTo>
                    <a:pt x="10066" y="31"/>
                  </a:moveTo>
                  <a:lnTo>
                    <a:pt x="304512" y="31"/>
                  </a:lnTo>
                  <a:cubicBezTo>
                    <a:pt x="309930" y="31"/>
                    <a:pt x="314322" y="4423"/>
                    <a:pt x="314322" y="9841"/>
                  </a:cubicBezTo>
                  <a:cubicBezTo>
                    <a:pt x="314322" y="15259"/>
                    <a:pt x="309930" y="19652"/>
                    <a:pt x="304512" y="19652"/>
                  </a:cubicBezTo>
                  <a:lnTo>
                    <a:pt x="10066" y="19652"/>
                  </a:lnTo>
                  <a:cubicBezTo>
                    <a:pt x="4648" y="19652"/>
                    <a:pt x="256" y="15259"/>
                    <a:pt x="256" y="9841"/>
                  </a:cubicBezTo>
                  <a:cubicBezTo>
                    <a:pt x="256" y="4423"/>
                    <a:pt x="4648" y="31"/>
                    <a:pt x="10066" y="31"/>
                  </a:cubicBezTo>
                  <a:close/>
                </a:path>
              </a:pathLst>
            </a:custGeom>
            <a:solidFill>
              <a:srgbClr val="6C63FF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F680A796-A53E-7948-2AD7-EA41E23806EE}"/>
                </a:ext>
              </a:extLst>
            </p:cNvPr>
            <p:cNvSpPr/>
            <p:nvPr/>
          </p:nvSpPr>
          <p:spPr>
            <a:xfrm rot="361440">
              <a:off x="1594992" y="3183463"/>
              <a:ext cx="314066" cy="19621"/>
            </a:xfrm>
            <a:custGeom>
              <a:avLst/>
              <a:gdLst>
                <a:gd name="csX0" fmla="*/ 10065 w 314066"/>
                <a:gd name="csY0" fmla="*/ 43 h 19621"/>
                <a:gd name="csX1" fmla="*/ 304510 w 314066"/>
                <a:gd name="csY1" fmla="*/ 43 h 19621"/>
                <a:gd name="csX2" fmla="*/ 314321 w 314066"/>
                <a:gd name="csY2" fmla="*/ 9854 h 19621"/>
                <a:gd name="csX3" fmla="*/ 304510 w 314066"/>
                <a:gd name="csY3" fmla="*/ 19664 h 19621"/>
                <a:gd name="csX4" fmla="*/ 10065 w 314066"/>
                <a:gd name="csY4" fmla="*/ 19664 h 19621"/>
                <a:gd name="csX5" fmla="*/ 255 w 314066"/>
                <a:gd name="csY5" fmla="*/ 9854 h 19621"/>
                <a:gd name="csX6" fmla="*/ 10065 w 314066"/>
                <a:gd name="csY6" fmla="*/ 43 h 1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4066" h="19621">
                  <a:moveTo>
                    <a:pt x="10065" y="43"/>
                  </a:moveTo>
                  <a:lnTo>
                    <a:pt x="304510" y="43"/>
                  </a:lnTo>
                  <a:cubicBezTo>
                    <a:pt x="309928" y="43"/>
                    <a:pt x="314321" y="4435"/>
                    <a:pt x="314321" y="9854"/>
                  </a:cubicBezTo>
                  <a:cubicBezTo>
                    <a:pt x="314321" y="15272"/>
                    <a:pt x="309928" y="19664"/>
                    <a:pt x="304510" y="19664"/>
                  </a:cubicBezTo>
                  <a:lnTo>
                    <a:pt x="10065" y="19664"/>
                  </a:lnTo>
                  <a:cubicBezTo>
                    <a:pt x="4647" y="19664"/>
                    <a:pt x="255" y="15272"/>
                    <a:pt x="255" y="9854"/>
                  </a:cubicBezTo>
                  <a:cubicBezTo>
                    <a:pt x="255" y="4435"/>
                    <a:pt x="4647" y="43"/>
                    <a:pt x="10065" y="43"/>
                  </a:cubicBezTo>
                  <a:close/>
                </a:path>
              </a:pathLst>
            </a:custGeom>
            <a:solidFill>
              <a:srgbClr val="6C63FF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185F0E6F-D8C9-1D5B-48AD-1EC3F4E42B7C}"/>
                </a:ext>
              </a:extLst>
            </p:cNvPr>
            <p:cNvSpPr/>
            <p:nvPr/>
          </p:nvSpPr>
          <p:spPr>
            <a:xfrm rot="361440">
              <a:off x="1587439" y="3255041"/>
              <a:ext cx="314066" cy="19621"/>
            </a:xfrm>
            <a:custGeom>
              <a:avLst/>
              <a:gdLst>
                <a:gd name="csX0" fmla="*/ 10064 w 314066"/>
                <a:gd name="csY0" fmla="*/ 55 h 19621"/>
                <a:gd name="csX1" fmla="*/ 304509 w 314066"/>
                <a:gd name="csY1" fmla="*/ 55 h 19621"/>
                <a:gd name="csX2" fmla="*/ 314320 w 314066"/>
                <a:gd name="csY2" fmla="*/ 9866 h 19621"/>
                <a:gd name="csX3" fmla="*/ 304509 w 314066"/>
                <a:gd name="csY3" fmla="*/ 19677 h 19621"/>
                <a:gd name="csX4" fmla="*/ 10064 w 314066"/>
                <a:gd name="csY4" fmla="*/ 19677 h 19621"/>
                <a:gd name="csX5" fmla="*/ 253 w 314066"/>
                <a:gd name="csY5" fmla="*/ 9866 h 19621"/>
                <a:gd name="csX6" fmla="*/ 10064 w 314066"/>
                <a:gd name="csY6" fmla="*/ 55 h 1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4066" h="19621">
                  <a:moveTo>
                    <a:pt x="10064" y="55"/>
                  </a:moveTo>
                  <a:lnTo>
                    <a:pt x="304509" y="55"/>
                  </a:lnTo>
                  <a:cubicBezTo>
                    <a:pt x="309927" y="55"/>
                    <a:pt x="314320" y="4448"/>
                    <a:pt x="314320" y="9866"/>
                  </a:cubicBezTo>
                  <a:cubicBezTo>
                    <a:pt x="314320" y="15284"/>
                    <a:pt x="309927" y="19677"/>
                    <a:pt x="304509" y="19677"/>
                  </a:cubicBezTo>
                  <a:lnTo>
                    <a:pt x="10064" y="19677"/>
                  </a:lnTo>
                  <a:cubicBezTo>
                    <a:pt x="4646" y="19677"/>
                    <a:pt x="253" y="15284"/>
                    <a:pt x="253" y="9866"/>
                  </a:cubicBezTo>
                  <a:cubicBezTo>
                    <a:pt x="253" y="4448"/>
                    <a:pt x="4646" y="55"/>
                    <a:pt x="10064" y="55"/>
                  </a:cubicBezTo>
                  <a:close/>
                </a:path>
              </a:pathLst>
            </a:custGeom>
            <a:solidFill>
              <a:srgbClr val="6C63FF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11934BCB-7789-DF46-BB1B-51F6E0A30536}"/>
                </a:ext>
              </a:extLst>
            </p:cNvPr>
            <p:cNvSpPr/>
            <p:nvPr/>
          </p:nvSpPr>
          <p:spPr>
            <a:xfrm rot="361440">
              <a:off x="1579885" y="3326619"/>
              <a:ext cx="314066" cy="19621"/>
            </a:xfrm>
            <a:custGeom>
              <a:avLst/>
              <a:gdLst>
                <a:gd name="csX0" fmla="*/ 10063 w 314066"/>
                <a:gd name="csY0" fmla="*/ 68 h 19621"/>
                <a:gd name="csX1" fmla="*/ 304508 w 314066"/>
                <a:gd name="csY1" fmla="*/ 68 h 19621"/>
                <a:gd name="csX2" fmla="*/ 314318 w 314066"/>
                <a:gd name="csY2" fmla="*/ 9878 h 19621"/>
                <a:gd name="csX3" fmla="*/ 304508 w 314066"/>
                <a:gd name="csY3" fmla="*/ 19689 h 19621"/>
                <a:gd name="csX4" fmla="*/ 10063 w 314066"/>
                <a:gd name="csY4" fmla="*/ 19689 h 19621"/>
                <a:gd name="csX5" fmla="*/ 252 w 314066"/>
                <a:gd name="csY5" fmla="*/ 9878 h 19621"/>
                <a:gd name="csX6" fmla="*/ 10063 w 314066"/>
                <a:gd name="csY6" fmla="*/ 68 h 1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4066" h="19621">
                  <a:moveTo>
                    <a:pt x="10063" y="68"/>
                  </a:moveTo>
                  <a:lnTo>
                    <a:pt x="304508" y="68"/>
                  </a:lnTo>
                  <a:cubicBezTo>
                    <a:pt x="309926" y="68"/>
                    <a:pt x="314318" y="4460"/>
                    <a:pt x="314318" y="9878"/>
                  </a:cubicBezTo>
                  <a:cubicBezTo>
                    <a:pt x="314318" y="15297"/>
                    <a:pt x="309926" y="19689"/>
                    <a:pt x="304508" y="19689"/>
                  </a:cubicBezTo>
                  <a:lnTo>
                    <a:pt x="10063" y="19689"/>
                  </a:lnTo>
                  <a:cubicBezTo>
                    <a:pt x="4644" y="19689"/>
                    <a:pt x="252" y="15297"/>
                    <a:pt x="252" y="9878"/>
                  </a:cubicBezTo>
                  <a:cubicBezTo>
                    <a:pt x="252" y="4460"/>
                    <a:pt x="4644" y="68"/>
                    <a:pt x="10063" y="68"/>
                  </a:cubicBezTo>
                  <a:close/>
                </a:path>
              </a:pathLst>
            </a:custGeom>
            <a:solidFill>
              <a:srgbClr val="6C63FF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69" name="Graphic 5">
            <a:extLst>
              <a:ext uri="{FF2B5EF4-FFF2-40B4-BE49-F238E27FC236}">
                <a16:creationId xmlns:a16="http://schemas.microsoft.com/office/drawing/2014/main" id="{C4C91404-BF19-765D-4E36-207BD024954C}"/>
              </a:ext>
            </a:extLst>
          </p:cNvPr>
          <p:cNvGrpSpPr/>
          <p:nvPr/>
        </p:nvGrpSpPr>
        <p:grpSpPr>
          <a:xfrm>
            <a:off x="127000" y="2958598"/>
            <a:ext cx="470852" cy="467201"/>
            <a:chOff x="127000" y="2958598"/>
            <a:chExt cx="470852" cy="467201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1503727-17F5-62E0-3B99-A36BDF84818F}"/>
                </a:ext>
              </a:extLst>
            </p:cNvPr>
            <p:cNvSpPr/>
            <p:nvPr/>
          </p:nvSpPr>
          <p:spPr>
            <a:xfrm>
              <a:off x="127000" y="2958598"/>
              <a:ext cx="467201" cy="467201"/>
            </a:xfrm>
            <a:custGeom>
              <a:avLst/>
              <a:gdLst>
                <a:gd name="csX0" fmla="*/ 432594 w 467201"/>
                <a:gd name="csY0" fmla="*/ 4 h 467201"/>
                <a:gd name="csX1" fmla="*/ 467201 w 467201"/>
                <a:gd name="csY1" fmla="*/ 4 h 467201"/>
                <a:gd name="csX2" fmla="*/ 467201 w 467201"/>
                <a:gd name="csY2" fmla="*/ 467205 h 467201"/>
                <a:gd name="csX3" fmla="*/ 432594 w 467201"/>
                <a:gd name="csY3" fmla="*/ 467205 h 467201"/>
                <a:gd name="csX4" fmla="*/ 34607 w 467201"/>
                <a:gd name="csY4" fmla="*/ 467205 h 467201"/>
                <a:gd name="csX5" fmla="*/ 0 w 467201"/>
                <a:gd name="csY5" fmla="*/ 467205 h 467201"/>
                <a:gd name="csX6" fmla="*/ 0 w 467201"/>
                <a:gd name="csY6" fmla="*/ 4 h 467201"/>
                <a:gd name="csX7" fmla="*/ 34607 w 467201"/>
                <a:gd name="csY7" fmla="*/ 4 h 4672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67201" h="467201">
                  <a:moveTo>
                    <a:pt x="432594" y="4"/>
                  </a:moveTo>
                  <a:cubicBezTo>
                    <a:pt x="451707" y="4"/>
                    <a:pt x="467201" y="4"/>
                    <a:pt x="467201" y="4"/>
                  </a:cubicBezTo>
                  <a:lnTo>
                    <a:pt x="467201" y="467205"/>
                  </a:lnTo>
                  <a:cubicBezTo>
                    <a:pt x="467201" y="467205"/>
                    <a:pt x="451707" y="467205"/>
                    <a:pt x="432594" y="467205"/>
                  </a:cubicBezTo>
                  <a:lnTo>
                    <a:pt x="34607" y="467205"/>
                  </a:lnTo>
                  <a:cubicBezTo>
                    <a:pt x="15494" y="467205"/>
                    <a:pt x="0" y="467205"/>
                    <a:pt x="0" y="467205"/>
                  </a:cubicBezTo>
                  <a:lnTo>
                    <a:pt x="0" y="4"/>
                  </a:lnTo>
                  <a:cubicBezTo>
                    <a:pt x="0" y="4"/>
                    <a:pt x="15494" y="4"/>
                    <a:pt x="34607" y="4"/>
                  </a:cubicBezTo>
                  <a:close/>
                </a:path>
              </a:pathLst>
            </a:custGeom>
            <a:solidFill>
              <a:srgbClr val="F2F2F2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F3356D4-CCDE-A7E3-FA2B-B2AD1F1AD824}"/>
                </a:ext>
              </a:extLst>
            </p:cNvPr>
            <p:cNvSpPr/>
            <p:nvPr/>
          </p:nvSpPr>
          <p:spPr>
            <a:xfrm>
              <a:off x="127000" y="2961032"/>
              <a:ext cx="470852" cy="464317"/>
            </a:xfrm>
            <a:custGeom>
              <a:avLst/>
              <a:gdLst>
                <a:gd name="csX0" fmla="*/ 19611 w 470852"/>
                <a:gd name="csY0" fmla="*/ 9810 h 464317"/>
                <a:gd name="csX1" fmla="*/ 9805 w 470852"/>
                <a:gd name="csY1" fmla="*/ 19615 h 464317"/>
                <a:gd name="csX2" fmla="*/ 9805 w 470852"/>
                <a:gd name="csY2" fmla="*/ 444711 h 464317"/>
                <a:gd name="csX3" fmla="*/ 19611 w 470852"/>
                <a:gd name="csY3" fmla="*/ 454516 h 464317"/>
                <a:gd name="csX4" fmla="*/ 451241 w 470852"/>
                <a:gd name="csY4" fmla="*/ 454516 h 464317"/>
                <a:gd name="csX5" fmla="*/ 461047 w 470852"/>
                <a:gd name="csY5" fmla="*/ 444711 h 464317"/>
                <a:gd name="csX6" fmla="*/ 461047 w 470852"/>
                <a:gd name="csY6" fmla="*/ 19615 h 464317"/>
                <a:gd name="csX7" fmla="*/ 451241 w 470852"/>
                <a:gd name="csY7" fmla="*/ 9810 h 464317"/>
                <a:gd name="csX8" fmla="*/ 19611 w 470852"/>
                <a:gd name="csY8" fmla="*/ 9810 h 464317"/>
                <a:gd name="csX9" fmla="*/ 19611 w 470852"/>
                <a:gd name="csY9" fmla="*/ 4 h 464317"/>
                <a:gd name="csX10" fmla="*/ 451241 w 470852"/>
                <a:gd name="csY10" fmla="*/ 4 h 464317"/>
                <a:gd name="csX11" fmla="*/ 470852 w 470852"/>
                <a:gd name="csY11" fmla="*/ 19615 h 464317"/>
                <a:gd name="csX12" fmla="*/ 470852 w 470852"/>
                <a:gd name="csY12" fmla="*/ 444711 h 464317"/>
                <a:gd name="csX13" fmla="*/ 451241 w 470852"/>
                <a:gd name="csY13" fmla="*/ 464322 h 464317"/>
                <a:gd name="csX14" fmla="*/ 19611 w 470852"/>
                <a:gd name="csY14" fmla="*/ 464322 h 464317"/>
                <a:gd name="csX15" fmla="*/ 0 w 470852"/>
                <a:gd name="csY15" fmla="*/ 444711 h 464317"/>
                <a:gd name="csX16" fmla="*/ 0 w 470852"/>
                <a:gd name="csY16" fmla="*/ 19615 h 464317"/>
                <a:gd name="csX17" fmla="*/ 19611 w 470852"/>
                <a:gd name="csY17" fmla="*/ 4 h 4643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70852" h="464317">
                  <a:moveTo>
                    <a:pt x="19611" y="9810"/>
                  </a:moveTo>
                  <a:cubicBezTo>
                    <a:pt x="14196" y="9810"/>
                    <a:pt x="9805" y="14200"/>
                    <a:pt x="9805" y="19615"/>
                  </a:cubicBezTo>
                  <a:lnTo>
                    <a:pt x="9805" y="444711"/>
                  </a:lnTo>
                  <a:cubicBezTo>
                    <a:pt x="9805" y="450126"/>
                    <a:pt x="14196" y="454516"/>
                    <a:pt x="19611" y="454516"/>
                  </a:cubicBezTo>
                  <a:lnTo>
                    <a:pt x="451241" y="454516"/>
                  </a:lnTo>
                  <a:cubicBezTo>
                    <a:pt x="456657" y="454516"/>
                    <a:pt x="461047" y="450126"/>
                    <a:pt x="461047" y="444711"/>
                  </a:cubicBezTo>
                  <a:lnTo>
                    <a:pt x="461047" y="19615"/>
                  </a:lnTo>
                  <a:cubicBezTo>
                    <a:pt x="461047" y="14200"/>
                    <a:pt x="456657" y="9810"/>
                    <a:pt x="451241" y="9810"/>
                  </a:cubicBezTo>
                  <a:lnTo>
                    <a:pt x="19611" y="9810"/>
                  </a:lnTo>
                  <a:moveTo>
                    <a:pt x="19611" y="4"/>
                  </a:moveTo>
                  <a:lnTo>
                    <a:pt x="451241" y="4"/>
                  </a:lnTo>
                  <a:cubicBezTo>
                    <a:pt x="462072" y="4"/>
                    <a:pt x="470852" y="8785"/>
                    <a:pt x="470852" y="19615"/>
                  </a:cubicBezTo>
                  <a:lnTo>
                    <a:pt x="470852" y="444711"/>
                  </a:lnTo>
                  <a:cubicBezTo>
                    <a:pt x="470852" y="455542"/>
                    <a:pt x="462072" y="464322"/>
                    <a:pt x="451241" y="464322"/>
                  </a:cubicBezTo>
                  <a:lnTo>
                    <a:pt x="19611" y="464322"/>
                  </a:lnTo>
                  <a:cubicBezTo>
                    <a:pt x="8780" y="464322"/>
                    <a:pt x="0" y="455542"/>
                    <a:pt x="0" y="444711"/>
                  </a:cubicBezTo>
                  <a:lnTo>
                    <a:pt x="0" y="19615"/>
                  </a:lnTo>
                  <a:cubicBezTo>
                    <a:pt x="0" y="8785"/>
                    <a:pt x="8780" y="4"/>
                    <a:pt x="19611" y="4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031B7FB-CCE4-B40A-0AB2-F2A13F782997}"/>
                </a:ext>
              </a:extLst>
            </p:cNvPr>
            <p:cNvSpPr/>
            <p:nvPr/>
          </p:nvSpPr>
          <p:spPr>
            <a:xfrm>
              <a:off x="205478" y="3039505"/>
              <a:ext cx="313901" cy="19610"/>
            </a:xfrm>
            <a:custGeom>
              <a:avLst/>
              <a:gdLst>
                <a:gd name="csX0" fmla="*/ 9819 w 313901"/>
                <a:gd name="csY0" fmla="*/ 18 h 19610"/>
                <a:gd name="csX1" fmla="*/ 304110 w 313901"/>
                <a:gd name="csY1" fmla="*/ 18 h 19610"/>
                <a:gd name="csX2" fmla="*/ 313915 w 313901"/>
                <a:gd name="csY2" fmla="*/ 9824 h 19610"/>
                <a:gd name="csX3" fmla="*/ 304110 w 313901"/>
                <a:gd name="csY3" fmla="*/ 19629 h 19610"/>
                <a:gd name="csX4" fmla="*/ 9819 w 313901"/>
                <a:gd name="csY4" fmla="*/ 19629 h 19610"/>
                <a:gd name="csX5" fmla="*/ 14 w 313901"/>
                <a:gd name="csY5" fmla="*/ 9824 h 19610"/>
                <a:gd name="csX6" fmla="*/ 9819 w 313901"/>
                <a:gd name="csY6" fmla="*/ 18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819" y="18"/>
                  </a:moveTo>
                  <a:lnTo>
                    <a:pt x="304110" y="18"/>
                  </a:lnTo>
                  <a:cubicBezTo>
                    <a:pt x="309525" y="18"/>
                    <a:pt x="313915" y="4408"/>
                    <a:pt x="313915" y="9824"/>
                  </a:cubicBezTo>
                  <a:cubicBezTo>
                    <a:pt x="313915" y="15239"/>
                    <a:pt x="309525" y="19629"/>
                    <a:pt x="304110" y="19629"/>
                  </a:cubicBezTo>
                  <a:lnTo>
                    <a:pt x="9819" y="19629"/>
                  </a:lnTo>
                  <a:cubicBezTo>
                    <a:pt x="4404" y="19629"/>
                    <a:pt x="14" y="15239"/>
                    <a:pt x="14" y="9824"/>
                  </a:cubicBezTo>
                  <a:cubicBezTo>
                    <a:pt x="14" y="4408"/>
                    <a:pt x="4404" y="18"/>
                    <a:pt x="9819" y="18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C390CF7-9CB9-9012-51E5-5EF421D5F24A}"/>
                </a:ext>
              </a:extLst>
            </p:cNvPr>
            <p:cNvSpPr/>
            <p:nvPr/>
          </p:nvSpPr>
          <p:spPr>
            <a:xfrm>
              <a:off x="205478" y="3111442"/>
              <a:ext cx="313901" cy="19610"/>
            </a:xfrm>
            <a:custGeom>
              <a:avLst/>
              <a:gdLst>
                <a:gd name="csX0" fmla="*/ 9819 w 313901"/>
                <a:gd name="csY0" fmla="*/ 31 h 19610"/>
                <a:gd name="csX1" fmla="*/ 304110 w 313901"/>
                <a:gd name="csY1" fmla="*/ 31 h 19610"/>
                <a:gd name="csX2" fmla="*/ 313915 w 313901"/>
                <a:gd name="csY2" fmla="*/ 9836 h 19610"/>
                <a:gd name="csX3" fmla="*/ 304110 w 313901"/>
                <a:gd name="csY3" fmla="*/ 19641 h 19610"/>
                <a:gd name="csX4" fmla="*/ 9819 w 313901"/>
                <a:gd name="csY4" fmla="*/ 19641 h 19610"/>
                <a:gd name="csX5" fmla="*/ 14 w 313901"/>
                <a:gd name="csY5" fmla="*/ 9836 h 19610"/>
                <a:gd name="csX6" fmla="*/ 9819 w 313901"/>
                <a:gd name="csY6" fmla="*/ 31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819" y="31"/>
                  </a:moveTo>
                  <a:lnTo>
                    <a:pt x="304110" y="31"/>
                  </a:lnTo>
                  <a:cubicBezTo>
                    <a:pt x="309525" y="31"/>
                    <a:pt x="313915" y="4421"/>
                    <a:pt x="313915" y="9836"/>
                  </a:cubicBezTo>
                  <a:cubicBezTo>
                    <a:pt x="313915" y="15251"/>
                    <a:pt x="309525" y="19641"/>
                    <a:pt x="304110" y="19641"/>
                  </a:cubicBezTo>
                  <a:lnTo>
                    <a:pt x="9819" y="19641"/>
                  </a:lnTo>
                  <a:cubicBezTo>
                    <a:pt x="4404" y="19641"/>
                    <a:pt x="14" y="15251"/>
                    <a:pt x="14" y="9836"/>
                  </a:cubicBezTo>
                  <a:cubicBezTo>
                    <a:pt x="14" y="4421"/>
                    <a:pt x="4404" y="31"/>
                    <a:pt x="9819" y="31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19BFB86-3405-4DA2-DE6A-66526B3CAD0F}"/>
                </a:ext>
              </a:extLst>
            </p:cNvPr>
            <p:cNvSpPr/>
            <p:nvPr/>
          </p:nvSpPr>
          <p:spPr>
            <a:xfrm>
              <a:off x="205478" y="3183379"/>
              <a:ext cx="313901" cy="19610"/>
            </a:xfrm>
            <a:custGeom>
              <a:avLst/>
              <a:gdLst>
                <a:gd name="csX0" fmla="*/ 9819 w 313901"/>
                <a:gd name="csY0" fmla="*/ 43 h 19610"/>
                <a:gd name="csX1" fmla="*/ 304110 w 313901"/>
                <a:gd name="csY1" fmla="*/ 43 h 19610"/>
                <a:gd name="csX2" fmla="*/ 313915 w 313901"/>
                <a:gd name="csY2" fmla="*/ 9848 h 19610"/>
                <a:gd name="csX3" fmla="*/ 304110 w 313901"/>
                <a:gd name="csY3" fmla="*/ 19654 h 19610"/>
                <a:gd name="csX4" fmla="*/ 9819 w 313901"/>
                <a:gd name="csY4" fmla="*/ 19654 h 19610"/>
                <a:gd name="csX5" fmla="*/ 14 w 313901"/>
                <a:gd name="csY5" fmla="*/ 9848 h 19610"/>
                <a:gd name="csX6" fmla="*/ 9819 w 313901"/>
                <a:gd name="csY6" fmla="*/ 43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819" y="43"/>
                  </a:moveTo>
                  <a:lnTo>
                    <a:pt x="304110" y="43"/>
                  </a:lnTo>
                  <a:cubicBezTo>
                    <a:pt x="309525" y="43"/>
                    <a:pt x="313915" y="4433"/>
                    <a:pt x="313915" y="9848"/>
                  </a:cubicBezTo>
                  <a:cubicBezTo>
                    <a:pt x="313915" y="15264"/>
                    <a:pt x="309525" y="19654"/>
                    <a:pt x="304110" y="19654"/>
                  </a:cubicBezTo>
                  <a:lnTo>
                    <a:pt x="9819" y="19654"/>
                  </a:lnTo>
                  <a:cubicBezTo>
                    <a:pt x="4404" y="19654"/>
                    <a:pt x="14" y="15264"/>
                    <a:pt x="14" y="9848"/>
                  </a:cubicBezTo>
                  <a:cubicBezTo>
                    <a:pt x="14" y="4433"/>
                    <a:pt x="4404" y="43"/>
                    <a:pt x="9819" y="43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F27BDECB-B8DD-7D72-A112-71647C39D775}"/>
                </a:ext>
              </a:extLst>
            </p:cNvPr>
            <p:cNvSpPr/>
            <p:nvPr/>
          </p:nvSpPr>
          <p:spPr>
            <a:xfrm>
              <a:off x="205478" y="3255317"/>
              <a:ext cx="313901" cy="19610"/>
            </a:xfrm>
            <a:custGeom>
              <a:avLst/>
              <a:gdLst>
                <a:gd name="csX0" fmla="*/ 9819 w 313901"/>
                <a:gd name="csY0" fmla="*/ 56 h 19610"/>
                <a:gd name="csX1" fmla="*/ 304110 w 313901"/>
                <a:gd name="csY1" fmla="*/ 56 h 19610"/>
                <a:gd name="csX2" fmla="*/ 313915 w 313901"/>
                <a:gd name="csY2" fmla="*/ 9861 h 19610"/>
                <a:gd name="csX3" fmla="*/ 304110 w 313901"/>
                <a:gd name="csY3" fmla="*/ 19666 h 19610"/>
                <a:gd name="csX4" fmla="*/ 9819 w 313901"/>
                <a:gd name="csY4" fmla="*/ 19666 h 19610"/>
                <a:gd name="csX5" fmla="*/ 14 w 313901"/>
                <a:gd name="csY5" fmla="*/ 9861 h 19610"/>
                <a:gd name="csX6" fmla="*/ 9819 w 313901"/>
                <a:gd name="csY6" fmla="*/ 56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819" y="56"/>
                  </a:moveTo>
                  <a:lnTo>
                    <a:pt x="304110" y="56"/>
                  </a:lnTo>
                  <a:cubicBezTo>
                    <a:pt x="309525" y="56"/>
                    <a:pt x="313915" y="4446"/>
                    <a:pt x="313915" y="9861"/>
                  </a:cubicBezTo>
                  <a:cubicBezTo>
                    <a:pt x="313915" y="15276"/>
                    <a:pt x="309525" y="19666"/>
                    <a:pt x="304110" y="19666"/>
                  </a:cubicBezTo>
                  <a:lnTo>
                    <a:pt x="9819" y="19666"/>
                  </a:lnTo>
                  <a:cubicBezTo>
                    <a:pt x="4404" y="19666"/>
                    <a:pt x="14" y="15276"/>
                    <a:pt x="14" y="9861"/>
                  </a:cubicBezTo>
                  <a:cubicBezTo>
                    <a:pt x="14" y="4446"/>
                    <a:pt x="4404" y="56"/>
                    <a:pt x="9819" y="56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78ED41D1-B8C7-CE48-2C63-7AA862A486E6}"/>
                </a:ext>
              </a:extLst>
            </p:cNvPr>
            <p:cNvSpPr/>
            <p:nvPr/>
          </p:nvSpPr>
          <p:spPr>
            <a:xfrm>
              <a:off x="205478" y="3327254"/>
              <a:ext cx="313901" cy="19610"/>
            </a:xfrm>
            <a:custGeom>
              <a:avLst/>
              <a:gdLst>
                <a:gd name="csX0" fmla="*/ 9819 w 313901"/>
                <a:gd name="csY0" fmla="*/ 68 h 19610"/>
                <a:gd name="csX1" fmla="*/ 304110 w 313901"/>
                <a:gd name="csY1" fmla="*/ 68 h 19610"/>
                <a:gd name="csX2" fmla="*/ 313915 w 313901"/>
                <a:gd name="csY2" fmla="*/ 9873 h 19610"/>
                <a:gd name="csX3" fmla="*/ 304110 w 313901"/>
                <a:gd name="csY3" fmla="*/ 19679 h 19610"/>
                <a:gd name="csX4" fmla="*/ 9819 w 313901"/>
                <a:gd name="csY4" fmla="*/ 19679 h 19610"/>
                <a:gd name="csX5" fmla="*/ 14 w 313901"/>
                <a:gd name="csY5" fmla="*/ 9873 h 19610"/>
                <a:gd name="csX6" fmla="*/ 9819 w 313901"/>
                <a:gd name="csY6" fmla="*/ 68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819" y="68"/>
                  </a:moveTo>
                  <a:lnTo>
                    <a:pt x="304110" y="68"/>
                  </a:lnTo>
                  <a:cubicBezTo>
                    <a:pt x="309525" y="68"/>
                    <a:pt x="313915" y="4458"/>
                    <a:pt x="313915" y="9873"/>
                  </a:cubicBezTo>
                  <a:cubicBezTo>
                    <a:pt x="313915" y="15289"/>
                    <a:pt x="309525" y="19679"/>
                    <a:pt x="304110" y="19679"/>
                  </a:cubicBezTo>
                  <a:lnTo>
                    <a:pt x="9819" y="19679"/>
                  </a:lnTo>
                  <a:cubicBezTo>
                    <a:pt x="4404" y="19679"/>
                    <a:pt x="14" y="15289"/>
                    <a:pt x="14" y="9873"/>
                  </a:cubicBezTo>
                  <a:cubicBezTo>
                    <a:pt x="14" y="4458"/>
                    <a:pt x="4404" y="68"/>
                    <a:pt x="9819" y="68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0E53B1B-3DAC-D47E-8842-6B6F9A89B1E8}"/>
              </a:ext>
            </a:extLst>
          </p:cNvPr>
          <p:cNvSpPr/>
          <p:nvPr/>
        </p:nvSpPr>
        <p:spPr>
          <a:xfrm>
            <a:off x="6096000" y="1422400"/>
            <a:ext cx="5740399" cy="5385555"/>
          </a:xfrm>
          <a:prstGeom prst="roundRect">
            <a:avLst>
              <a:gd name="adj" fmla="val 393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sz="14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7CCACB-DE46-F6CB-D5F5-3E7B2F6617A8}"/>
              </a:ext>
            </a:extLst>
          </p:cNvPr>
          <p:cNvSpPr txBox="1"/>
          <p:nvPr/>
        </p:nvSpPr>
        <p:spPr>
          <a:xfrm>
            <a:off x="7435874" y="1556263"/>
            <a:ext cx="2793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paradox of two zero’s</a:t>
            </a:r>
            <a:endParaRPr lang="el-GR" b="1" dirty="0"/>
          </a:p>
        </p:txBody>
      </p:sp>
      <p:graphicFrame>
        <p:nvGraphicFramePr>
          <p:cNvPr id="79" name="Table 78">
            <a:extLst>
              <a:ext uri="{FF2B5EF4-FFF2-40B4-BE49-F238E27FC236}">
                <a16:creationId xmlns:a16="http://schemas.microsoft.com/office/drawing/2014/main" id="{1C26387F-98F2-8854-CF7B-896097A720A2}"/>
              </a:ext>
            </a:extLst>
          </p:cNvPr>
          <p:cNvGraphicFramePr>
            <a:graphicFrameLocks noGrp="1"/>
          </p:cNvGraphicFramePr>
          <p:nvPr/>
        </p:nvGraphicFramePr>
        <p:xfrm>
          <a:off x="6343259" y="2001511"/>
          <a:ext cx="2198872" cy="222504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198872">
                  <a:extLst>
                    <a:ext uri="{9D8B030D-6E8A-4147-A177-3AD203B41FA5}">
                      <a16:colId xmlns:a16="http://schemas.microsoft.com/office/drawing/2014/main" val="3147164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Open_acc_6m</a:t>
                      </a:r>
                      <a:endParaRPr lang="el-G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772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543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052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387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NaN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765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855439"/>
                  </a:ext>
                </a:extLst>
              </a:tr>
            </a:tbl>
          </a:graphicData>
        </a:graphic>
      </p:graphicFrame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E68ED08C-CF57-3448-C562-CECA6C6E8C05}"/>
              </a:ext>
            </a:extLst>
          </p:cNvPr>
          <p:cNvCxnSpPr/>
          <p:nvPr/>
        </p:nvCxnSpPr>
        <p:spPr>
          <a:xfrm>
            <a:off x="8680450" y="3114031"/>
            <a:ext cx="5524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aphicFrame>
        <p:nvGraphicFramePr>
          <p:cNvPr id="84" name="Table 83">
            <a:extLst>
              <a:ext uri="{FF2B5EF4-FFF2-40B4-BE49-F238E27FC236}">
                <a16:creationId xmlns:a16="http://schemas.microsoft.com/office/drawing/2014/main" id="{B08F29EF-DC8A-8455-AAAD-B505C35254BB}"/>
              </a:ext>
            </a:extLst>
          </p:cNvPr>
          <p:cNvGraphicFramePr>
            <a:graphicFrameLocks noGrp="1"/>
          </p:cNvGraphicFramePr>
          <p:nvPr/>
        </p:nvGraphicFramePr>
        <p:xfrm>
          <a:off x="9406929" y="2006591"/>
          <a:ext cx="2198872" cy="2213601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198872">
                  <a:extLst>
                    <a:ext uri="{9D8B030D-6E8A-4147-A177-3AD203B41FA5}">
                      <a16:colId xmlns:a16="http://schemas.microsoft.com/office/drawing/2014/main" val="314716406"/>
                    </a:ext>
                  </a:extLst>
                </a:gridCol>
              </a:tblGrid>
              <a:tr h="359401">
                <a:tc>
                  <a:txBody>
                    <a:bodyPr/>
                    <a:lstStyle/>
                    <a:p>
                      <a:r>
                        <a:rPr lang="en-US" sz="1400" dirty="0"/>
                        <a:t>Open_acc_6m</a:t>
                      </a:r>
                      <a:endParaRPr lang="el-G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772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543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052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387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765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855439"/>
                  </a:ext>
                </a:extLst>
              </a:tr>
            </a:tbl>
          </a:graphicData>
        </a:graphic>
      </p:graphicFrame>
      <p:graphicFrame>
        <p:nvGraphicFramePr>
          <p:cNvPr id="85" name="Table 84">
            <a:extLst>
              <a:ext uri="{FF2B5EF4-FFF2-40B4-BE49-F238E27FC236}">
                <a16:creationId xmlns:a16="http://schemas.microsoft.com/office/drawing/2014/main" id="{01BB9FE2-BC31-CDD5-9FC7-6FDCF3FD6EDE}"/>
              </a:ext>
            </a:extLst>
          </p:cNvPr>
          <p:cNvGraphicFramePr>
            <a:graphicFrameLocks noGrp="1"/>
          </p:cNvGraphicFramePr>
          <p:nvPr/>
        </p:nvGraphicFramePr>
        <p:xfrm>
          <a:off x="6363583" y="4380303"/>
          <a:ext cx="2198872" cy="222504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198872">
                  <a:extLst>
                    <a:ext uri="{9D8B030D-6E8A-4147-A177-3AD203B41FA5}">
                      <a16:colId xmlns:a16="http://schemas.microsoft.com/office/drawing/2014/main" val="3147164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mths_since_last_delinq</a:t>
                      </a:r>
                      <a:endParaRPr lang="el-G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772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543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  <a:endParaRPr lang="el-G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052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387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NaN</a:t>
                      </a:r>
                      <a:endParaRPr lang="el-G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765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855439"/>
                  </a:ext>
                </a:extLst>
              </a:tr>
            </a:tbl>
          </a:graphicData>
        </a:graphic>
      </p:graphicFrame>
      <p:graphicFrame>
        <p:nvGraphicFramePr>
          <p:cNvPr id="86" name="Table 85">
            <a:extLst>
              <a:ext uri="{FF2B5EF4-FFF2-40B4-BE49-F238E27FC236}">
                <a16:creationId xmlns:a16="http://schemas.microsoft.com/office/drawing/2014/main" id="{EE2FD4C9-F2A7-075B-A4CA-BADB9AEE0417}"/>
              </a:ext>
            </a:extLst>
          </p:cNvPr>
          <p:cNvGraphicFramePr>
            <a:graphicFrameLocks noGrp="1"/>
          </p:cNvGraphicFramePr>
          <p:nvPr/>
        </p:nvGraphicFramePr>
        <p:xfrm>
          <a:off x="13352407" y="4380303"/>
          <a:ext cx="2198872" cy="222504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198872">
                  <a:extLst>
                    <a:ext uri="{9D8B030D-6E8A-4147-A177-3AD203B41FA5}">
                      <a16:colId xmlns:a16="http://schemas.microsoft.com/office/drawing/2014/main" val="3147164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mths_since_last_delinq</a:t>
                      </a:r>
                      <a:endParaRPr lang="el-G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772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543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052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387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765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855439"/>
                  </a:ext>
                </a:extLst>
              </a:tr>
            </a:tbl>
          </a:graphicData>
        </a:graphic>
      </p:graphicFrame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2D9DFEEA-704E-1743-D3B1-7E43C644738B}"/>
              </a:ext>
            </a:extLst>
          </p:cNvPr>
          <p:cNvCxnSpPr/>
          <p:nvPr/>
        </p:nvCxnSpPr>
        <p:spPr>
          <a:xfrm>
            <a:off x="8686800" y="5514331"/>
            <a:ext cx="5524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F0F29BA-612D-595A-E4D0-BDD56BAD24D8}"/>
              </a:ext>
            </a:extLst>
          </p:cNvPr>
          <p:cNvGraphicFramePr>
            <a:graphicFrameLocks noGrp="1"/>
          </p:cNvGraphicFramePr>
          <p:nvPr/>
        </p:nvGraphicFramePr>
        <p:xfrm>
          <a:off x="9369257" y="4387796"/>
          <a:ext cx="2301198" cy="2217545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174962">
                  <a:extLst>
                    <a:ext uri="{9D8B030D-6E8A-4147-A177-3AD203B41FA5}">
                      <a16:colId xmlns:a16="http://schemas.microsoft.com/office/drawing/2014/main" val="174905062"/>
                    </a:ext>
                  </a:extLst>
                </a:gridCol>
                <a:gridCol w="1126236">
                  <a:extLst>
                    <a:ext uri="{9D8B030D-6E8A-4147-A177-3AD203B41FA5}">
                      <a16:colId xmlns:a16="http://schemas.microsoft.com/office/drawing/2014/main" val="3989096877"/>
                    </a:ext>
                  </a:extLst>
                </a:gridCol>
              </a:tblGrid>
              <a:tr h="331995">
                <a:tc>
                  <a:txBody>
                    <a:bodyPr/>
                    <a:lstStyle/>
                    <a:p>
                      <a:r>
                        <a:rPr lang="en-US" sz="1400" dirty="0" err="1"/>
                        <a:t>mths_since</a:t>
                      </a:r>
                      <a:endParaRPr lang="el-G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was_NaN</a:t>
                      </a:r>
                      <a:endParaRPr lang="el-G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364784"/>
                  </a:ext>
                </a:extLst>
              </a:tr>
              <a:tr h="37711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7386730"/>
                  </a:ext>
                </a:extLst>
              </a:tr>
              <a:tr h="377110"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  <a:endParaRPr lang="el-G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  <a:endParaRPr lang="el-G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190415"/>
                  </a:ext>
                </a:extLst>
              </a:tr>
              <a:tr h="37711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4641444"/>
                  </a:ext>
                </a:extLst>
              </a:tr>
              <a:tr h="377110"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  <a:endParaRPr lang="el-G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  <a:endParaRPr lang="el-G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283666"/>
                  </a:ext>
                </a:extLst>
              </a:tr>
              <a:tr h="37711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16399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51E2A2C8-208C-A28D-AB0C-401D2D7CBF99}"/>
              </a:ext>
            </a:extLst>
          </p:cNvPr>
          <p:cNvSpPr/>
          <p:nvPr/>
        </p:nvSpPr>
        <p:spPr>
          <a:xfrm>
            <a:off x="-772311" y="-318774"/>
            <a:ext cx="13910734" cy="7992534"/>
          </a:xfrm>
          <a:prstGeom prst="rect">
            <a:avLst/>
          </a:prstGeom>
          <a:solidFill>
            <a:srgbClr val="000000">
              <a:alpha val="7607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FF5ED5-11F4-3B9B-F71E-7D102315C7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6731" y="439731"/>
            <a:ext cx="5978539" cy="5978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474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63F64-5ACD-3194-9611-9C0685726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B5CB6B-86DB-90C7-DD49-D2B65B6CC032}"/>
              </a:ext>
            </a:extLst>
          </p:cNvPr>
          <p:cNvSpPr txBox="1"/>
          <p:nvPr/>
        </p:nvSpPr>
        <p:spPr>
          <a:xfrm>
            <a:off x="278495" y="199029"/>
            <a:ext cx="11809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Data pre-processing techniques</a:t>
            </a:r>
            <a:endParaRPr lang="el-GR" sz="3600" dirty="0"/>
          </a:p>
        </p:txBody>
      </p:sp>
      <p:grpSp>
        <p:nvGrpSpPr>
          <p:cNvPr id="9" name="Graphic 5">
            <a:extLst>
              <a:ext uri="{FF2B5EF4-FFF2-40B4-BE49-F238E27FC236}">
                <a16:creationId xmlns:a16="http://schemas.microsoft.com/office/drawing/2014/main" id="{84838089-D573-F170-F6E9-FB774E04E5D4}"/>
              </a:ext>
            </a:extLst>
          </p:cNvPr>
          <p:cNvGrpSpPr/>
          <p:nvPr/>
        </p:nvGrpSpPr>
        <p:grpSpPr>
          <a:xfrm>
            <a:off x="1514524" y="4311774"/>
            <a:ext cx="3226831" cy="2496181"/>
            <a:chOff x="1514524" y="4311774"/>
            <a:chExt cx="3226831" cy="2496181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C0D8319-910E-41AE-5C58-B4609075B927}"/>
                </a:ext>
              </a:extLst>
            </p:cNvPr>
            <p:cNvSpPr/>
            <p:nvPr/>
          </p:nvSpPr>
          <p:spPr>
            <a:xfrm>
              <a:off x="2039075" y="6795266"/>
              <a:ext cx="2169613" cy="12689"/>
            </a:xfrm>
            <a:custGeom>
              <a:avLst/>
              <a:gdLst>
                <a:gd name="csX0" fmla="*/ 316 w 2169613"/>
                <a:gd name="csY0" fmla="*/ 6527 h 12689"/>
                <a:gd name="csX1" fmla="*/ 4648 w 2169613"/>
                <a:gd name="csY1" fmla="*/ 12871 h 12689"/>
                <a:gd name="csX2" fmla="*/ 2165598 w 2169613"/>
                <a:gd name="csY2" fmla="*/ 12871 h 12689"/>
                <a:gd name="csX3" fmla="*/ 2169930 w 2169613"/>
                <a:gd name="csY3" fmla="*/ 6527 h 12689"/>
                <a:gd name="csX4" fmla="*/ 2165598 w 2169613"/>
                <a:gd name="csY4" fmla="*/ 182 h 12689"/>
                <a:gd name="csX5" fmla="*/ 4648 w 2169613"/>
                <a:gd name="csY5" fmla="*/ 182 h 12689"/>
                <a:gd name="csX6" fmla="*/ 316 w 2169613"/>
                <a:gd name="csY6" fmla="*/ 6527 h 126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169613" h="12689">
                  <a:moveTo>
                    <a:pt x="316" y="6527"/>
                  </a:moveTo>
                  <a:cubicBezTo>
                    <a:pt x="316" y="10051"/>
                    <a:pt x="2249" y="12871"/>
                    <a:pt x="4648" y="12871"/>
                  </a:cubicBezTo>
                  <a:lnTo>
                    <a:pt x="2165598" y="12871"/>
                  </a:lnTo>
                  <a:cubicBezTo>
                    <a:pt x="2168021" y="12871"/>
                    <a:pt x="2169930" y="10045"/>
                    <a:pt x="2169930" y="6527"/>
                  </a:cubicBezTo>
                  <a:cubicBezTo>
                    <a:pt x="2169930" y="3008"/>
                    <a:pt x="2167997" y="182"/>
                    <a:pt x="2165598" y="182"/>
                  </a:cubicBezTo>
                  <a:lnTo>
                    <a:pt x="4648" y="182"/>
                  </a:lnTo>
                  <a:cubicBezTo>
                    <a:pt x="2249" y="182"/>
                    <a:pt x="316" y="3008"/>
                    <a:pt x="316" y="6527"/>
                  </a:cubicBezTo>
                  <a:close/>
                </a:path>
              </a:pathLst>
            </a:custGeom>
            <a:solidFill>
              <a:srgbClr val="CCCCCC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1BF6C0E-A153-9F72-3899-3EF7A68EFCFD}"/>
                </a:ext>
              </a:extLst>
            </p:cNvPr>
            <p:cNvSpPr/>
            <p:nvPr/>
          </p:nvSpPr>
          <p:spPr>
            <a:xfrm>
              <a:off x="2746891" y="6780673"/>
              <a:ext cx="77151" cy="13612"/>
            </a:xfrm>
            <a:custGeom>
              <a:avLst/>
              <a:gdLst>
                <a:gd name="csX0" fmla="*/ 454 w 77151"/>
                <a:gd name="csY0" fmla="*/ 667 h 13612"/>
                <a:gd name="csX1" fmla="*/ 77606 w 77151"/>
                <a:gd name="csY1" fmla="*/ 667 h 13612"/>
                <a:gd name="csX2" fmla="*/ 77606 w 77151"/>
                <a:gd name="csY2" fmla="*/ 14279 h 13612"/>
                <a:gd name="csX3" fmla="*/ 454 w 77151"/>
                <a:gd name="csY3" fmla="*/ 14279 h 13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7151" h="13612">
                  <a:moveTo>
                    <a:pt x="454" y="667"/>
                  </a:moveTo>
                  <a:lnTo>
                    <a:pt x="77606" y="667"/>
                  </a:lnTo>
                  <a:lnTo>
                    <a:pt x="77606" y="14279"/>
                  </a:lnTo>
                  <a:lnTo>
                    <a:pt x="454" y="14279"/>
                  </a:lnTo>
                  <a:close/>
                </a:path>
              </a:pathLst>
            </a:custGeom>
            <a:solidFill>
              <a:srgbClr val="B6B3C5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5DFC076-DBD6-FCAB-C976-C4EDCE06531C}"/>
                </a:ext>
              </a:extLst>
            </p:cNvPr>
            <p:cNvSpPr/>
            <p:nvPr/>
          </p:nvSpPr>
          <p:spPr>
            <a:xfrm>
              <a:off x="3429916" y="6782946"/>
              <a:ext cx="77151" cy="13612"/>
            </a:xfrm>
            <a:custGeom>
              <a:avLst/>
              <a:gdLst>
                <a:gd name="csX0" fmla="*/ 573 w 77151"/>
                <a:gd name="csY0" fmla="*/ 667 h 13612"/>
                <a:gd name="csX1" fmla="*/ 77724 w 77151"/>
                <a:gd name="csY1" fmla="*/ 667 h 13612"/>
                <a:gd name="csX2" fmla="*/ 77724 w 77151"/>
                <a:gd name="csY2" fmla="*/ 14279 h 13612"/>
                <a:gd name="csX3" fmla="*/ 573 w 77151"/>
                <a:gd name="csY3" fmla="*/ 14279 h 13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7151" h="13612">
                  <a:moveTo>
                    <a:pt x="573" y="667"/>
                  </a:moveTo>
                  <a:lnTo>
                    <a:pt x="77724" y="667"/>
                  </a:lnTo>
                  <a:lnTo>
                    <a:pt x="77724" y="14279"/>
                  </a:lnTo>
                  <a:lnTo>
                    <a:pt x="573" y="14279"/>
                  </a:lnTo>
                  <a:close/>
                </a:path>
              </a:pathLst>
            </a:custGeom>
            <a:solidFill>
              <a:srgbClr val="B6B3C5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1D01BA9-0417-2B23-1451-05264DE9363D}"/>
                </a:ext>
              </a:extLst>
            </p:cNvPr>
            <p:cNvSpPr/>
            <p:nvPr/>
          </p:nvSpPr>
          <p:spPr>
            <a:xfrm>
              <a:off x="2737622" y="6174788"/>
              <a:ext cx="780623" cy="608146"/>
            </a:xfrm>
            <a:custGeom>
              <a:avLst/>
              <a:gdLst>
                <a:gd name="csX0" fmla="*/ 500215 w 780623"/>
                <a:gd name="csY0" fmla="*/ 191 h 608146"/>
                <a:gd name="csX1" fmla="*/ 372418 w 780623"/>
                <a:gd name="csY1" fmla="*/ 91765 h 608146"/>
                <a:gd name="csX2" fmla="*/ 280844 w 780623"/>
                <a:gd name="csY2" fmla="*/ 191 h 608146"/>
                <a:gd name="csX3" fmla="*/ 223 w 780623"/>
                <a:gd name="csY3" fmla="*/ 191 h 608146"/>
                <a:gd name="csX4" fmla="*/ 223 w 780623"/>
                <a:gd name="csY4" fmla="*/ 608337 h 608146"/>
                <a:gd name="csX5" fmla="*/ 780847 w 780623"/>
                <a:gd name="csY5" fmla="*/ 608337 h 608146"/>
                <a:gd name="csX6" fmla="*/ 780847 w 780623"/>
                <a:gd name="csY6" fmla="*/ 191 h 608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80623" h="608146">
                  <a:moveTo>
                    <a:pt x="500215" y="191"/>
                  </a:moveTo>
                  <a:cubicBezTo>
                    <a:pt x="490213" y="60768"/>
                    <a:pt x="432996" y="101768"/>
                    <a:pt x="372418" y="91765"/>
                  </a:cubicBezTo>
                  <a:cubicBezTo>
                    <a:pt x="325430" y="84006"/>
                    <a:pt x="288603" y="47179"/>
                    <a:pt x="280844" y="191"/>
                  </a:cubicBezTo>
                  <a:lnTo>
                    <a:pt x="223" y="191"/>
                  </a:lnTo>
                  <a:lnTo>
                    <a:pt x="223" y="608337"/>
                  </a:lnTo>
                  <a:lnTo>
                    <a:pt x="780847" y="608337"/>
                  </a:lnTo>
                  <a:lnTo>
                    <a:pt x="780847" y="191"/>
                  </a:lnTo>
                  <a:close/>
                </a:path>
              </a:pathLst>
            </a:custGeom>
            <a:solidFill>
              <a:srgbClr val="D6D6E3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8C156DC-0D09-73C4-2E6C-C139A03A62ED}"/>
                </a:ext>
              </a:extLst>
            </p:cNvPr>
            <p:cNvSpPr/>
            <p:nvPr/>
          </p:nvSpPr>
          <p:spPr>
            <a:xfrm>
              <a:off x="2739894" y="6734755"/>
              <a:ext cx="780606" cy="21168"/>
            </a:xfrm>
            <a:custGeom>
              <a:avLst/>
              <a:gdLst>
                <a:gd name="csX0" fmla="*/ 453 w 780606"/>
                <a:gd name="csY0" fmla="*/ 659 h 21168"/>
                <a:gd name="csX1" fmla="*/ 781060 w 780606"/>
                <a:gd name="csY1" fmla="*/ 659 h 21168"/>
                <a:gd name="csX2" fmla="*/ 781060 w 780606"/>
                <a:gd name="csY2" fmla="*/ 21827 h 21168"/>
                <a:gd name="csX3" fmla="*/ 453 w 780606"/>
                <a:gd name="csY3" fmla="*/ 21827 h 211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80606" h="21168">
                  <a:moveTo>
                    <a:pt x="453" y="659"/>
                  </a:moveTo>
                  <a:lnTo>
                    <a:pt x="781060" y="659"/>
                  </a:lnTo>
                  <a:lnTo>
                    <a:pt x="781060" y="21827"/>
                  </a:lnTo>
                  <a:lnTo>
                    <a:pt x="453" y="21827"/>
                  </a:lnTo>
                  <a:close/>
                </a:path>
              </a:pathLst>
            </a:custGeom>
            <a:solidFill>
              <a:srgbClr val="090814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162CC24-6CC9-C9F1-33D5-4B8400A6FCBE}"/>
                </a:ext>
              </a:extLst>
            </p:cNvPr>
            <p:cNvSpPr/>
            <p:nvPr/>
          </p:nvSpPr>
          <p:spPr>
            <a:xfrm>
              <a:off x="1514524" y="4311774"/>
              <a:ext cx="3226831" cy="1878910"/>
            </a:xfrm>
            <a:custGeom>
              <a:avLst/>
              <a:gdLst>
                <a:gd name="csX0" fmla="*/ 3183554 w 3226831"/>
                <a:gd name="csY0" fmla="*/ 1879121 h 1878910"/>
                <a:gd name="csX1" fmla="*/ 43759 w 3226831"/>
                <a:gd name="csY1" fmla="*/ 1879121 h 1878910"/>
                <a:gd name="csX2" fmla="*/ 241 w 3226831"/>
                <a:gd name="csY2" fmla="*/ 1835608 h 1878910"/>
                <a:gd name="csX3" fmla="*/ 241 w 3226831"/>
                <a:gd name="csY3" fmla="*/ 43741 h 1878910"/>
                <a:gd name="csX4" fmla="*/ 43759 w 3226831"/>
                <a:gd name="csY4" fmla="*/ 217 h 1878910"/>
                <a:gd name="csX5" fmla="*/ 3183554 w 3226831"/>
                <a:gd name="csY5" fmla="*/ 217 h 1878910"/>
                <a:gd name="csX6" fmla="*/ 3227073 w 3226831"/>
                <a:gd name="csY6" fmla="*/ 43736 h 1878910"/>
                <a:gd name="csX7" fmla="*/ 3227073 w 3226831"/>
                <a:gd name="csY7" fmla="*/ 1835608 h 1878910"/>
                <a:gd name="csX8" fmla="*/ 3183554 w 3226831"/>
                <a:gd name="csY8" fmla="*/ 1879127 h 18789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226831" h="1878910">
                  <a:moveTo>
                    <a:pt x="3183554" y="1879121"/>
                  </a:moveTo>
                  <a:lnTo>
                    <a:pt x="43759" y="1879121"/>
                  </a:lnTo>
                  <a:cubicBezTo>
                    <a:pt x="19737" y="1879096"/>
                    <a:pt x="269" y="1859630"/>
                    <a:pt x="241" y="1835608"/>
                  </a:cubicBezTo>
                  <a:lnTo>
                    <a:pt x="241" y="43741"/>
                  </a:lnTo>
                  <a:cubicBezTo>
                    <a:pt x="263" y="19715"/>
                    <a:pt x="19733" y="242"/>
                    <a:pt x="43759" y="217"/>
                  </a:cubicBezTo>
                  <a:lnTo>
                    <a:pt x="3183554" y="217"/>
                  </a:lnTo>
                  <a:cubicBezTo>
                    <a:pt x="3207577" y="245"/>
                    <a:pt x="3227044" y="19713"/>
                    <a:pt x="3227073" y="43736"/>
                  </a:cubicBezTo>
                  <a:lnTo>
                    <a:pt x="3227073" y="1835608"/>
                  </a:lnTo>
                  <a:cubicBezTo>
                    <a:pt x="3227044" y="1859631"/>
                    <a:pt x="3207577" y="1879099"/>
                    <a:pt x="3183554" y="1879127"/>
                  </a:cubicBezTo>
                  <a:close/>
                </a:path>
              </a:pathLst>
            </a:custGeom>
            <a:solidFill>
              <a:srgbClr val="090814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BB47C5B-6E25-C1DB-79E9-9ABDE552CDA5}"/>
                </a:ext>
              </a:extLst>
            </p:cNvPr>
            <p:cNvSpPr/>
            <p:nvPr/>
          </p:nvSpPr>
          <p:spPr>
            <a:xfrm>
              <a:off x="1579557" y="4380303"/>
              <a:ext cx="3072505" cy="1733674"/>
            </a:xfrm>
            <a:custGeom>
              <a:avLst/>
              <a:gdLst>
                <a:gd name="csX0" fmla="*/ 252 w 3072505"/>
                <a:gd name="csY0" fmla="*/ 251 h 1733674"/>
                <a:gd name="csX1" fmla="*/ 3072758 w 3072505"/>
                <a:gd name="csY1" fmla="*/ 251 h 1733674"/>
                <a:gd name="csX2" fmla="*/ 3072758 w 3072505"/>
                <a:gd name="csY2" fmla="*/ 1733925 h 1733674"/>
                <a:gd name="csX3" fmla="*/ 252 w 3072505"/>
                <a:gd name="csY3" fmla="*/ 1733925 h 17336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072505" h="1733674">
                  <a:moveTo>
                    <a:pt x="252" y="251"/>
                  </a:moveTo>
                  <a:lnTo>
                    <a:pt x="3072758" y="251"/>
                  </a:lnTo>
                  <a:lnTo>
                    <a:pt x="3072758" y="1733925"/>
                  </a:lnTo>
                  <a:lnTo>
                    <a:pt x="252" y="1733925"/>
                  </a:ln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7575CB4-B4D4-329D-AE5A-5BE8ED49D406}"/>
                </a:ext>
              </a:extLst>
            </p:cNvPr>
            <p:cNvSpPr/>
            <p:nvPr/>
          </p:nvSpPr>
          <p:spPr>
            <a:xfrm>
              <a:off x="1640080" y="4414645"/>
              <a:ext cx="2975725" cy="1669171"/>
            </a:xfrm>
            <a:custGeom>
              <a:avLst/>
              <a:gdLst>
                <a:gd name="csX0" fmla="*/ 24488 w 2975725"/>
                <a:gd name="csY0" fmla="*/ 257 h 1669171"/>
                <a:gd name="csX1" fmla="*/ 2951763 w 2975725"/>
                <a:gd name="csY1" fmla="*/ 257 h 1669171"/>
                <a:gd name="csX2" fmla="*/ 2975988 w 2975725"/>
                <a:gd name="csY2" fmla="*/ 24482 h 1669171"/>
                <a:gd name="csX3" fmla="*/ 2975988 w 2975725"/>
                <a:gd name="csY3" fmla="*/ 1645203 h 1669171"/>
                <a:gd name="csX4" fmla="*/ 2951763 w 2975725"/>
                <a:gd name="csY4" fmla="*/ 1669428 h 1669171"/>
                <a:gd name="csX5" fmla="*/ 24488 w 2975725"/>
                <a:gd name="csY5" fmla="*/ 1669428 h 1669171"/>
                <a:gd name="csX6" fmla="*/ 262 w 2975725"/>
                <a:gd name="csY6" fmla="*/ 1645203 h 1669171"/>
                <a:gd name="csX7" fmla="*/ 262 w 2975725"/>
                <a:gd name="csY7" fmla="*/ 24482 h 1669171"/>
                <a:gd name="csX8" fmla="*/ 24488 w 2975725"/>
                <a:gd name="csY8" fmla="*/ 257 h 16691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975725" h="1669171">
                  <a:moveTo>
                    <a:pt x="24488" y="257"/>
                  </a:moveTo>
                  <a:lnTo>
                    <a:pt x="2951763" y="257"/>
                  </a:lnTo>
                  <a:cubicBezTo>
                    <a:pt x="2965142" y="257"/>
                    <a:pt x="2975988" y="11103"/>
                    <a:pt x="2975988" y="24482"/>
                  </a:cubicBezTo>
                  <a:lnTo>
                    <a:pt x="2975988" y="1645203"/>
                  </a:lnTo>
                  <a:cubicBezTo>
                    <a:pt x="2975988" y="1658582"/>
                    <a:pt x="2965142" y="1669428"/>
                    <a:pt x="2951763" y="1669428"/>
                  </a:cubicBezTo>
                  <a:lnTo>
                    <a:pt x="24488" y="1669428"/>
                  </a:lnTo>
                  <a:cubicBezTo>
                    <a:pt x="11108" y="1669428"/>
                    <a:pt x="262" y="1658582"/>
                    <a:pt x="262" y="1645203"/>
                  </a:cubicBezTo>
                  <a:lnTo>
                    <a:pt x="262" y="24482"/>
                  </a:lnTo>
                  <a:cubicBezTo>
                    <a:pt x="262" y="11103"/>
                    <a:pt x="11108" y="257"/>
                    <a:pt x="24488" y="257"/>
                  </a:cubicBezTo>
                  <a:close/>
                </a:path>
              </a:pathLst>
            </a:custGeom>
            <a:solidFill>
              <a:srgbClr val="FFFF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7740D5B-F94D-2447-4912-DDA2840B9227}"/>
                </a:ext>
              </a:extLst>
            </p:cNvPr>
            <p:cNvSpPr/>
            <p:nvPr/>
          </p:nvSpPr>
          <p:spPr>
            <a:xfrm>
              <a:off x="1881571" y="4755466"/>
              <a:ext cx="726030" cy="484020"/>
            </a:xfrm>
            <a:custGeom>
              <a:avLst/>
              <a:gdLst>
                <a:gd name="csX0" fmla="*/ 32570 w 726030"/>
                <a:gd name="csY0" fmla="*/ 316 h 484020"/>
                <a:gd name="csX1" fmla="*/ 694069 w 726030"/>
                <a:gd name="csY1" fmla="*/ 316 h 484020"/>
                <a:gd name="csX2" fmla="*/ 726335 w 726030"/>
                <a:gd name="csY2" fmla="*/ 32581 h 484020"/>
                <a:gd name="csX3" fmla="*/ 726335 w 726030"/>
                <a:gd name="csY3" fmla="*/ 452070 h 484020"/>
                <a:gd name="csX4" fmla="*/ 694069 w 726030"/>
                <a:gd name="csY4" fmla="*/ 484336 h 484020"/>
                <a:gd name="csX5" fmla="*/ 32570 w 726030"/>
                <a:gd name="csY5" fmla="*/ 484336 h 484020"/>
                <a:gd name="csX6" fmla="*/ 304 w 726030"/>
                <a:gd name="csY6" fmla="*/ 452070 h 484020"/>
                <a:gd name="csX7" fmla="*/ 304 w 726030"/>
                <a:gd name="csY7" fmla="*/ 32581 h 484020"/>
                <a:gd name="csX8" fmla="*/ 32570 w 726030"/>
                <a:gd name="csY8" fmla="*/ 316 h 4840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30" h="484020">
                  <a:moveTo>
                    <a:pt x="32570" y="316"/>
                  </a:moveTo>
                  <a:lnTo>
                    <a:pt x="694069" y="316"/>
                  </a:lnTo>
                  <a:cubicBezTo>
                    <a:pt x="711889" y="316"/>
                    <a:pt x="726335" y="14761"/>
                    <a:pt x="726335" y="32581"/>
                  </a:cubicBezTo>
                  <a:lnTo>
                    <a:pt x="726335" y="452070"/>
                  </a:lnTo>
                  <a:cubicBezTo>
                    <a:pt x="726335" y="469890"/>
                    <a:pt x="711889" y="484336"/>
                    <a:pt x="694069" y="484336"/>
                  </a:cubicBezTo>
                  <a:lnTo>
                    <a:pt x="32570" y="484336"/>
                  </a:lnTo>
                  <a:cubicBezTo>
                    <a:pt x="14750" y="484336"/>
                    <a:pt x="304" y="469890"/>
                    <a:pt x="304" y="452070"/>
                  </a:cubicBezTo>
                  <a:lnTo>
                    <a:pt x="304" y="32581"/>
                  </a:lnTo>
                  <a:cubicBezTo>
                    <a:pt x="304" y="14761"/>
                    <a:pt x="14750" y="316"/>
                    <a:pt x="32570" y="316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1583DA4-DEFC-7284-18CD-8F602056D0E3}"/>
                </a:ext>
              </a:extLst>
            </p:cNvPr>
            <p:cNvSpPr/>
            <p:nvPr/>
          </p:nvSpPr>
          <p:spPr>
            <a:xfrm>
              <a:off x="2764910" y="4755466"/>
              <a:ext cx="726030" cy="484020"/>
            </a:xfrm>
            <a:custGeom>
              <a:avLst/>
              <a:gdLst>
                <a:gd name="csX0" fmla="*/ 32723 w 726030"/>
                <a:gd name="csY0" fmla="*/ 316 h 484020"/>
                <a:gd name="csX1" fmla="*/ 694222 w 726030"/>
                <a:gd name="csY1" fmla="*/ 316 h 484020"/>
                <a:gd name="csX2" fmla="*/ 726488 w 726030"/>
                <a:gd name="csY2" fmla="*/ 32581 h 484020"/>
                <a:gd name="csX3" fmla="*/ 726488 w 726030"/>
                <a:gd name="csY3" fmla="*/ 452070 h 484020"/>
                <a:gd name="csX4" fmla="*/ 694222 w 726030"/>
                <a:gd name="csY4" fmla="*/ 484336 h 484020"/>
                <a:gd name="csX5" fmla="*/ 32723 w 726030"/>
                <a:gd name="csY5" fmla="*/ 484336 h 484020"/>
                <a:gd name="csX6" fmla="*/ 457 w 726030"/>
                <a:gd name="csY6" fmla="*/ 452070 h 484020"/>
                <a:gd name="csX7" fmla="*/ 457 w 726030"/>
                <a:gd name="csY7" fmla="*/ 32581 h 484020"/>
                <a:gd name="csX8" fmla="*/ 32723 w 726030"/>
                <a:gd name="csY8" fmla="*/ 316 h 4840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30" h="484020">
                  <a:moveTo>
                    <a:pt x="32723" y="316"/>
                  </a:moveTo>
                  <a:lnTo>
                    <a:pt x="694222" y="316"/>
                  </a:lnTo>
                  <a:cubicBezTo>
                    <a:pt x="712042" y="316"/>
                    <a:pt x="726488" y="14761"/>
                    <a:pt x="726488" y="32581"/>
                  </a:cubicBezTo>
                  <a:lnTo>
                    <a:pt x="726488" y="452070"/>
                  </a:lnTo>
                  <a:cubicBezTo>
                    <a:pt x="726488" y="469890"/>
                    <a:pt x="712042" y="484336"/>
                    <a:pt x="694222" y="484336"/>
                  </a:cubicBezTo>
                  <a:lnTo>
                    <a:pt x="32723" y="484336"/>
                  </a:lnTo>
                  <a:cubicBezTo>
                    <a:pt x="14903" y="484336"/>
                    <a:pt x="457" y="469890"/>
                    <a:pt x="457" y="452070"/>
                  </a:cubicBezTo>
                  <a:lnTo>
                    <a:pt x="457" y="32581"/>
                  </a:lnTo>
                  <a:cubicBezTo>
                    <a:pt x="457" y="14761"/>
                    <a:pt x="14903" y="316"/>
                    <a:pt x="32723" y="316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81AEE0A-8E11-0805-CB7A-7886FB1EB906}"/>
                </a:ext>
              </a:extLst>
            </p:cNvPr>
            <p:cNvSpPr/>
            <p:nvPr/>
          </p:nvSpPr>
          <p:spPr>
            <a:xfrm>
              <a:off x="1881571" y="5396794"/>
              <a:ext cx="726065" cy="80704"/>
            </a:xfrm>
            <a:custGeom>
              <a:avLst/>
              <a:gdLst>
                <a:gd name="csX0" fmla="*/ 16454 w 726065"/>
                <a:gd name="csY0" fmla="*/ 427 h 80704"/>
                <a:gd name="csX1" fmla="*/ 710219 w 726065"/>
                <a:gd name="csY1" fmla="*/ 427 h 80704"/>
                <a:gd name="csX2" fmla="*/ 726370 w 726065"/>
                <a:gd name="csY2" fmla="*/ 16577 h 80704"/>
                <a:gd name="csX3" fmla="*/ 726370 w 726065"/>
                <a:gd name="csY3" fmla="*/ 64981 h 80704"/>
                <a:gd name="csX4" fmla="*/ 710219 w 726065"/>
                <a:gd name="csY4" fmla="*/ 81131 h 80704"/>
                <a:gd name="csX5" fmla="*/ 16454 w 726065"/>
                <a:gd name="csY5" fmla="*/ 81131 h 80704"/>
                <a:gd name="csX6" fmla="*/ 304 w 726065"/>
                <a:gd name="csY6" fmla="*/ 64981 h 80704"/>
                <a:gd name="csX7" fmla="*/ 304 w 726065"/>
                <a:gd name="csY7" fmla="*/ 16577 h 80704"/>
                <a:gd name="csX8" fmla="*/ 16454 w 726065"/>
                <a:gd name="csY8" fmla="*/ 42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454" y="427"/>
                  </a:moveTo>
                  <a:lnTo>
                    <a:pt x="710219" y="427"/>
                  </a:lnTo>
                  <a:cubicBezTo>
                    <a:pt x="719139" y="427"/>
                    <a:pt x="726370" y="7657"/>
                    <a:pt x="726370" y="16577"/>
                  </a:cubicBezTo>
                  <a:lnTo>
                    <a:pt x="726370" y="64981"/>
                  </a:lnTo>
                  <a:cubicBezTo>
                    <a:pt x="726370" y="73901"/>
                    <a:pt x="719139" y="81131"/>
                    <a:pt x="710219" y="81131"/>
                  </a:cubicBezTo>
                  <a:lnTo>
                    <a:pt x="16454" y="81131"/>
                  </a:lnTo>
                  <a:cubicBezTo>
                    <a:pt x="7535" y="81131"/>
                    <a:pt x="304" y="73901"/>
                    <a:pt x="304" y="64981"/>
                  </a:cubicBezTo>
                  <a:lnTo>
                    <a:pt x="304" y="16577"/>
                  </a:lnTo>
                  <a:cubicBezTo>
                    <a:pt x="304" y="7657"/>
                    <a:pt x="7535" y="427"/>
                    <a:pt x="16454" y="427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52538AE-9ED9-BEA2-F09F-C501570EF236}"/>
                </a:ext>
              </a:extLst>
            </p:cNvPr>
            <p:cNvSpPr/>
            <p:nvPr/>
          </p:nvSpPr>
          <p:spPr>
            <a:xfrm>
              <a:off x="1881571" y="5542002"/>
              <a:ext cx="726065" cy="80704"/>
            </a:xfrm>
            <a:custGeom>
              <a:avLst/>
              <a:gdLst>
                <a:gd name="csX0" fmla="*/ 16454 w 726065"/>
                <a:gd name="csY0" fmla="*/ 452 h 80704"/>
                <a:gd name="csX1" fmla="*/ 710219 w 726065"/>
                <a:gd name="csY1" fmla="*/ 452 h 80704"/>
                <a:gd name="csX2" fmla="*/ 726370 w 726065"/>
                <a:gd name="csY2" fmla="*/ 16602 h 80704"/>
                <a:gd name="csX3" fmla="*/ 726370 w 726065"/>
                <a:gd name="csY3" fmla="*/ 65006 h 80704"/>
                <a:gd name="csX4" fmla="*/ 710219 w 726065"/>
                <a:gd name="csY4" fmla="*/ 81157 h 80704"/>
                <a:gd name="csX5" fmla="*/ 16454 w 726065"/>
                <a:gd name="csY5" fmla="*/ 81157 h 80704"/>
                <a:gd name="csX6" fmla="*/ 304 w 726065"/>
                <a:gd name="csY6" fmla="*/ 65006 h 80704"/>
                <a:gd name="csX7" fmla="*/ 304 w 726065"/>
                <a:gd name="csY7" fmla="*/ 16602 h 80704"/>
                <a:gd name="csX8" fmla="*/ 16454 w 726065"/>
                <a:gd name="csY8" fmla="*/ 452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454" y="452"/>
                  </a:moveTo>
                  <a:lnTo>
                    <a:pt x="710219" y="452"/>
                  </a:lnTo>
                  <a:cubicBezTo>
                    <a:pt x="719139" y="452"/>
                    <a:pt x="726370" y="7683"/>
                    <a:pt x="726370" y="16602"/>
                  </a:cubicBezTo>
                  <a:lnTo>
                    <a:pt x="726370" y="65006"/>
                  </a:lnTo>
                  <a:cubicBezTo>
                    <a:pt x="726370" y="73926"/>
                    <a:pt x="719139" y="81157"/>
                    <a:pt x="710219" y="81157"/>
                  </a:cubicBezTo>
                  <a:lnTo>
                    <a:pt x="16454" y="81157"/>
                  </a:lnTo>
                  <a:cubicBezTo>
                    <a:pt x="7535" y="81157"/>
                    <a:pt x="304" y="73926"/>
                    <a:pt x="304" y="65006"/>
                  </a:cubicBezTo>
                  <a:lnTo>
                    <a:pt x="304" y="16602"/>
                  </a:lnTo>
                  <a:cubicBezTo>
                    <a:pt x="304" y="7683"/>
                    <a:pt x="7535" y="452"/>
                    <a:pt x="16454" y="452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724D95E-2FEB-AD85-D26B-26F5B3D332E3}"/>
                </a:ext>
              </a:extLst>
            </p:cNvPr>
            <p:cNvSpPr/>
            <p:nvPr/>
          </p:nvSpPr>
          <p:spPr>
            <a:xfrm>
              <a:off x="1881571" y="5687209"/>
              <a:ext cx="281716" cy="80704"/>
            </a:xfrm>
            <a:custGeom>
              <a:avLst/>
              <a:gdLst>
                <a:gd name="csX0" fmla="*/ 16454 w 281716"/>
                <a:gd name="csY0" fmla="*/ 477 h 80704"/>
                <a:gd name="csX1" fmla="*/ 265871 w 281716"/>
                <a:gd name="csY1" fmla="*/ 477 h 80704"/>
                <a:gd name="csX2" fmla="*/ 282021 w 281716"/>
                <a:gd name="csY2" fmla="*/ 16627 h 80704"/>
                <a:gd name="csX3" fmla="*/ 282021 w 281716"/>
                <a:gd name="csY3" fmla="*/ 65032 h 80704"/>
                <a:gd name="csX4" fmla="*/ 265871 w 281716"/>
                <a:gd name="csY4" fmla="*/ 81182 h 80704"/>
                <a:gd name="csX5" fmla="*/ 16454 w 281716"/>
                <a:gd name="csY5" fmla="*/ 81182 h 80704"/>
                <a:gd name="csX6" fmla="*/ 304 w 281716"/>
                <a:gd name="csY6" fmla="*/ 65032 h 80704"/>
                <a:gd name="csX7" fmla="*/ 304 w 281716"/>
                <a:gd name="csY7" fmla="*/ 16627 h 80704"/>
                <a:gd name="csX8" fmla="*/ 16454 w 281716"/>
                <a:gd name="csY8" fmla="*/ 47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1716" h="80704">
                  <a:moveTo>
                    <a:pt x="16454" y="477"/>
                  </a:moveTo>
                  <a:lnTo>
                    <a:pt x="265871" y="477"/>
                  </a:lnTo>
                  <a:cubicBezTo>
                    <a:pt x="274790" y="477"/>
                    <a:pt x="282021" y="7708"/>
                    <a:pt x="282021" y="16627"/>
                  </a:cubicBezTo>
                  <a:lnTo>
                    <a:pt x="282021" y="65032"/>
                  </a:lnTo>
                  <a:cubicBezTo>
                    <a:pt x="282021" y="73951"/>
                    <a:pt x="274790" y="81182"/>
                    <a:pt x="265871" y="81182"/>
                  </a:cubicBezTo>
                  <a:lnTo>
                    <a:pt x="16454" y="81182"/>
                  </a:lnTo>
                  <a:cubicBezTo>
                    <a:pt x="7535" y="81182"/>
                    <a:pt x="304" y="73951"/>
                    <a:pt x="304" y="65032"/>
                  </a:cubicBezTo>
                  <a:lnTo>
                    <a:pt x="304" y="16627"/>
                  </a:lnTo>
                  <a:cubicBezTo>
                    <a:pt x="304" y="7708"/>
                    <a:pt x="7535" y="477"/>
                    <a:pt x="16454" y="477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B2A3D65-053E-B609-3B60-A787B775EDE1}"/>
                </a:ext>
              </a:extLst>
            </p:cNvPr>
            <p:cNvSpPr/>
            <p:nvPr/>
          </p:nvSpPr>
          <p:spPr>
            <a:xfrm>
              <a:off x="2764910" y="5396794"/>
              <a:ext cx="726065" cy="80704"/>
            </a:xfrm>
            <a:custGeom>
              <a:avLst/>
              <a:gdLst>
                <a:gd name="csX0" fmla="*/ 16608 w 726065"/>
                <a:gd name="csY0" fmla="*/ 427 h 80704"/>
                <a:gd name="csX1" fmla="*/ 710373 w 726065"/>
                <a:gd name="csY1" fmla="*/ 427 h 80704"/>
                <a:gd name="csX2" fmla="*/ 726523 w 726065"/>
                <a:gd name="csY2" fmla="*/ 16577 h 80704"/>
                <a:gd name="csX3" fmla="*/ 726523 w 726065"/>
                <a:gd name="csY3" fmla="*/ 64981 h 80704"/>
                <a:gd name="csX4" fmla="*/ 710372 w 726065"/>
                <a:gd name="csY4" fmla="*/ 81131 h 80704"/>
                <a:gd name="csX5" fmla="*/ 16608 w 726065"/>
                <a:gd name="csY5" fmla="*/ 81131 h 80704"/>
                <a:gd name="csX6" fmla="*/ 457 w 726065"/>
                <a:gd name="csY6" fmla="*/ 64981 h 80704"/>
                <a:gd name="csX7" fmla="*/ 457 w 726065"/>
                <a:gd name="csY7" fmla="*/ 16577 h 80704"/>
                <a:gd name="csX8" fmla="*/ 16608 w 726065"/>
                <a:gd name="csY8" fmla="*/ 42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608" y="427"/>
                  </a:moveTo>
                  <a:lnTo>
                    <a:pt x="710373" y="427"/>
                  </a:lnTo>
                  <a:cubicBezTo>
                    <a:pt x="719292" y="427"/>
                    <a:pt x="726523" y="7657"/>
                    <a:pt x="726523" y="16577"/>
                  </a:cubicBezTo>
                  <a:lnTo>
                    <a:pt x="726523" y="64981"/>
                  </a:lnTo>
                  <a:cubicBezTo>
                    <a:pt x="726523" y="73901"/>
                    <a:pt x="719292" y="81131"/>
                    <a:pt x="710372" y="81131"/>
                  </a:cubicBezTo>
                  <a:lnTo>
                    <a:pt x="16608" y="81131"/>
                  </a:lnTo>
                  <a:cubicBezTo>
                    <a:pt x="7688" y="81131"/>
                    <a:pt x="457" y="73901"/>
                    <a:pt x="457" y="64981"/>
                  </a:cubicBezTo>
                  <a:lnTo>
                    <a:pt x="457" y="16577"/>
                  </a:lnTo>
                  <a:cubicBezTo>
                    <a:pt x="457" y="7657"/>
                    <a:pt x="7688" y="427"/>
                    <a:pt x="16608" y="427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4126463-B236-FECA-770A-BCE1C907939C}"/>
                </a:ext>
              </a:extLst>
            </p:cNvPr>
            <p:cNvSpPr/>
            <p:nvPr/>
          </p:nvSpPr>
          <p:spPr>
            <a:xfrm>
              <a:off x="2764910" y="5542002"/>
              <a:ext cx="726065" cy="80704"/>
            </a:xfrm>
            <a:custGeom>
              <a:avLst/>
              <a:gdLst>
                <a:gd name="csX0" fmla="*/ 16608 w 726065"/>
                <a:gd name="csY0" fmla="*/ 452 h 80704"/>
                <a:gd name="csX1" fmla="*/ 710373 w 726065"/>
                <a:gd name="csY1" fmla="*/ 452 h 80704"/>
                <a:gd name="csX2" fmla="*/ 726523 w 726065"/>
                <a:gd name="csY2" fmla="*/ 16602 h 80704"/>
                <a:gd name="csX3" fmla="*/ 726523 w 726065"/>
                <a:gd name="csY3" fmla="*/ 65006 h 80704"/>
                <a:gd name="csX4" fmla="*/ 710372 w 726065"/>
                <a:gd name="csY4" fmla="*/ 81157 h 80704"/>
                <a:gd name="csX5" fmla="*/ 16608 w 726065"/>
                <a:gd name="csY5" fmla="*/ 81157 h 80704"/>
                <a:gd name="csX6" fmla="*/ 457 w 726065"/>
                <a:gd name="csY6" fmla="*/ 65006 h 80704"/>
                <a:gd name="csX7" fmla="*/ 457 w 726065"/>
                <a:gd name="csY7" fmla="*/ 16602 h 80704"/>
                <a:gd name="csX8" fmla="*/ 16608 w 726065"/>
                <a:gd name="csY8" fmla="*/ 452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608" y="452"/>
                  </a:moveTo>
                  <a:lnTo>
                    <a:pt x="710373" y="452"/>
                  </a:lnTo>
                  <a:cubicBezTo>
                    <a:pt x="719292" y="452"/>
                    <a:pt x="726523" y="7683"/>
                    <a:pt x="726523" y="16602"/>
                  </a:cubicBezTo>
                  <a:lnTo>
                    <a:pt x="726523" y="65006"/>
                  </a:lnTo>
                  <a:cubicBezTo>
                    <a:pt x="726523" y="73926"/>
                    <a:pt x="719292" y="81157"/>
                    <a:pt x="710372" y="81157"/>
                  </a:cubicBezTo>
                  <a:lnTo>
                    <a:pt x="16608" y="81157"/>
                  </a:lnTo>
                  <a:cubicBezTo>
                    <a:pt x="7688" y="81157"/>
                    <a:pt x="457" y="73926"/>
                    <a:pt x="457" y="65006"/>
                  </a:cubicBezTo>
                  <a:lnTo>
                    <a:pt x="457" y="16602"/>
                  </a:lnTo>
                  <a:cubicBezTo>
                    <a:pt x="457" y="7683"/>
                    <a:pt x="7688" y="452"/>
                    <a:pt x="16608" y="452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60C995B-E80E-7B6E-8FDC-CAA20658CB2F}"/>
                </a:ext>
              </a:extLst>
            </p:cNvPr>
            <p:cNvSpPr/>
            <p:nvPr/>
          </p:nvSpPr>
          <p:spPr>
            <a:xfrm>
              <a:off x="2764910" y="5687209"/>
              <a:ext cx="281716" cy="80704"/>
            </a:xfrm>
            <a:custGeom>
              <a:avLst/>
              <a:gdLst>
                <a:gd name="csX0" fmla="*/ 16608 w 281716"/>
                <a:gd name="csY0" fmla="*/ 477 h 80704"/>
                <a:gd name="csX1" fmla="*/ 266024 w 281716"/>
                <a:gd name="csY1" fmla="*/ 477 h 80704"/>
                <a:gd name="csX2" fmla="*/ 282174 w 281716"/>
                <a:gd name="csY2" fmla="*/ 16627 h 80704"/>
                <a:gd name="csX3" fmla="*/ 282174 w 281716"/>
                <a:gd name="csY3" fmla="*/ 65032 h 80704"/>
                <a:gd name="csX4" fmla="*/ 266024 w 281716"/>
                <a:gd name="csY4" fmla="*/ 81182 h 80704"/>
                <a:gd name="csX5" fmla="*/ 16608 w 281716"/>
                <a:gd name="csY5" fmla="*/ 81182 h 80704"/>
                <a:gd name="csX6" fmla="*/ 457 w 281716"/>
                <a:gd name="csY6" fmla="*/ 65032 h 80704"/>
                <a:gd name="csX7" fmla="*/ 457 w 281716"/>
                <a:gd name="csY7" fmla="*/ 16627 h 80704"/>
                <a:gd name="csX8" fmla="*/ 16608 w 281716"/>
                <a:gd name="csY8" fmla="*/ 47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1716" h="80704">
                  <a:moveTo>
                    <a:pt x="16608" y="477"/>
                  </a:moveTo>
                  <a:lnTo>
                    <a:pt x="266024" y="477"/>
                  </a:lnTo>
                  <a:cubicBezTo>
                    <a:pt x="274943" y="477"/>
                    <a:pt x="282174" y="7708"/>
                    <a:pt x="282174" y="16627"/>
                  </a:cubicBezTo>
                  <a:lnTo>
                    <a:pt x="282174" y="65032"/>
                  </a:lnTo>
                  <a:cubicBezTo>
                    <a:pt x="282174" y="73951"/>
                    <a:pt x="274943" y="81182"/>
                    <a:pt x="266024" y="81182"/>
                  </a:cubicBezTo>
                  <a:lnTo>
                    <a:pt x="16608" y="81182"/>
                  </a:lnTo>
                  <a:cubicBezTo>
                    <a:pt x="7688" y="81182"/>
                    <a:pt x="457" y="73951"/>
                    <a:pt x="457" y="65032"/>
                  </a:cubicBezTo>
                  <a:lnTo>
                    <a:pt x="457" y="16627"/>
                  </a:lnTo>
                  <a:cubicBezTo>
                    <a:pt x="457" y="7708"/>
                    <a:pt x="7688" y="477"/>
                    <a:pt x="16608" y="477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869AFC1-E1D5-5E78-3ED2-26415C309A2B}"/>
                </a:ext>
              </a:extLst>
            </p:cNvPr>
            <p:cNvSpPr/>
            <p:nvPr/>
          </p:nvSpPr>
          <p:spPr>
            <a:xfrm>
              <a:off x="3624047" y="4755466"/>
              <a:ext cx="726030" cy="484020"/>
            </a:xfrm>
            <a:custGeom>
              <a:avLst/>
              <a:gdLst>
                <a:gd name="csX0" fmla="*/ 32872 w 726030"/>
                <a:gd name="csY0" fmla="*/ 316 h 484020"/>
                <a:gd name="csX1" fmla="*/ 694371 w 726030"/>
                <a:gd name="csY1" fmla="*/ 316 h 484020"/>
                <a:gd name="csX2" fmla="*/ 726637 w 726030"/>
                <a:gd name="csY2" fmla="*/ 32581 h 484020"/>
                <a:gd name="csX3" fmla="*/ 726637 w 726030"/>
                <a:gd name="csY3" fmla="*/ 452070 h 484020"/>
                <a:gd name="csX4" fmla="*/ 694371 w 726030"/>
                <a:gd name="csY4" fmla="*/ 484336 h 484020"/>
                <a:gd name="csX5" fmla="*/ 32872 w 726030"/>
                <a:gd name="csY5" fmla="*/ 484336 h 484020"/>
                <a:gd name="csX6" fmla="*/ 606 w 726030"/>
                <a:gd name="csY6" fmla="*/ 452070 h 484020"/>
                <a:gd name="csX7" fmla="*/ 606 w 726030"/>
                <a:gd name="csY7" fmla="*/ 32581 h 484020"/>
                <a:gd name="csX8" fmla="*/ 32872 w 726030"/>
                <a:gd name="csY8" fmla="*/ 316 h 4840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30" h="484020">
                  <a:moveTo>
                    <a:pt x="32872" y="316"/>
                  </a:moveTo>
                  <a:lnTo>
                    <a:pt x="694371" y="316"/>
                  </a:lnTo>
                  <a:cubicBezTo>
                    <a:pt x="712191" y="316"/>
                    <a:pt x="726637" y="14761"/>
                    <a:pt x="726637" y="32581"/>
                  </a:cubicBezTo>
                  <a:lnTo>
                    <a:pt x="726637" y="452070"/>
                  </a:lnTo>
                  <a:cubicBezTo>
                    <a:pt x="726637" y="469890"/>
                    <a:pt x="712191" y="484336"/>
                    <a:pt x="694371" y="484336"/>
                  </a:cubicBezTo>
                  <a:lnTo>
                    <a:pt x="32872" y="484336"/>
                  </a:lnTo>
                  <a:cubicBezTo>
                    <a:pt x="15052" y="484336"/>
                    <a:pt x="606" y="469890"/>
                    <a:pt x="606" y="452070"/>
                  </a:cubicBezTo>
                  <a:lnTo>
                    <a:pt x="606" y="32581"/>
                  </a:lnTo>
                  <a:cubicBezTo>
                    <a:pt x="606" y="14761"/>
                    <a:pt x="15052" y="316"/>
                    <a:pt x="32872" y="316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617527E-182C-94EF-D77E-3529E2ECE918}"/>
                </a:ext>
              </a:extLst>
            </p:cNvPr>
            <p:cNvSpPr/>
            <p:nvPr/>
          </p:nvSpPr>
          <p:spPr>
            <a:xfrm>
              <a:off x="3624047" y="5396794"/>
              <a:ext cx="726065" cy="80704"/>
            </a:xfrm>
            <a:custGeom>
              <a:avLst/>
              <a:gdLst>
                <a:gd name="csX0" fmla="*/ 16756 w 726065"/>
                <a:gd name="csY0" fmla="*/ 427 h 80704"/>
                <a:gd name="csX1" fmla="*/ 710521 w 726065"/>
                <a:gd name="csY1" fmla="*/ 427 h 80704"/>
                <a:gd name="csX2" fmla="*/ 726672 w 726065"/>
                <a:gd name="csY2" fmla="*/ 16577 h 80704"/>
                <a:gd name="csX3" fmla="*/ 726672 w 726065"/>
                <a:gd name="csY3" fmla="*/ 64981 h 80704"/>
                <a:gd name="csX4" fmla="*/ 710521 w 726065"/>
                <a:gd name="csY4" fmla="*/ 81131 h 80704"/>
                <a:gd name="csX5" fmla="*/ 16756 w 726065"/>
                <a:gd name="csY5" fmla="*/ 81131 h 80704"/>
                <a:gd name="csX6" fmla="*/ 606 w 726065"/>
                <a:gd name="csY6" fmla="*/ 64981 h 80704"/>
                <a:gd name="csX7" fmla="*/ 606 w 726065"/>
                <a:gd name="csY7" fmla="*/ 16577 h 80704"/>
                <a:gd name="csX8" fmla="*/ 16756 w 726065"/>
                <a:gd name="csY8" fmla="*/ 42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756" y="427"/>
                  </a:moveTo>
                  <a:lnTo>
                    <a:pt x="710521" y="427"/>
                  </a:lnTo>
                  <a:cubicBezTo>
                    <a:pt x="719441" y="427"/>
                    <a:pt x="726672" y="7657"/>
                    <a:pt x="726672" y="16577"/>
                  </a:cubicBezTo>
                  <a:lnTo>
                    <a:pt x="726672" y="64981"/>
                  </a:lnTo>
                  <a:cubicBezTo>
                    <a:pt x="726672" y="73901"/>
                    <a:pt x="719441" y="81131"/>
                    <a:pt x="710521" y="81131"/>
                  </a:cubicBezTo>
                  <a:lnTo>
                    <a:pt x="16756" y="81131"/>
                  </a:lnTo>
                  <a:cubicBezTo>
                    <a:pt x="7837" y="81131"/>
                    <a:pt x="606" y="73901"/>
                    <a:pt x="606" y="64981"/>
                  </a:cubicBezTo>
                  <a:lnTo>
                    <a:pt x="606" y="16577"/>
                  </a:lnTo>
                  <a:cubicBezTo>
                    <a:pt x="606" y="7657"/>
                    <a:pt x="7837" y="427"/>
                    <a:pt x="16756" y="427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B347B3C-5E8A-FAFB-80D4-5918EEC7993E}"/>
                </a:ext>
              </a:extLst>
            </p:cNvPr>
            <p:cNvSpPr/>
            <p:nvPr/>
          </p:nvSpPr>
          <p:spPr>
            <a:xfrm>
              <a:off x="3624047" y="5542002"/>
              <a:ext cx="726065" cy="80704"/>
            </a:xfrm>
            <a:custGeom>
              <a:avLst/>
              <a:gdLst>
                <a:gd name="csX0" fmla="*/ 16756 w 726065"/>
                <a:gd name="csY0" fmla="*/ 452 h 80704"/>
                <a:gd name="csX1" fmla="*/ 710521 w 726065"/>
                <a:gd name="csY1" fmla="*/ 452 h 80704"/>
                <a:gd name="csX2" fmla="*/ 726672 w 726065"/>
                <a:gd name="csY2" fmla="*/ 16602 h 80704"/>
                <a:gd name="csX3" fmla="*/ 726672 w 726065"/>
                <a:gd name="csY3" fmla="*/ 65006 h 80704"/>
                <a:gd name="csX4" fmla="*/ 710521 w 726065"/>
                <a:gd name="csY4" fmla="*/ 81157 h 80704"/>
                <a:gd name="csX5" fmla="*/ 16756 w 726065"/>
                <a:gd name="csY5" fmla="*/ 81157 h 80704"/>
                <a:gd name="csX6" fmla="*/ 606 w 726065"/>
                <a:gd name="csY6" fmla="*/ 65006 h 80704"/>
                <a:gd name="csX7" fmla="*/ 606 w 726065"/>
                <a:gd name="csY7" fmla="*/ 16602 h 80704"/>
                <a:gd name="csX8" fmla="*/ 16756 w 726065"/>
                <a:gd name="csY8" fmla="*/ 452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756" y="452"/>
                  </a:moveTo>
                  <a:lnTo>
                    <a:pt x="710521" y="452"/>
                  </a:lnTo>
                  <a:cubicBezTo>
                    <a:pt x="719441" y="452"/>
                    <a:pt x="726672" y="7683"/>
                    <a:pt x="726672" y="16602"/>
                  </a:cubicBezTo>
                  <a:lnTo>
                    <a:pt x="726672" y="65006"/>
                  </a:lnTo>
                  <a:cubicBezTo>
                    <a:pt x="726672" y="73926"/>
                    <a:pt x="719441" y="81157"/>
                    <a:pt x="710521" y="81157"/>
                  </a:cubicBezTo>
                  <a:lnTo>
                    <a:pt x="16756" y="81157"/>
                  </a:lnTo>
                  <a:cubicBezTo>
                    <a:pt x="7837" y="81157"/>
                    <a:pt x="606" y="73926"/>
                    <a:pt x="606" y="65006"/>
                  </a:cubicBezTo>
                  <a:lnTo>
                    <a:pt x="606" y="16602"/>
                  </a:lnTo>
                  <a:cubicBezTo>
                    <a:pt x="606" y="7683"/>
                    <a:pt x="7837" y="452"/>
                    <a:pt x="16756" y="452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8BB18F4-C72B-EF93-6334-AAE463F35EF8}"/>
                </a:ext>
              </a:extLst>
            </p:cNvPr>
            <p:cNvSpPr/>
            <p:nvPr/>
          </p:nvSpPr>
          <p:spPr>
            <a:xfrm>
              <a:off x="3624047" y="5687209"/>
              <a:ext cx="281716" cy="80704"/>
            </a:xfrm>
            <a:custGeom>
              <a:avLst/>
              <a:gdLst>
                <a:gd name="csX0" fmla="*/ 16756 w 281716"/>
                <a:gd name="csY0" fmla="*/ 477 h 80704"/>
                <a:gd name="csX1" fmla="*/ 266173 w 281716"/>
                <a:gd name="csY1" fmla="*/ 477 h 80704"/>
                <a:gd name="csX2" fmla="*/ 282323 w 281716"/>
                <a:gd name="csY2" fmla="*/ 16627 h 80704"/>
                <a:gd name="csX3" fmla="*/ 282323 w 281716"/>
                <a:gd name="csY3" fmla="*/ 65032 h 80704"/>
                <a:gd name="csX4" fmla="*/ 266173 w 281716"/>
                <a:gd name="csY4" fmla="*/ 81182 h 80704"/>
                <a:gd name="csX5" fmla="*/ 16756 w 281716"/>
                <a:gd name="csY5" fmla="*/ 81182 h 80704"/>
                <a:gd name="csX6" fmla="*/ 606 w 281716"/>
                <a:gd name="csY6" fmla="*/ 65032 h 80704"/>
                <a:gd name="csX7" fmla="*/ 606 w 281716"/>
                <a:gd name="csY7" fmla="*/ 16627 h 80704"/>
                <a:gd name="csX8" fmla="*/ 16756 w 281716"/>
                <a:gd name="csY8" fmla="*/ 47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1716" h="80704">
                  <a:moveTo>
                    <a:pt x="16756" y="477"/>
                  </a:moveTo>
                  <a:lnTo>
                    <a:pt x="266173" y="477"/>
                  </a:lnTo>
                  <a:cubicBezTo>
                    <a:pt x="275092" y="477"/>
                    <a:pt x="282323" y="7708"/>
                    <a:pt x="282323" y="16627"/>
                  </a:cubicBezTo>
                  <a:lnTo>
                    <a:pt x="282323" y="65032"/>
                  </a:lnTo>
                  <a:cubicBezTo>
                    <a:pt x="282323" y="73951"/>
                    <a:pt x="275092" y="81182"/>
                    <a:pt x="266173" y="81182"/>
                  </a:cubicBezTo>
                  <a:lnTo>
                    <a:pt x="16756" y="81182"/>
                  </a:lnTo>
                  <a:cubicBezTo>
                    <a:pt x="7837" y="81182"/>
                    <a:pt x="606" y="73951"/>
                    <a:pt x="606" y="65032"/>
                  </a:cubicBezTo>
                  <a:lnTo>
                    <a:pt x="606" y="16627"/>
                  </a:lnTo>
                  <a:cubicBezTo>
                    <a:pt x="606" y="7708"/>
                    <a:pt x="7837" y="477"/>
                    <a:pt x="16756" y="477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31" name="Graphic 5">
            <a:extLst>
              <a:ext uri="{FF2B5EF4-FFF2-40B4-BE49-F238E27FC236}">
                <a16:creationId xmlns:a16="http://schemas.microsoft.com/office/drawing/2014/main" id="{83E60349-5EFA-1126-40BB-8B03B690CCDD}"/>
              </a:ext>
            </a:extLst>
          </p:cNvPr>
          <p:cNvGrpSpPr/>
          <p:nvPr/>
        </p:nvGrpSpPr>
        <p:grpSpPr>
          <a:xfrm>
            <a:off x="126999" y="3477670"/>
            <a:ext cx="1798436" cy="199823"/>
            <a:chOff x="126999" y="3477670"/>
            <a:chExt cx="1798436" cy="199823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9DAE393-B52C-1B39-A558-3F8CF74DA651}"/>
                </a:ext>
              </a:extLst>
            </p:cNvPr>
            <p:cNvSpPr/>
            <p:nvPr/>
          </p:nvSpPr>
          <p:spPr>
            <a:xfrm>
              <a:off x="126999" y="3477670"/>
              <a:ext cx="1798436" cy="199823"/>
            </a:xfrm>
            <a:custGeom>
              <a:avLst/>
              <a:gdLst>
                <a:gd name="csX0" fmla="*/ 59946 w 1798436"/>
                <a:gd name="csY0" fmla="*/ 94 h 199823"/>
                <a:gd name="csX1" fmla="*/ 1738450 w 1798436"/>
                <a:gd name="csY1" fmla="*/ 94 h 199823"/>
                <a:gd name="csX2" fmla="*/ 1798436 w 1798436"/>
                <a:gd name="csY2" fmla="*/ 60000 h 199823"/>
                <a:gd name="csX3" fmla="*/ 1798436 w 1798436"/>
                <a:gd name="csY3" fmla="*/ 60040 h 199823"/>
                <a:gd name="csX4" fmla="*/ 1798436 w 1798436"/>
                <a:gd name="csY4" fmla="*/ 139972 h 199823"/>
                <a:gd name="csX5" fmla="*/ 1738490 w 1798436"/>
                <a:gd name="csY5" fmla="*/ 199918 h 199823"/>
                <a:gd name="csX6" fmla="*/ 1738450 w 1798436"/>
                <a:gd name="csY6" fmla="*/ 199918 h 199823"/>
                <a:gd name="csX7" fmla="*/ 59946 w 1798436"/>
                <a:gd name="csY7" fmla="*/ 199918 h 199823"/>
                <a:gd name="csX8" fmla="*/ 0 w 1798436"/>
                <a:gd name="csY8" fmla="*/ 139972 h 199823"/>
                <a:gd name="csX9" fmla="*/ 0 w 1798436"/>
                <a:gd name="csY9" fmla="*/ 60040 h 199823"/>
                <a:gd name="csX10" fmla="*/ 59946 w 1798436"/>
                <a:gd name="csY10" fmla="*/ 94 h 199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798436" h="199823">
                  <a:moveTo>
                    <a:pt x="59946" y="94"/>
                  </a:moveTo>
                  <a:lnTo>
                    <a:pt x="1738450" y="94"/>
                  </a:lnTo>
                  <a:cubicBezTo>
                    <a:pt x="1771557" y="72"/>
                    <a:pt x="1798414" y="26892"/>
                    <a:pt x="1798436" y="60000"/>
                  </a:cubicBezTo>
                  <a:cubicBezTo>
                    <a:pt x="1798436" y="60013"/>
                    <a:pt x="1798436" y="60027"/>
                    <a:pt x="1798436" y="60040"/>
                  </a:cubicBezTo>
                  <a:lnTo>
                    <a:pt x="1798436" y="139972"/>
                  </a:lnTo>
                  <a:cubicBezTo>
                    <a:pt x="1798436" y="173079"/>
                    <a:pt x="1771598" y="199918"/>
                    <a:pt x="1738490" y="199918"/>
                  </a:cubicBezTo>
                  <a:cubicBezTo>
                    <a:pt x="1738477" y="199918"/>
                    <a:pt x="1738463" y="199918"/>
                    <a:pt x="1738450" y="199918"/>
                  </a:cubicBezTo>
                  <a:lnTo>
                    <a:pt x="59946" y="199918"/>
                  </a:lnTo>
                  <a:cubicBezTo>
                    <a:pt x="26839" y="199918"/>
                    <a:pt x="0" y="173079"/>
                    <a:pt x="0" y="139972"/>
                  </a:cubicBezTo>
                  <a:lnTo>
                    <a:pt x="0" y="60040"/>
                  </a:lnTo>
                  <a:cubicBezTo>
                    <a:pt x="0" y="26933"/>
                    <a:pt x="26839" y="94"/>
                    <a:pt x="59946" y="94"/>
                  </a:cubicBezTo>
                  <a:close/>
                </a:path>
              </a:pathLst>
            </a:custGeom>
            <a:solidFill>
              <a:srgbClr val="FFFF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0667388-18FE-AED1-0C27-BCDB920C0536}"/>
                </a:ext>
              </a:extLst>
            </p:cNvPr>
            <p:cNvSpPr/>
            <p:nvPr/>
          </p:nvSpPr>
          <p:spPr>
            <a:xfrm>
              <a:off x="126999" y="3477670"/>
              <a:ext cx="1798436" cy="199823"/>
            </a:xfrm>
            <a:custGeom>
              <a:avLst/>
              <a:gdLst>
                <a:gd name="csX0" fmla="*/ 59946 w 1798436"/>
                <a:gd name="csY0" fmla="*/ 10084 h 199823"/>
                <a:gd name="csX1" fmla="*/ 9990 w 1798436"/>
                <a:gd name="csY1" fmla="*/ 60040 h 199823"/>
                <a:gd name="csX2" fmla="*/ 9990 w 1798436"/>
                <a:gd name="csY2" fmla="*/ 139972 h 199823"/>
                <a:gd name="csX3" fmla="*/ 59946 w 1798436"/>
                <a:gd name="csY3" fmla="*/ 189928 h 199823"/>
                <a:gd name="csX4" fmla="*/ 1738450 w 1798436"/>
                <a:gd name="csY4" fmla="*/ 189928 h 199823"/>
                <a:gd name="csX5" fmla="*/ 1788406 w 1798436"/>
                <a:gd name="csY5" fmla="*/ 139972 h 199823"/>
                <a:gd name="csX6" fmla="*/ 1788406 w 1798436"/>
                <a:gd name="csY6" fmla="*/ 60040 h 199823"/>
                <a:gd name="csX7" fmla="*/ 1738450 w 1798436"/>
                <a:gd name="csY7" fmla="*/ 10084 h 199823"/>
                <a:gd name="csX8" fmla="*/ 59946 w 1798436"/>
                <a:gd name="csY8" fmla="*/ 10084 h 199823"/>
                <a:gd name="csX9" fmla="*/ 59946 w 1798436"/>
                <a:gd name="csY9" fmla="*/ 94 h 199823"/>
                <a:gd name="csX10" fmla="*/ 1738450 w 1798436"/>
                <a:gd name="csY10" fmla="*/ 94 h 199823"/>
                <a:gd name="csX11" fmla="*/ 1798436 w 1798436"/>
                <a:gd name="csY11" fmla="*/ 60000 h 199823"/>
                <a:gd name="csX12" fmla="*/ 1798436 w 1798436"/>
                <a:gd name="csY12" fmla="*/ 60040 h 199823"/>
                <a:gd name="csX13" fmla="*/ 1798436 w 1798436"/>
                <a:gd name="csY13" fmla="*/ 139972 h 199823"/>
                <a:gd name="csX14" fmla="*/ 1738490 w 1798436"/>
                <a:gd name="csY14" fmla="*/ 199918 h 199823"/>
                <a:gd name="csX15" fmla="*/ 1738450 w 1798436"/>
                <a:gd name="csY15" fmla="*/ 199918 h 199823"/>
                <a:gd name="csX16" fmla="*/ 59946 w 1798436"/>
                <a:gd name="csY16" fmla="*/ 199918 h 199823"/>
                <a:gd name="csX17" fmla="*/ 0 w 1798436"/>
                <a:gd name="csY17" fmla="*/ 139972 h 199823"/>
                <a:gd name="csX18" fmla="*/ 0 w 1798436"/>
                <a:gd name="csY18" fmla="*/ 60040 h 199823"/>
                <a:gd name="csX19" fmla="*/ 59946 w 1798436"/>
                <a:gd name="csY19" fmla="*/ 94 h 199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798436" h="199823">
                  <a:moveTo>
                    <a:pt x="59946" y="10084"/>
                  </a:moveTo>
                  <a:cubicBezTo>
                    <a:pt x="32369" y="10116"/>
                    <a:pt x="10022" y="32463"/>
                    <a:pt x="9990" y="60040"/>
                  </a:cubicBezTo>
                  <a:lnTo>
                    <a:pt x="9990" y="139972"/>
                  </a:lnTo>
                  <a:cubicBezTo>
                    <a:pt x="10022" y="167549"/>
                    <a:pt x="32369" y="189896"/>
                    <a:pt x="59946" y="189928"/>
                  </a:cubicBezTo>
                  <a:lnTo>
                    <a:pt x="1738450" y="189928"/>
                  </a:lnTo>
                  <a:cubicBezTo>
                    <a:pt x="1766027" y="189896"/>
                    <a:pt x="1788374" y="167549"/>
                    <a:pt x="1788406" y="139972"/>
                  </a:cubicBezTo>
                  <a:lnTo>
                    <a:pt x="1788406" y="60040"/>
                  </a:lnTo>
                  <a:cubicBezTo>
                    <a:pt x="1788374" y="32463"/>
                    <a:pt x="1766027" y="10116"/>
                    <a:pt x="1738450" y="10084"/>
                  </a:cubicBezTo>
                  <a:lnTo>
                    <a:pt x="59946" y="10084"/>
                  </a:lnTo>
                  <a:moveTo>
                    <a:pt x="59946" y="94"/>
                  </a:moveTo>
                  <a:lnTo>
                    <a:pt x="1738450" y="94"/>
                  </a:lnTo>
                  <a:cubicBezTo>
                    <a:pt x="1771557" y="72"/>
                    <a:pt x="1798414" y="26892"/>
                    <a:pt x="1798436" y="60000"/>
                  </a:cubicBezTo>
                  <a:cubicBezTo>
                    <a:pt x="1798436" y="60013"/>
                    <a:pt x="1798436" y="60027"/>
                    <a:pt x="1798436" y="60040"/>
                  </a:cubicBezTo>
                  <a:lnTo>
                    <a:pt x="1798436" y="139972"/>
                  </a:lnTo>
                  <a:cubicBezTo>
                    <a:pt x="1798436" y="173079"/>
                    <a:pt x="1771598" y="199918"/>
                    <a:pt x="1738490" y="199918"/>
                  </a:cubicBezTo>
                  <a:cubicBezTo>
                    <a:pt x="1738477" y="199918"/>
                    <a:pt x="1738463" y="199918"/>
                    <a:pt x="1738450" y="199918"/>
                  </a:cubicBezTo>
                  <a:lnTo>
                    <a:pt x="59946" y="199918"/>
                  </a:lnTo>
                  <a:cubicBezTo>
                    <a:pt x="26839" y="199918"/>
                    <a:pt x="0" y="173079"/>
                    <a:pt x="0" y="139972"/>
                  </a:cubicBezTo>
                  <a:lnTo>
                    <a:pt x="0" y="60040"/>
                  </a:lnTo>
                  <a:cubicBezTo>
                    <a:pt x="0" y="26933"/>
                    <a:pt x="26839" y="94"/>
                    <a:pt x="59946" y="94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E1B1100-90D3-720B-CD0B-8BDE67FEFAAF}"/>
                </a:ext>
              </a:extLst>
            </p:cNvPr>
            <p:cNvSpPr/>
            <p:nvPr/>
          </p:nvSpPr>
          <p:spPr>
            <a:xfrm>
              <a:off x="246897" y="3517636"/>
              <a:ext cx="119891" cy="119891"/>
            </a:xfrm>
            <a:custGeom>
              <a:avLst/>
              <a:gdLst>
                <a:gd name="csX0" fmla="*/ 59967 w 119891"/>
                <a:gd name="csY0" fmla="*/ 101 h 119891"/>
                <a:gd name="csX1" fmla="*/ 119913 w 119891"/>
                <a:gd name="csY1" fmla="*/ 60047 h 119891"/>
                <a:gd name="csX2" fmla="*/ 59967 w 119891"/>
                <a:gd name="csY2" fmla="*/ 119993 h 119891"/>
                <a:gd name="csX3" fmla="*/ 21 w 119891"/>
                <a:gd name="csY3" fmla="*/ 60047 h 119891"/>
                <a:gd name="csX4" fmla="*/ 59967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59967" y="101"/>
                  </a:moveTo>
                  <a:cubicBezTo>
                    <a:pt x="93074" y="101"/>
                    <a:pt x="119913" y="26940"/>
                    <a:pt x="119913" y="60047"/>
                  </a:cubicBezTo>
                  <a:cubicBezTo>
                    <a:pt x="119913" y="93154"/>
                    <a:pt x="93074" y="119993"/>
                    <a:pt x="59967" y="119993"/>
                  </a:cubicBezTo>
                  <a:cubicBezTo>
                    <a:pt x="26860" y="119993"/>
                    <a:pt x="21" y="93154"/>
                    <a:pt x="21" y="60047"/>
                  </a:cubicBezTo>
                  <a:cubicBezTo>
                    <a:pt x="21" y="26940"/>
                    <a:pt x="26860" y="101"/>
                    <a:pt x="59967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E0AB53A-1728-095D-BBE7-0DD1D9018C7F}"/>
                </a:ext>
              </a:extLst>
            </p:cNvPr>
            <p:cNvSpPr/>
            <p:nvPr/>
          </p:nvSpPr>
          <p:spPr>
            <a:xfrm>
              <a:off x="486687" y="3517636"/>
              <a:ext cx="119891" cy="119891"/>
            </a:xfrm>
            <a:custGeom>
              <a:avLst/>
              <a:gdLst>
                <a:gd name="csX0" fmla="*/ 60008 w 119891"/>
                <a:gd name="csY0" fmla="*/ 101 h 119891"/>
                <a:gd name="csX1" fmla="*/ 119954 w 119891"/>
                <a:gd name="csY1" fmla="*/ 60047 h 119891"/>
                <a:gd name="csX2" fmla="*/ 60008 w 119891"/>
                <a:gd name="csY2" fmla="*/ 119993 h 119891"/>
                <a:gd name="csX3" fmla="*/ 62 w 119891"/>
                <a:gd name="csY3" fmla="*/ 60047 h 119891"/>
                <a:gd name="csX4" fmla="*/ 60008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008" y="101"/>
                  </a:moveTo>
                  <a:cubicBezTo>
                    <a:pt x="93116" y="101"/>
                    <a:pt x="119954" y="26940"/>
                    <a:pt x="119954" y="60047"/>
                  </a:cubicBezTo>
                  <a:cubicBezTo>
                    <a:pt x="119954" y="93154"/>
                    <a:pt x="93116" y="119993"/>
                    <a:pt x="60008" y="119993"/>
                  </a:cubicBezTo>
                  <a:cubicBezTo>
                    <a:pt x="26901" y="119993"/>
                    <a:pt x="62" y="93154"/>
                    <a:pt x="62" y="60047"/>
                  </a:cubicBezTo>
                  <a:cubicBezTo>
                    <a:pt x="62" y="26940"/>
                    <a:pt x="26901" y="101"/>
                    <a:pt x="60008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387692B-4A5E-B835-9512-D3BFF6E8C839}"/>
                </a:ext>
              </a:extLst>
            </p:cNvPr>
            <p:cNvSpPr/>
            <p:nvPr/>
          </p:nvSpPr>
          <p:spPr>
            <a:xfrm>
              <a:off x="726476" y="3517636"/>
              <a:ext cx="119891" cy="119891"/>
            </a:xfrm>
            <a:custGeom>
              <a:avLst/>
              <a:gdLst>
                <a:gd name="csX0" fmla="*/ 60050 w 119891"/>
                <a:gd name="csY0" fmla="*/ 101 h 119891"/>
                <a:gd name="csX1" fmla="*/ 119996 w 119891"/>
                <a:gd name="csY1" fmla="*/ 60047 h 119891"/>
                <a:gd name="csX2" fmla="*/ 60050 w 119891"/>
                <a:gd name="csY2" fmla="*/ 119993 h 119891"/>
                <a:gd name="csX3" fmla="*/ 104 w 119891"/>
                <a:gd name="csY3" fmla="*/ 60047 h 119891"/>
                <a:gd name="csX4" fmla="*/ 60050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050" y="101"/>
                  </a:moveTo>
                  <a:cubicBezTo>
                    <a:pt x="93157" y="101"/>
                    <a:pt x="119996" y="26940"/>
                    <a:pt x="119996" y="60047"/>
                  </a:cubicBezTo>
                  <a:cubicBezTo>
                    <a:pt x="119996" y="93154"/>
                    <a:pt x="93157" y="119993"/>
                    <a:pt x="60050" y="119993"/>
                  </a:cubicBezTo>
                  <a:cubicBezTo>
                    <a:pt x="26943" y="119993"/>
                    <a:pt x="104" y="93154"/>
                    <a:pt x="104" y="60047"/>
                  </a:cubicBezTo>
                  <a:cubicBezTo>
                    <a:pt x="104" y="26940"/>
                    <a:pt x="26943" y="101"/>
                    <a:pt x="60050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37B86001-C066-D6CD-8788-45238411FD88}"/>
                </a:ext>
              </a:extLst>
            </p:cNvPr>
            <p:cNvSpPr/>
            <p:nvPr/>
          </p:nvSpPr>
          <p:spPr>
            <a:xfrm>
              <a:off x="966266" y="3517636"/>
              <a:ext cx="119891" cy="119891"/>
            </a:xfrm>
            <a:custGeom>
              <a:avLst/>
              <a:gdLst>
                <a:gd name="csX0" fmla="*/ 60091 w 119891"/>
                <a:gd name="csY0" fmla="*/ 101 h 119891"/>
                <a:gd name="csX1" fmla="*/ 120037 w 119891"/>
                <a:gd name="csY1" fmla="*/ 60047 h 119891"/>
                <a:gd name="csX2" fmla="*/ 60091 w 119891"/>
                <a:gd name="csY2" fmla="*/ 119993 h 119891"/>
                <a:gd name="csX3" fmla="*/ 146 w 119891"/>
                <a:gd name="csY3" fmla="*/ 60047 h 119891"/>
                <a:gd name="csX4" fmla="*/ 60091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091" y="101"/>
                  </a:moveTo>
                  <a:cubicBezTo>
                    <a:pt x="93199" y="101"/>
                    <a:pt x="120037" y="26940"/>
                    <a:pt x="120037" y="60047"/>
                  </a:cubicBezTo>
                  <a:cubicBezTo>
                    <a:pt x="120037" y="93154"/>
                    <a:pt x="93199" y="119993"/>
                    <a:pt x="60091" y="119993"/>
                  </a:cubicBezTo>
                  <a:cubicBezTo>
                    <a:pt x="26984" y="119993"/>
                    <a:pt x="146" y="93154"/>
                    <a:pt x="146" y="60047"/>
                  </a:cubicBezTo>
                  <a:cubicBezTo>
                    <a:pt x="146" y="26940"/>
                    <a:pt x="26984" y="101"/>
                    <a:pt x="60091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CABDB79B-27EA-226C-6C93-1B83F651E81F}"/>
                </a:ext>
              </a:extLst>
            </p:cNvPr>
            <p:cNvSpPr/>
            <p:nvPr/>
          </p:nvSpPr>
          <p:spPr>
            <a:xfrm>
              <a:off x="1206056" y="3517636"/>
              <a:ext cx="119891" cy="119891"/>
            </a:xfrm>
            <a:custGeom>
              <a:avLst/>
              <a:gdLst>
                <a:gd name="csX0" fmla="*/ 60133 w 119891"/>
                <a:gd name="csY0" fmla="*/ 101 h 119891"/>
                <a:gd name="csX1" fmla="*/ 120079 w 119891"/>
                <a:gd name="csY1" fmla="*/ 60047 h 119891"/>
                <a:gd name="csX2" fmla="*/ 60133 w 119891"/>
                <a:gd name="csY2" fmla="*/ 119993 h 119891"/>
                <a:gd name="csX3" fmla="*/ 187 w 119891"/>
                <a:gd name="csY3" fmla="*/ 60047 h 119891"/>
                <a:gd name="csX4" fmla="*/ 60133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133" y="101"/>
                  </a:moveTo>
                  <a:cubicBezTo>
                    <a:pt x="93240" y="101"/>
                    <a:pt x="120079" y="26940"/>
                    <a:pt x="120079" y="60047"/>
                  </a:cubicBezTo>
                  <a:cubicBezTo>
                    <a:pt x="120079" y="93154"/>
                    <a:pt x="93240" y="119993"/>
                    <a:pt x="60133" y="119993"/>
                  </a:cubicBezTo>
                  <a:cubicBezTo>
                    <a:pt x="27026" y="119993"/>
                    <a:pt x="187" y="93154"/>
                    <a:pt x="187" y="60047"/>
                  </a:cubicBezTo>
                  <a:cubicBezTo>
                    <a:pt x="187" y="26940"/>
                    <a:pt x="27026" y="101"/>
                    <a:pt x="60133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823A377A-85C0-58D0-428C-CEE334B99F0B}"/>
                </a:ext>
              </a:extLst>
            </p:cNvPr>
            <p:cNvSpPr/>
            <p:nvPr/>
          </p:nvSpPr>
          <p:spPr>
            <a:xfrm>
              <a:off x="1445845" y="3517636"/>
              <a:ext cx="119891" cy="119891"/>
            </a:xfrm>
            <a:custGeom>
              <a:avLst/>
              <a:gdLst>
                <a:gd name="csX0" fmla="*/ 60175 w 119891"/>
                <a:gd name="csY0" fmla="*/ 101 h 119891"/>
                <a:gd name="csX1" fmla="*/ 120121 w 119891"/>
                <a:gd name="csY1" fmla="*/ 60047 h 119891"/>
                <a:gd name="csX2" fmla="*/ 60175 w 119891"/>
                <a:gd name="csY2" fmla="*/ 119993 h 119891"/>
                <a:gd name="csX3" fmla="*/ 229 w 119891"/>
                <a:gd name="csY3" fmla="*/ 60047 h 119891"/>
                <a:gd name="csX4" fmla="*/ 60175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175" y="101"/>
                  </a:moveTo>
                  <a:cubicBezTo>
                    <a:pt x="93282" y="101"/>
                    <a:pt x="120121" y="26940"/>
                    <a:pt x="120121" y="60047"/>
                  </a:cubicBezTo>
                  <a:cubicBezTo>
                    <a:pt x="120121" y="93154"/>
                    <a:pt x="93282" y="119993"/>
                    <a:pt x="60175" y="119993"/>
                  </a:cubicBezTo>
                  <a:cubicBezTo>
                    <a:pt x="27067" y="119993"/>
                    <a:pt x="229" y="93154"/>
                    <a:pt x="229" y="60047"/>
                  </a:cubicBezTo>
                  <a:cubicBezTo>
                    <a:pt x="229" y="26940"/>
                    <a:pt x="27067" y="101"/>
                    <a:pt x="60175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8F15D6F-E467-7725-1C4C-F3803D1DECAE}"/>
                </a:ext>
              </a:extLst>
            </p:cNvPr>
            <p:cNvSpPr/>
            <p:nvPr/>
          </p:nvSpPr>
          <p:spPr>
            <a:xfrm>
              <a:off x="1685635" y="3517636"/>
              <a:ext cx="119891" cy="119891"/>
            </a:xfrm>
            <a:custGeom>
              <a:avLst/>
              <a:gdLst>
                <a:gd name="csX0" fmla="*/ 60216 w 119891"/>
                <a:gd name="csY0" fmla="*/ 101 h 119891"/>
                <a:gd name="csX1" fmla="*/ 120162 w 119891"/>
                <a:gd name="csY1" fmla="*/ 60047 h 119891"/>
                <a:gd name="csX2" fmla="*/ 60216 w 119891"/>
                <a:gd name="csY2" fmla="*/ 119993 h 119891"/>
                <a:gd name="csX3" fmla="*/ 270 w 119891"/>
                <a:gd name="csY3" fmla="*/ 60047 h 119891"/>
                <a:gd name="csX4" fmla="*/ 60216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216" y="101"/>
                  </a:moveTo>
                  <a:cubicBezTo>
                    <a:pt x="93323" y="101"/>
                    <a:pt x="120162" y="26940"/>
                    <a:pt x="120162" y="60047"/>
                  </a:cubicBezTo>
                  <a:cubicBezTo>
                    <a:pt x="120162" y="93154"/>
                    <a:pt x="93323" y="119993"/>
                    <a:pt x="60216" y="119993"/>
                  </a:cubicBezTo>
                  <a:cubicBezTo>
                    <a:pt x="27109" y="119993"/>
                    <a:pt x="270" y="93154"/>
                    <a:pt x="270" y="60047"/>
                  </a:cubicBezTo>
                  <a:cubicBezTo>
                    <a:pt x="270" y="26940"/>
                    <a:pt x="27109" y="101"/>
                    <a:pt x="60216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41" name="Graphic 5">
            <a:extLst>
              <a:ext uri="{FF2B5EF4-FFF2-40B4-BE49-F238E27FC236}">
                <a16:creationId xmlns:a16="http://schemas.microsoft.com/office/drawing/2014/main" id="{6E7D0FD5-B8E0-2370-5914-7D331F495F4F}"/>
              </a:ext>
            </a:extLst>
          </p:cNvPr>
          <p:cNvGrpSpPr/>
          <p:nvPr/>
        </p:nvGrpSpPr>
        <p:grpSpPr>
          <a:xfrm>
            <a:off x="2901367" y="3748797"/>
            <a:ext cx="472969" cy="467201"/>
            <a:chOff x="2901367" y="3748797"/>
            <a:chExt cx="472969" cy="467201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D27107-4B9C-E84C-B00B-9D02B5491F71}"/>
                </a:ext>
              </a:extLst>
            </p:cNvPr>
            <p:cNvSpPr/>
            <p:nvPr/>
          </p:nvSpPr>
          <p:spPr>
            <a:xfrm>
              <a:off x="2901367" y="3748797"/>
              <a:ext cx="472969" cy="467201"/>
            </a:xfrm>
            <a:custGeom>
              <a:avLst/>
              <a:gdLst>
                <a:gd name="csX0" fmla="*/ 438843 w 472969"/>
                <a:gd name="csY0" fmla="*/ 141 h 467201"/>
                <a:gd name="csX1" fmla="*/ 473450 w 472969"/>
                <a:gd name="csY1" fmla="*/ 141 h 467201"/>
                <a:gd name="csX2" fmla="*/ 473450 w 472969"/>
                <a:gd name="csY2" fmla="*/ 467342 h 467201"/>
                <a:gd name="csX3" fmla="*/ 438843 w 472969"/>
                <a:gd name="csY3" fmla="*/ 467342 h 467201"/>
                <a:gd name="csX4" fmla="*/ 35088 w 472969"/>
                <a:gd name="csY4" fmla="*/ 467342 h 467201"/>
                <a:gd name="csX5" fmla="*/ 481 w 472969"/>
                <a:gd name="csY5" fmla="*/ 467342 h 467201"/>
                <a:gd name="csX6" fmla="*/ 481 w 472969"/>
                <a:gd name="csY6" fmla="*/ 141 h 467201"/>
                <a:gd name="csX7" fmla="*/ 35088 w 472969"/>
                <a:gd name="csY7" fmla="*/ 141 h 4672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72969" h="467201">
                  <a:moveTo>
                    <a:pt x="438843" y="141"/>
                  </a:moveTo>
                  <a:cubicBezTo>
                    <a:pt x="457956" y="141"/>
                    <a:pt x="473450" y="141"/>
                    <a:pt x="473450" y="141"/>
                  </a:cubicBezTo>
                  <a:lnTo>
                    <a:pt x="473450" y="467342"/>
                  </a:lnTo>
                  <a:cubicBezTo>
                    <a:pt x="473450" y="467342"/>
                    <a:pt x="457956" y="467342"/>
                    <a:pt x="438843" y="467342"/>
                  </a:cubicBezTo>
                  <a:lnTo>
                    <a:pt x="35088" y="467342"/>
                  </a:lnTo>
                  <a:cubicBezTo>
                    <a:pt x="15975" y="467342"/>
                    <a:pt x="481" y="467342"/>
                    <a:pt x="481" y="467342"/>
                  </a:cubicBezTo>
                  <a:lnTo>
                    <a:pt x="481" y="141"/>
                  </a:lnTo>
                  <a:cubicBezTo>
                    <a:pt x="481" y="141"/>
                    <a:pt x="15975" y="141"/>
                    <a:pt x="35088" y="141"/>
                  </a:cubicBezTo>
                  <a:close/>
                </a:path>
              </a:pathLst>
            </a:custGeom>
            <a:solidFill>
              <a:srgbClr val="F2F2F2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8A4A525-8F79-E75F-1FF6-FD5E7F5AD51D}"/>
                </a:ext>
              </a:extLst>
            </p:cNvPr>
            <p:cNvSpPr/>
            <p:nvPr/>
          </p:nvSpPr>
          <p:spPr>
            <a:xfrm>
              <a:off x="2903115" y="3750654"/>
              <a:ext cx="470852" cy="464317"/>
            </a:xfrm>
            <a:custGeom>
              <a:avLst/>
              <a:gdLst>
                <a:gd name="csX0" fmla="*/ 20092 w 470852"/>
                <a:gd name="csY0" fmla="*/ 9947 h 464317"/>
                <a:gd name="csX1" fmla="*/ 10287 w 470852"/>
                <a:gd name="csY1" fmla="*/ 19752 h 464317"/>
                <a:gd name="csX2" fmla="*/ 10287 w 470852"/>
                <a:gd name="csY2" fmla="*/ 444848 h 464317"/>
                <a:gd name="csX3" fmla="*/ 20092 w 470852"/>
                <a:gd name="csY3" fmla="*/ 454653 h 464317"/>
                <a:gd name="csX4" fmla="*/ 451723 w 470852"/>
                <a:gd name="csY4" fmla="*/ 454653 h 464317"/>
                <a:gd name="csX5" fmla="*/ 461528 w 470852"/>
                <a:gd name="csY5" fmla="*/ 444848 h 464317"/>
                <a:gd name="csX6" fmla="*/ 461528 w 470852"/>
                <a:gd name="csY6" fmla="*/ 19752 h 464317"/>
                <a:gd name="csX7" fmla="*/ 451723 w 470852"/>
                <a:gd name="csY7" fmla="*/ 9947 h 464317"/>
                <a:gd name="csX8" fmla="*/ 20092 w 470852"/>
                <a:gd name="csY8" fmla="*/ 9947 h 464317"/>
                <a:gd name="csX9" fmla="*/ 20092 w 470852"/>
                <a:gd name="csY9" fmla="*/ 141 h 464317"/>
                <a:gd name="csX10" fmla="*/ 451723 w 470852"/>
                <a:gd name="csY10" fmla="*/ 141 h 464317"/>
                <a:gd name="csX11" fmla="*/ 471334 w 470852"/>
                <a:gd name="csY11" fmla="*/ 19752 h 464317"/>
                <a:gd name="csX12" fmla="*/ 471334 w 470852"/>
                <a:gd name="csY12" fmla="*/ 444848 h 464317"/>
                <a:gd name="csX13" fmla="*/ 451723 w 470852"/>
                <a:gd name="csY13" fmla="*/ 464459 h 464317"/>
                <a:gd name="csX14" fmla="*/ 20092 w 470852"/>
                <a:gd name="csY14" fmla="*/ 464459 h 464317"/>
                <a:gd name="csX15" fmla="*/ 481 w 470852"/>
                <a:gd name="csY15" fmla="*/ 444848 h 464317"/>
                <a:gd name="csX16" fmla="*/ 481 w 470852"/>
                <a:gd name="csY16" fmla="*/ 19752 h 464317"/>
                <a:gd name="csX17" fmla="*/ 20092 w 470852"/>
                <a:gd name="csY17" fmla="*/ 141 h 4643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70852" h="464317">
                  <a:moveTo>
                    <a:pt x="20092" y="9947"/>
                  </a:moveTo>
                  <a:cubicBezTo>
                    <a:pt x="14677" y="9947"/>
                    <a:pt x="10287" y="14337"/>
                    <a:pt x="10287" y="19752"/>
                  </a:cubicBezTo>
                  <a:lnTo>
                    <a:pt x="10287" y="444848"/>
                  </a:lnTo>
                  <a:cubicBezTo>
                    <a:pt x="10287" y="450263"/>
                    <a:pt x="14677" y="454653"/>
                    <a:pt x="20092" y="454653"/>
                  </a:cubicBezTo>
                  <a:lnTo>
                    <a:pt x="451723" y="454653"/>
                  </a:lnTo>
                  <a:cubicBezTo>
                    <a:pt x="457138" y="454653"/>
                    <a:pt x="461528" y="450263"/>
                    <a:pt x="461528" y="444848"/>
                  </a:cubicBezTo>
                  <a:lnTo>
                    <a:pt x="461528" y="19752"/>
                  </a:lnTo>
                  <a:cubicBezTo>
                    <a:pt x="461528" y="14337"/>
                    <a:pt x="457138" y="9947"/>
                    <a:pt x="451723" y="9947"/>
                  </a:cubicBezTo>
                  <a:lnTo>
                    <a:pt x="20092" y="9947"/>
                  </a:lnTo>
                  <a:moveTo>
                    <a:pt x="20092" y="141"/>
                  </a:moveTo>
                  <a:lnTo>
                    <a:pt x="451723" y="141"/>
                  </a:lnTo>
                  <a:cubicBezTo>
                    <a:pt x="462554" y="141"/>
                    <a:pt x="471334" y="8921"/>
                    <a:pt x="471334" y="19752"/>
                  </a:cubicBezTo>
                  <a:lnTo>
                    <a:pt x="471334" y="444848"/>
                  </a:lnTo>
                  <a:cubicBezTo>
                    <a:pt x="471334" y="455679"/>
                    <a:pt x="462554" y="464459"/>
                    <a:pt x="451723" y="464459"/>
                  </a:cubicBezTo>
                  <a:lnTo>
                    <a:pt x="20092" y="464459"/>
                  </a:lnTo>
                  <a:cubicBezTo>
                    <a:pt x="9261" y="464459"/>
                    <a:pt x="481" y="455679"/>
                    <a:pt x="481" y="444848"/>
                  </a:cubicBezTo>
                  <a:lnTo>
                    <a:pt x="481" y="19752"/>
                  </a:lnTo>
                  <a:cubicBezTo>
                    <a:pt x="481" y="8921"/>
                    <a:pt x="9261" y="141"/>
                    <a:pt x="20092" y="141"/>
                  </a:cubicBezTo>
                  <a:close/>
                </a:path>
              </a:pathLst>
            </a:custGeom>
            <a:solidFill>
              <a:srgbClr val="090814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C07D2C01-BE3E-1A73-C8F1-58A74C6E232B}"/>
                </a:ext>
              </a:extLst>
            </p:cNvPr>
            <p:cNvSpPr/>
            <p:nvPr/>
          </p:nvSpPr>
          <p:spPr>
            <a:xfrm>
              <a:off x="2981593" y="3829132"/>
              <a:ext cx="313901" cy="19610"/>
            </a:xfrm>
            <a:custGeom>
              <a:avLst/>
              <a:gdLst>
                <a:gd name="csX0" fmla="*/ 10300 w 313901"/>
                <a:gd name="csY0" fmla="*/ 155 h 19610"/>
                <a:gd name="csX1" fmla="*/ 304591 w 313901"/>
                <a:gd name="csY1" fmla="*/ 155 h 19610"/>
                <a:gd name="csX2" fmla="*/ 314396 w 313901"/>
                <a:gd name="csY2" fmla="*/ 9960 h 19610"/>
                <a:gd name="csX3" fmla="*/ 304591 w 313901"/>
                <a:gd name="csY3" fmla="*/ 19766 h 19610"/>
                <a:gd name="csX4" fmla="*/ 10300 w 313901"/>
                <a:gd name="csY4" fmla="*/ 19766 h 19610"/>
                <a:gd name="csX5" fmla="*/ 495 w 313901"/>
                <a:gd name="csY5" fmla="*/ 9960 h 19610"/>
                <a:gd name="csX6" fmla="*/ 10300 w 313901"/>
                <a:gd name="csY6" fmla="*/ 155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300" y="155"/>
                  </a:moveTo>
                  <a:lnTo>
                    <a:pt x="304591" y="155"/>
                  </a:lnTo>
                  <a:cubicBezTo>
                    <a:pt x="310006" y="155"/>
                    <a:pt x="314396" y="4545"/>
                    <a:pt x="314396" y="9960"/>
                  </a:cubicBezTo>
                  <a:cubicBezTo>
                    <a:pt x="314396" y="15376"/>
                    <a:pt x="310006" y="19766"/>
                    <a:pt x="304591" y="19766"/>
                  </a:cubicBezTo>
                  <a:lnTo>
                    <a:pt x="10300" y="19766"/>
                  </a:lnTo>
                  <a:cubicBezTo>
                    <a:pt x="4885" y="19766"/>
                    <a:pt x="495" y="15376"/>
                    <a:pt x="495" y="9960"/>
                  </a:cubicBezTo>
                  <a:cubicBezTo>
                    <a:pt x="495" y="4545"/>
                    <a:pt x="4885" y="155"/>
                    <a:pt x="10300" y="155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5100D96E-E54B-C0BE-5EFB-E51651D3C174}"/>
                </a:ext>
              </a:extLst>
            </p:cNvPr>
            <p:cNvSpPr/>
            <p:nvPr/>
          </p:nvSpPr>
          <p:spPr>
            <a:xfrm>
              <a:off x="2981593" y="3901070"/>
              <a:ext cx="313901" cy="19610"/>
            </a:xfrm>
            <a:custGeom>
              <a:avLst/>
              <a:gdLst>
                <a:gd name="csX0" fmla="*/ 10300 w 313901"/>
                <a:gd name="csY0" fmla="*/ 167 h 19610"/>
                <a:gd name="csX1" fmla="*/ 304591 w 313901"/>
                <a:gd name="csY1" fmla="*/ 167 h 19610"/>
                <a:gd name="csX2" fmla="*/ 314396 w 313901"/>
                <a:gd name="csY2" fmla="*/ 9973 h 19610"/>
                <a:gd name="csX3" fmla="*/ 304591 w 313901"/>
                <a:gd name="csY3" fmla="*/ 19778 h 19610"/>
                <a:gd name="csX4" fmla="*/ 10300 w 313901"/>
                <a:gd name="csY4" fmla="*/ 19778 h 19610"/>
                <a:gd name="csX5" fmla="*/ 495 w 313901"/>
                <a:gd name="csY5" fmla="*/ 9973 h 19610"/>
                <a:gd name="csX6" fmla="*/ 10300 w 313901"/>
                <a:gd name="csY6" fmla="*/ 167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300" y="167"/>
                  </a:moveTo>
                  <a:lnTo>
                    <a:pt x="304591" y="167"/>
                  </a:lnTo>
                  <a:cubicBezTo>
                    <a:pt x="310006" y="167"/>
                    <a:pt x="314396" y="4558"/>
                    <a:pt x="314396" y="9973"/>
                  </a:cubicBezTo>
                  <a:cubicBezTo>
                    <a:pt x="314396" y="15388"/>
                    <a:pt x="310006" y="19778"/>
                    <a:pt x="304591" y="19778"/>
                  </a:cubicBezTo>
                  <a:lnTo>
                    <a:pt x="10300" y="19778"/>
                  </a:lnTo>
                  <a:cubicBezTo>
                    <a:pt x="4885" y="19778"/>
                    <a:pt x="495" y="15388"/>
                    <a:pt x="495" y="9973"/>
                  </a:cubicBezTo>
                  <a:cubicBezTo>
                    <a:pt x="495" y="4558"/>
                    <a:pt x="4885" y="167"/>
                    <a:pt x="10300" y="167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5D13011-532A-A90C-387A-1D1ADE1D4114}"/>
                </a:ext>
              </a:extLst>
            </p:cNvPr>
            <p:cNvSpPr/>
            <p:nvPr/>
          </p:nvSpPr>
          <p:spPr>
            <a:xfrm>
              <a:off x="2981593" y="3973007"/>
              <a:ext cx="313901" cy="19610"/>
            </a:xfrm>
            <a:custGeom>
              <a:avLst/>
              <a:gdLst>
                <a:gd name="csX0" fmla="*/ 10300 w 313901"/>
                <a:gd name="csY0" fmla="*/ 180 h 19610"/>
                <a:gd name="csX1" fmla="*/ 304591 w 313901"/>
                <a:gd name="csY1" fmla="*/ 180 h 19610"/>
                <a:gd name="csX2" fmla="*/ 314396 w 313901"/>
                <a:gd name="csY2" fmla="*/ 9985 h 19610"/>
                <a:gd name="csX3" fmla="*/ 304591 w 313901"/>
                <a:gd name="csY3" fmla="*/ 19791 h 19610"/>
                <a:gd name="csX4" fmla="*/ 10300 w 313901"/>
                <a:gd name="csY4" fmla="*/ 19791 h 19610"/>
                <a:gd name="csX5" fmla="*/ 495 w 313901"/>
                <a:gd name="csY5" fmla="*/ 9985 h 19610"/>
                <a:gd name="csX6" fmla="*/ 10300 w 313901"/>
                <a:gd name="csY6" fmla="*/ 180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300" y="180"/>
                  </a:moveTo>
                  <a:lnTo>
                    <a:pt x="304591" y="180"/>
                  </a:lnTo>
                  <a:cubicBezTo>
                    <a:pt x="310006" y="180"/>
                    <a:pt x="314396" y="4570"/>
                    <a:pt x="314396" y="9985"/>
                  </a:cubicBezTo>
                  <a:cubicBezTo>
                    <a:pt x="314396" y="15401"/>
                    <a:pt x="310006" y="19791"/>
                    <a:pt x="304591" y="19791"/>
                  </a:cubicBezTo>
                  <a:lnTo>
                    <a:pt x="10300" y="19791"/>
                  </a:lnTo>
                  <a:cubicBezTo>
                    <a:pt x="4885" y="19791"/>
                    <a:pt x="495" y="15401"/>
                    <a:pt x="495" y="9985"/>
                  </a:cubicBezTo>
                  <a:cubicBezTo>
                    <a:pt x="495" y="4570"/>
                    <a:pt x="4885" y="180"/>
                    <a:pt x="10300" y="180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9FBCC1E6-8197-E2D2-B738-D152915654E5}"/>
                </a:ext>
              </a:extLst>
            </p:cNvPr>
            <p:cNvSpPr/>
            <p:nvPr/>
          </p:nvSpPr>
          <p:spPr>
            <a:xfrm>
              <a:off x="2981593" y="4044939"/>
              <a:ext cx="313901" cy="19610"/>
            </a:xfrm>
            <a:custGeom>
              <a:avLst/>
              <a:gdLst>
                <a:gd name="csX0" fmla="*/ 10300 w 313901"/>
                <a:gd name="csY0" fmla="*/ 192 h 19610"/>
                <a:gd name="csX1" fmla="*/ 304591 w 313901"/>
                <a:gd name="csY1" fmla="*/ 192 h 19610"/>
                <a:gd name="csX2" fmla="*/ 314396 w 313901"/>
                <a:gd name="csY2" fmla="*/ 9998 h 19610"/>
                <a:gd name="csX3" fmla="*/ 304591 w 313901"/>
                <a:gd name="csY3" fmla="*/ 19803 h 19610"/>
                <a:gd name="csX4" fmla="*/ 10300 w 313901"/>
                <a:gd name="csY4" fmla="*/ 19803 h 19610"/>
                <a:gd name="csX5" fmla="*/ 495 w 313901"/>
                <a:gd name="csY5" fmla="*/ 9998 h 19610"/>
                <a:gd name="csX6" fmla="*/ 10300 w 313901"/>
                <a:gd name="csY6" fmla="*/ 192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300" y="192"/>
                  </a:moveTo>
                  <a:lnTo>
                    <a:pt x="304591" y="192"/>
                  </a:lnTo>
                  <a:cubicBezTo>
                    <a:pt x="310006" y="192"/>
                    <a:pt x="314396" y="4582"/>
                    <a:pt x="314396" y="9998"/>
                  </a:cubicBezTo>
                  <a:cubicBezTo>
                    <a:pt x="314396" y="15413"/>
                    <a:pt x="310006" y="19803"/>
                    <a:pt x="304591" y="19803"/>
                  </a:cubicBezTo>
                  <a:lnTo>
                    <a:pt x="10300" y="19803"/>
                  </a:lnTo>
                  <a:cubicBezTo>
                    <a:pt x="4885" y="19803"/>
                    <a:pt x="495" y="15413"/>
                    <a:pt x="495" y="9998"/>
                  </a:cubicBezTo>
                  <a:cubicBezTo>
                    <a:pt x="495" y="4582"/>
                    <a:pt x="4885" y="192"/>
                    <a:pt x="10300" y="192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FA15A83-9CA2-0B0A-DE0B-BD732E045523}"/>
                </a:ext>
              </a:extLst>
            </p:cNvPr>
            <p:cNvSpPr/>
            <p:nvPr/>
          </p:nvSpPr>
          <p:spPr>
            <a:xfrm>
              <a:off x="2981593" y="4116876"/>
              <a:ext cx="313901" cy="19610"/>
            </a:xfrm>
            <a:custGeom>
              <a:avLst/>
              <a:gdLst>
                <a:gd name="csX0" fmla="*/ 10300 w 313901"/>
                <a:gd name="csY0" fmla="*/ 205 h 19610"/>
                <a:gd name="csX1" fmla="*/ 304591 w 313901"/>
                <a:gd name="csY1" fmla="*/ 205 h 19610"/>
                <a:gd name="csX2" fmla="*/ 314396 w 313901"/>
                <a:gd name="csY2" fmla="*/ 10010 h 19610"/>
                <a:gd name="csX3" fmla="*/ 304591 w 313901"/>
                <a:gd name="csY3" fmla="*/ 19816 h 19610"/>
                <a:gd name="csX4" fmla="*/ 10300 w 313901"/>
                <a:gd name="csY4" fmla="*/ 19816 h 19610"/>
                <a:gd name="csX5" fmla="*/ 495 w 313901"/>
                <a:gd name="csY5" fmla="*/ 10010 h 19610"/>
                <a:gd name="csX6" fmla="*/ 10300 w 313901"/>
                <a:gd name="csY6" fmla="*/ 205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300" y="205"/>
                  </a:moveTo>
                  <a:lnTo>
                    <a:pt x="304591" y="205"/>
                  </a:lnTo>
                  <a:cubicBezTo>
                    <a:pt x="310006" y="205"/>
                    <a:pt x="314396" y="4595"/>
                    <a:pt x="314396" y="10010"/>
                  </a:cubicBezTo>
                  <a:cubicBezTo>
                    <a:pt x="314396" y="15426"/>
                    <a:pt x="310006" y="19816"/>
                    <a:pt x="304591" y="19816"/>
                  </a:cubicBezTo>
                  <a:lnTo>
                    <a:pt x="10300" y="19816"/>
                  </a:lnTo>
                  <a:cubicBezTo>
                    <a:pt x="4885" y="19816"/>
                    <a:pt x="495" y="15426"/>
                    <a:pt x="495" y="10010"/>
                  </a:cubicBezTo>
                  <a:cubicBezTo>
                    <a:pt x="495" y="4595"/>
                    <a:pt x="4885" y="205"/>
                    <a:pt x="10300" y="205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49" name="Graphic 5">
            <a:extLst>
              <a:ext uri="{FF2B5EF4-FFF2-40B4-BE49-F238E27FC236}">
                <a16:creationId xmlns:a16="http://schemas.microsoft.com/office/drawing/2014/main" id="{3896CBB3-13B7-6E7B-3C04-DB9A24CAD9D1}"/>
              </a:ext>
            </a:extLst>
          </p:cNvPr>
          <p:cNvGrpSpPr/>
          <p:nvPr/>
        </p:nvGrpSpPr>
        <p:grpSpPr>
          <a:xfrm>
            <a:off x="2172570" y="3194269"/>
            <a:ext cx="552061" cy="462165"/>
            <a:chOff x="2172570" y="3194269"/>
            <a:chExt cx="552061" cy="462165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C672FAF8-3B38-3F23-EC32-F6A64EFB4ADD}"/>
                </a:ext>
              </a:extLst>
            </p:cNvPr>
            <p:cNvSpPr/>
            <p:nvPr/>
          </p:nvSpPr>
          <p:spPr>
            <a:xfrm rot="1200000">
              <a:off x="2213172" y="3265128"/>
              <a:ext cx="470858" cy="320448"/>
            </a:xfrm>
            <a:custGeom>
              <a:avLst/>
              <a:gdLst>
                <a:gd name="csX0" fmla="*/ 436612 w 470858"/>
                <a:gd name="csY0" fmla="*/ 57 h 320448"/>
                <a:gd name="csX1" fmla="*/ 471220 w 470858"/>
                <a:gd name="csY1" fmla="*/ 57 h 320448"/>
                <a:gd name="csX2" fmla="*/ 471220 w 470858"/>
                <a:gd name="csY2" fmla="*/ 320505 h 320448"/>
                <a:gd name="csX3" fmla="*/ 436612 w 470858"/>
                <a:gd name="csY3" fmla="*/ 320505 h 320448"/>
                <a:gd name="csX4" fmla="*/ 34969 w 470858"/>
                <a:gd name="csY4" fmla="*/ 320505 h 320448"/>
                <a:gd name="csX5" fmla="*/ 362 w 470858"/>
                <a:gd name="csY5" fmla="*/ 320505 h 320448"/>
                <a:gd name="csX6" fmla="*/ 362 w 470858"/>
                <a:gd name="csY6" fmla="*/ 57 h 320448"/>
                <a:gd name="csX7" fmla="*/ 34969 w 470858"/>
                <a:gd name="csY7" fmla="*/ 57 h 3204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70858" h="320448">
                  <a:moveTo>
                    <a:pt x="436612" y="57"/>
                  </a:moveTo>
                  <a:cubicBezTo>
                    <a:pt x="455725" y="57"/>
                    <a:pt x="471220" y="57"/>
                    <a:pt x="471220" y="57"/>
                  </a:cubicBezTo>
                  <a:lnTo>
                    <a:pt x="471220" y="320505"/>
                  </a:lnTo>
                  <a:cubicBezTo>
                    <a:pt x="471220" y="320505"/>
                    <a:pt x="455725" y="320505"/>
                    <a:pt x="436612" y="320505"/>
                  </a:cubicBezTo>
                  <a:lnTo>
                    <a:pt x="34969" y="320505"/>
                  </a:lnTo>
                  <a:cubicBezTo>
                    <a:pt x="15856" y="320505"/>
                    <a:pt x="362" y="320505"/>
                    <a:pt x="362" y="320505"/>
                  </a:cubicBezTo>
                  <a:lnTo>
                    <a:pt x="362" y="57"/>
                  </a:lnTo>
                  <a:cubicBezTo>
                    <a:pt x="362" y="57"/>
                    <a:pt x="15856" y="57"/>
                    <a:pt x="34969" y="57"/>
                  </a:cubicBezTo>
                  <a:close/>
                </a:path>
              </a:pathLst>
            </a:custGeom>
            <a:solidFill>
              <a:srgbClr val="F2F2F2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4B41AB67-33EC-C303-1DA0-767AF632B100}"/>
                </a:ext>
              </a:extLst>
            </p:cNvPr>
            <p:cNvSpPr/>
            <p:nvPr/>
          </p:nvSpPr>
          <p:spPr>
            <a:xfrm rot="1200000">
              <a:off x="2213174" y="3265127"/>
              <a:ext cx="470852" cy="320436"/>
            </a:xfrm>
            <a:custGeom>
              <a:avLst/>
              <a:gdLst>
                <a:gd name="csX0" fmla="*/ 19973 w 470852"/>
                <a:gd name="csY0" fmla="*/ 9863 h 320436"/>
                <a:gd name="csX1" fmla="*/ 10167 w 470852"/>
                <a:gd name="csY1" fmla="*/ 19668 h 320436"/>
                <a:gd name="csX2" fmla="*/ 10167 w 470852"/>
                <a:gd name="csY2" fmla="*/ 300883 h 320436"/>
                <a:gd name="csX3" fmla="*/ 19973 w 470852"/>
                <a:gd name="csY3" fmla="*/ 310688 h 320436"/>
                <a:gd name="csX4" fmla="*/ 451603 w 470852"/>
                <a:gd name="csY4" fmla="*/ 310688 h 320436"/>
                <a:gd name="csX5" fmla="*/ 461409 w 470852"/>
                <a:gd name="csY5" fmla="*/ 300883 h 320436"/>
                <a:gd name="csX6" fmla="*/ 461409 w 470852"/>
                <a:gd name="csY6" fmla="*/ 19668 h 320436"/>
                <a:gd name="csX7" fmla="*/ 451603 w 470852"/>
                <a:gd name="csY7" fmla="*/ 9863 h 320436"/>
                <a:gd name="csX8" fmla="*/ 19973 w 470852"/>
                <a:gd name="csY8" fmla="*/ 9863 h 320436"/>
                <a:gd name="csX9" fmla="*/ 19973 w 470852"/>
                <a:gd name="csY9" fmla="*/ 57 h 320436"/>
                <a:gd name="csX10" fmla="*/ 451603 w 470852"/>
                <a:gd name="csY10" fmla="*/ 57 h 320436"/>
                <a:gd name="csX11" fmla="*/ 471214 w 470852"/>
                <a:gd name="csY11" fmla="*/ 19668 h 320436"/>
                <a:gd name="csX12" fmla="*/ 471214 w 470852"/>
                <a:gd name="csY12" fmla="*/ 300883 h 320436"/>
                <a:gd name="csX13" fmla="*/ 451603 w 470852"/>
                <a:gd name="csY13" fmla="*/ 320494 h 320436"/>
                <a:gd name="csX14" fmla="*/ 19973 w 470852"/>
                <a:gd name="csY14" fmla="*/ 320494 h 320436"/>
                <a:gd name="csX15" fmla="*/ 362 w 470852"/>
                <a:gd name="csY15" fmla="*/ 300883 h 320436"/>
                <a:gd name="csX16" fmla="*/ 362 w 470852"/>
                <a:gd name="csY16" fmla="*/ 19668 h 320436"/>
                <a:gd name="csX17" fmla="*/ 19973 w 470852"/>
                <a:gd name="csY17" fmla="*/ 57 h 3204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70852" h="320436">
                  <a:moveTo>
                    <a:pt x="19973" y="9863"/>
                  </a:moveTo>
                  <a:cubicBezTo>
                    <a:pt x="14557" y="9863"/>
                    <a:pt x="10167" y="14253"/>
                    <a:pt x="10167" y="19668"/>
                  </a:cubicBezTo>
                  <a:lnTo>
                    <a:pt x="10167" y="300883"/>
                  </a:lnTo>
                  <a:cubicBezTo>
                    <a:pt x="10167" y="306298"/>
                    <a:pt x="14557" y="310688"/>
                    <a:pt x="19973" y="310688"/>
                  </a:cubicBezTo>
                  <a:lnTo>
                    <a:pt x="451603" y="310688"/>
                  </a:lnTo>
                  <a:cubicBezTo>
                    <a:pt x="457018" y="310688"/>
                    <a:pt x="461409" y="306298"/>
                    <a:pt x="461409" y="300883"/>
                  </a:cubicBezTo>
                  <a:lnTo>
                    <a:pt x="461409" y="19668"/>
                  </a:lnTo>
                  <a:cubicBezTo>
                    <a:pt x="461409" y="14253"/>
                    <a:pt x="457018" y="9863"/>
                    <a:pt x="451603" y="9863"/>
                  </a:cubicBezTo>
                  <a:lnTo>
                    <a:pt x="19973" y="9863"/>
                  </a:lnTo>
                  <a:moveTo>
                    <a:pt x="19973" y="57"/>
                  </a:moveTo>
                  <a:lnTo>
                    <a:pt x="451603" y="57"/>
                  </a:lnTo>
                  <a:cubicBezTo>
                    <a:pt x="462434" y="57"/>
                    <a:pt x="471214" y="8837"/>
                    <a:pt x="471214" y="19668"/>
                  </a:cubicBezTo>
                  <a:lnTo>
                    <a:pt x="471214" y="300883"/>
                  </a:lnTo>
                  <a:cubicBezTo>
                    <a:pt x="471214" y="311714"/>
                    <a:pt x="462434" y="320494"/>
                    <a:pt x="451603" y="320494"/>
                  </a:cubicBezTo>
                  <a:lnTo>
                    <a:pt x="19973" y="320494"/>
                  </a:lnTo>
                  <a:cubicBezTo>
                    <a:pt x="9142" y="320494"/>
                    <a:pt x="362" y="311714"/>
                    <a:pt x="362" y="300883"/>
                  </a:cubicBezTo>
                  <a:lnTo>
                    <a:pt x="362" y="19668"/>
                  </a:lnTo>
                  <a:cubicBezTo>
                    <a:pt x="362" y="8837"/>
                    <a:pt x="9142" y="57"/>
                    <a:pt x="19973" y="57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AB7FCA0-4168-B310-49F4-F7F6EC3AA3FA}"/>
                </a:ext>
              </a:extLst>
            </p:cNvPr>
            <p:cNvSpPr/>
            <p:nvPr/>
          </p:nvSpPr>
          <p:spPr>
            <a:xfrm rot="1200000">
              <a:off x="2316255" y="3347945"/>
              <a:ext cx="313901" cy="19610"/>
            </a:xfrm>
            <a:custGeom>
              <a:avLst/>
              <a:gdLst>
                <a:gd name="csX0" fmla="*/ 10185 w 313901"/>
                <a:gd name="csY0" fmla="*/ 72 h 19610"/>
                <a:gd name="csX1" fmla="*/ 304476 w 313901"/>
                <a:gd name="csY1" fmla="*/ 72 h 19610"/>
                <a:gd name="csX2" fmla="*/ 314281 w 313901"/>
                <a:gd name="csY2" fmla="*/ 9877 h 19610"/>
                <a:gd name="csX3" fmla="*/ 304476 w 313901"/>
                <a:gd name="csY3" fmla="*/ 19682 h 19610"/>
                <a:gd name="csX4" fmla="*/ 10185 w 313901"/>
                <a:gd name="csY4" fmla="*/ 19682 h 19610"/>
                <a:gd name="csX5" fmla="*/ 380 w 313901"/>
                <a:gd name="csY5" fmla="*/ 9877 h 19610"/>
                <a:gd name="csX6" fmla="*/ 10185 w 313901"/>
                <a:gd name="csY6" fmla="*/ 72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185" y="72"/>
                  </a:moveTo>
                  <a:lnTo>
                    <a:pt x="304476" y="72"/>
                  </a:lnTo>
                  <a:cubicBezTo>
                    <a:pt x="309891" y="72"/>
                    <a:pt x="314281" y="4462"/>
                    <a:pt x="314281" y="9877"/>
                  </a:cubicBezTo>
                  <a:cubicBezTo>
                    <a:pt x="314281" y="15292"/>
                    <a:pt x="309891" y="19682"/>
                    <a:pt x="304476" y="19682"/>
                  </a:cubicBezTo>
                  <a:lnTo>
                    <a:pt x="10185" y="19682"/>
                  </a:lnTo>
                  <a:cubicBezTo>
                    <a:pt x="4770" y="19682"/>
                    <a:pt x="380" y="15292"/>
                    <a:pt x="380" y="9877"/>
                  </a:cubicBezTo>
                  <a:cubicBezTo>
                    <a:pt x="380" y="4462"/>
                    <a:pt x="4770" y="72"/>
                    <a:pt x="10185" y="72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E52E5F60-0D55-2A71-A6E2-8A4C428402B3}"/>
                </a:ext>
              </a:extLst>
            </p:cNvPr>
            <p:cNvSpPr/>
            <p:nvPr/>
          </p:nvSpPr>
          <p:spPr>
            <a:xfrm rot="1200000">
              <a:off x="2291651" y="3415544"/>
              <a:ext cx="313901" cy="19610"/>
            </a:xfrm>
            <a:custGeom>
              <a:avLst/>
              <a:gdLst>
                <a:gd name="csX0" fmla="*/ 10181 w 313901"/>
                <a:gd name="csY0" fmla="*/ 83 h 19610"/>
                <a:gd name="csX1" fmla="*/ 304471 w 313901"/>
                <a:gd name="csY1" fmla="*/ 83 h 19610"/>
                <a:gd name="csX2" fmla="*/ 314277 w 313901"/>
                <a:gd name="csY2" fmla="*/ 9889 h 19610"/>
                <a:gd name="csX3" fmla="*/ 304471 w 313901"/>
                <a:gd name="csY3" fmla="*/ 19694 h 19610"/>
                <a:gd name="csX4" fmla="*/ 10181 w 313901"/>
                <a:gd name="csY4" fmla="*/ 19694 h 19610"/>
                <a:gd name="csX5" fmla="*/ 375 w 313901"/>
                <a:gd name="csY5" fmla="*/ 9889 h 19610"/>
                <a:gd name="csX6" fmla="*/ 10181 w 313901"/>
                <a:gd name="csY6" fmla="*/ 83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181" y="83"/>
                  </a:moveTo>
                  <a:lnTo>
                    <a:pt x="304471" y="83"/>
                  </a:lnTo>
                  <a:cubicBezTo>
                    <a:pt x="309887" y="83"/>
                    <a:pt x="314277" y="4473"/>
                    <a:pt x="314277" y="9889"/>
                  </a:cubicBezTo>
                  <a:cubicBezTo>
                    <a:pt x="314277" y="15304"/>
                    <a:pt x="309887" y="19694"/>
                    <a:pt x="304471" y="19694"/>
                  </a:cubicBezTo>
                  <a:lnTo>
                    <a:pt x="10181" y="19694"/>
                  </a:lnTo>
                  <a:cubicBezTo>
                    <a:pt x="4765" y="19694"/>
                    <a:pt x="375" y="15304"/>
                    <a:pt x="375" y="9889"/>
                  </a:cubicBezTo>
                  <a:cubicBezTo>
                    <a:pt x="375" y="4473"/>
                    <a:pt x="4765" y="83"/>
                    <a:pt x="10181" y="83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457DD2FE-90DA-4FFA-D420-06E92B7D9180}"/>
                </a:ext>
              </a:extLst>
            </p:cNvPr>
            <p:cNvSpPr/>
            <p:nvPr/>
          </p:nvSpPr>
          <p:spPr>
            <a:xfrm rot="1200000">
              <a:off x="2267047" y="3483143"/>
              <a:ext cx="313901" cy="19610"/>
            </a:xfrm>
            <a:custGeom>
              <a:avLst/>
              <a:gdLst>
                <a:gd name="csX0" fmla="*/ 10176 w 313901"/>
                <a:gd name="csY0" fmla="*/ 95 h 19610"/>
                <a:gd name="csX1" fmla="*/ 304467 w 313901"/>
                <a:gd name="csY1" fmla="*/ 95 h 19610"/>
                <a:gd name="csX2" fmla="*/ 314273 w 313901"/>
                <a:gd name="csY2" fmla="*/ 9900 h 19610"/>
                <a:gd name="csX3" fmla="*/ 304467 w 313901"/>
                <a:gd name="csY3" fmla="*/ 19706 h 19610"/>
                <a:gd name="csX4" fmla="*/ 10176 w 313901"/>
                <a:gd name="csY4" fmla="*/ 19706 h 19610"/>
                <a:gd name="csX5" fmla="*/ 371 w 313901"/>
                <a:gd name="csY5" fmla="*/ 9900 h 19610"/>
                <a:gd name="csX6" fmla="*/ 10176 w 313901"/>
                <a:gd name="csY6" fmla="*/ 95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176" y="95"/>
                  </a:moveTo>
                  <a:lnTo>
                    <a:pt x="304467" y="95"/>
                  </a:lnTo>
                  <a:cubicBezTo>
                    <a:pt x="309883" y="95"/>
                    <a:pt x="314273" y="4485"/>
                    <a:pt x="314273" y="9900"/>
                  </a:cubicBezTo>
                  <a:cubicBezTo>
                    <a:pt x="314273" y="15316"/>
                    <a:pt x="309883" y="19706"/>
                    <a:pt x="304467" y="19706"/>
                  </a:cubicBezTo>
                  <a:lnTo>
                    <a:pt x="10176" y="19706"/>
                  </a:lnTo>
                  <a:cubicBezTo>
                    <a:pt x="4761" y="19706"/>
                    <a:pt x="371" y="15316"/>
                    <a:pt x="371" y="9900"/>
                  </a:cubicBezTo>
                  <a:cubicBezTo>
                    <a:pt x="371" y="4485"/>
                    <a:pt x="4761" y="95"/>
                    <a:pt x="10176" y="95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55" name="Graphic 5">
            <a:extLst>
              <a:ext uri="{FF2B5EF4-FFF2-40B4-BE49-F238E27FC236}">
                <a16:creationId xmlns:a16="http://schemas.microsoft.com/office/drawing/2014/main" id="{69FDE246-ED2F-A2BD-DCB9-9051B439DC4E}"/>
              </a:ext>
            </a:extLst>
          </p:cNvPr>
          <p:cNvGrpSpPr/>
          <p:nvPr/>
        </p:nvGrpSpPr>
        <p:grpSpPr>
          <a:xfrm>
            <a:off x="819149" y="3104901"/>
            <a:ext cx="472969" cy="320886"/>
            <a:chOff x="819149" y="3104901"/>
            <a:chExt cx="472969" cy="320886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5D81AC94-2FAD-C5DC-1DB7-50663AF051AE}"/>
                </a:ext>
              </a:extLst>
            </p:cNvPr>
            <p:cNvSpPr/>
            <p:nvPr/>
          </p:nvSpPr>
          <p:spPr>
            <a:xfrm>
              <a:off x="819149" y="3108552"/>
              <a:ext cx="472969" cy="317235"/>
            </a:xfrm>
            <a:custGeom>
              <a:avLst/>
              <a:gdLst>
                <a:gd name="csX0" fmla="*/ 438482 w 472969"/>
                <a:gd name="csY0" fmla="*/ 30 h 317235"/>
                <a:gd name="csX1" fmla="*/ 473089 w 472969"/>
                <a:gd name="csY1" fmla="*/ 30 h 317235"/>
                <a:gd name="csX2" fmla="*/ 473089 w 472969"/>
                <a:gd name="csY2" fmla="*/ 317265 h 317235"/>
                <a:gd name="csX3" fmla="*/ 438482 w 472969"/>
                <a:gd name="csY3" fmla="*/ 317265 h 317235"/>
                <a:gd name="csX4" fmla="*/ 34727 w 472969"/>
                <a:gd name="csY4" fmla="*/ 317265 h 317235"/>
                <a:gd name="csX5" fmla="*/ 120 w 472969"/>
                <a:gd name="csY5" fmla="*/ 317265 h 317235"/>
                <a:gd name="csX6" fmla="*/ 120 w 472969"/>
                <a:gd name="csY6" fmla="*/ 30 h 317235"/>
                <a:gd name="csX7" fmla="*/ 34727 w 472969"/>
                <a:gd name="csY7" fmla="*/ 30 h 3172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72969" h="317235">
                  <a:moveTo>
                    <a:pt x="438482" y="30"/>
                  </a:moveTo>
                  <a:cubicBezTo>
                    <a:pt x="457595" y="30"/>
                    <a:pt x="473089" y="30"/>
                    <a:pt x="473089" y="30"/>
                  </a:cubicBezTo>
                  <a:lnTo>
                    <a:pt x="473089" y="317265"/>
                  </a:lnTo>
                  <a:cubicBezTo>
                    <a:pt x="473089" y="317265"/>
                    <a:pt x="457595" y="317265"/>
                    <a:pt x="438482" y="317265"/>
                  </a:cubicBezTo>
                  <a:lnTo>
                    <a:pt x="34727" y="317265"/>
                  </a:lnTo>
                  <a:cubicBezTo>
                    <a:pt x="15614" y="317265"/>
                    <a:pt x="120" y="317265"/>
                    <a:pt x="120" y="317265"/>
                  </a:cubicBezTo>
                  <a:lnTo>
                    <a:pt x="120" y="30"/>
                  </a:lnTo>
                  <a:cubicBezTo>
                    <a:pt x="120" y="30"/>
                    <a:pt x="15614" y="30"/>
                    <a:pt x="34727" y="30"/>
                  </a:cubicBezTo>
                  <a:close/>
                </a:path>
              </a:pathLst>
            </a:custGeom>
            <a:solidFill>
              <a:srgbClr val="F2F2F2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4647A547-E1EA-3DC8-AEB1-218E2D444A89}"/>
                </a:ext>
              </a:extLst>
            </p:cNvPr>
            <p:cNvSpPr/>
            <p:nvPr/>
          </p:nvSpPr>
          <p:spPr>
            <a:xfrm>
              <a:off x="820211" y="3104901"/>
              <a:ext cx="470852" cy="320436"/>
            </a:xfrm>
            <a:custGeom>
              <a:avLst/>
              <a:gdLst>
                <a:gd name="csX0" fmla="*/ 19731 w 470852"/>
                <a:gd name="csY0" fmla="*/ 9835 h 320436"/>
                <a:gd name="csX1" fmla="*/ 9926 w 470852"/>
                <a:gd name="csY1" fmla="*/ 19640 h 320436"/>
                <a:gd name="csX2" fmla="*/ 9926 w 470852"/>
                <a:gd name="csY2" fmla="*/ 300855 h 320436"/>
                <a:gd name="csX3" fmla="*/ 19731 w 470852"/>
                <a:gd name="csY3" fmla="*/ 310661 h 320436"/>
                <a:gd name="csX4" fmla="*/ 451362 w 470852"/>
                <a:gd name="csY4" fmla="*/ 310661 h 320436"/>
                <a:gd name="csX5" fmla="*/ 461167 w 470852"/>
                <a:gd name="csY5" fmla="*/ 300855 h 320436"/>
                <a:gd name="csX6" fmla="*/ 461167 w 470852"/>
                <a:gd name="csY6" fmla="*/ 19640 h 320436"/>
                <a:gd name="csX7" fmla="*/ 451362 w 470852"/>
                <a:gd name="csY7" fmla="*/ 9835 h 320436"/>
                <a:gd name="csX8" fmla="*/ 19731 w 470852"/>
                <a:gd name="csY8" fmla="*/ 9835 h 320436"/>
                <a:gd name="csX9" fmla="*/ 19731 w 470852"/>
                <a:gd name="csY9" fmla="*/ 29 h 320436"/>
                <a:gd name="csX10" fmla="*/ 451362 w 470852"/>
                <a:gd name="csY10" fmla="*/ 29 h 320436"/>
                <a:gd name="csX11" fmla="*/ 470973 w 470852"/>
                <a:gd name="csY11" fmla="*/ 19640 h 320436"/>
                <a:gd name="csX12" fmla="*/ 470973 w 470852"/>
                <a:gd name="csY12" fmla="*/ 300855 h 320436"/>
                <a:gd name="csX13" fmla="*/ 451362 w 470852"/>
                <a:gd name="csY13" fmla="*/ 320466 h 320436"/>
                <a:gd name="csX14" fmla="*/ 19731 w 470852"/>
                <a:gd name="csY14" fmla="*/ 320466 h 320436"/>
                <a:gd name="csX15" fmla="*/ 120 w 470852"/>
                <a:gd name="csY15" fmla="*/ 300855 h 320436"/>
                <a:gd name="csX16" fmla="*/ 120 w 470852"/>
                <a:gd name="csY16" fmla="*/ 19640 h 320436"/>
                <a:gd name="csX17" fmla="*/ 19731 w 470852"/>
                <a:gd name="csY17" fmla="*/ 29 h 3204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70852" h="320436">
                  <a:moveTo>
                    <a:pt x="19731" y="9835"/>
                  </a:moveTo>
                  <a:cubicBezTo>
                    <a:pt x="14316" y="9835"/>
                    <a:pt x="9926" y="14225"/>
                    <a:pt x="9926" y="19640"/>
                  </a:cubicBezTo>
                  <a:lnTo>
                    <a:pt x="9926" y="300855"/>
                  </a:lnTo>
                  <a:cubicBezTo>
                    <a:pt x="9926" y="306271"/>
                    <a:pt x="14316" y="310661"/>
                    <a:pt x="19731" y="310661"/>
                  </a:cubicBezTo>
                  <a:lnTo>
                    <a:pt x="451362" y="310661"/>
                  </a:lnTo>
                  <a:cubicBezTo>
                    <a:pt x="456777" y="310661"/>
                    <a:pt x="461167" y="306271"/>
                    <a:pt x="461167" y="300855"/>
                  </a:cubicBezTo>
                  <a:lnTo>
                    <a:pt x="461167" y="19640"/>
                  </a:lnTo>
                  <a:cubicBezTo>
                    <a:pt x="461167" y="14225"/>
                    <a:pt x="456777" y="9835"/>
                    <a:pt x="451362" y="9835"/>
                  </a:cubicBezTo>
                  <a:lnTo>
                    <a:pt x="19731" y="9835"/>
                  </a:lnTo>
                  <a:moveTo>
                    <a:pt x="19731" y="29"/>
                  </a:moveTo>
                  <a:lnTo>
                    <a:pt x="451362" y="29"/>
                  </a:lnTo>
                  <a:cubicBezTo>
                    <a:pt x="462192" y="29"/>
                    <a:pt x="470973" y="8810"/>
                    <a:pt x="470973" y="19640"/>
                  </a:cubicBezTo>
                  <a:lnTo>
                    <a:pt x="470973" y="300855"/>
                  </a:lnTo>
                  <a:cubicBezTo>
                    <a:pt x="470973" y="311686"/>
                    <a:pt x="462192" y="320466"/>
                    <a:pt x="451362" y="320466"/>
                  </a:cubicBezTo>
                  <a:lnTo>
                    <a:pt x="19731" y="320466"/>
                  </a:lnTo>
                  <a:cubicBezTo>
                    <a:pt x="8900" y="320466"/>
                    <a:pt x="120" y="311686"/>
                    <a:pt x="120" y="300855"/>
                  </a:cubicBezTo>
                  <a:lnTo>
                    <a:pt x="120" y="19640"/>
                  </a:lnTo>
                  <a:cubicBezTo>
                    <a:pt x="120" y="8810"/>
                    <a:pt x="8900" y="29"/>
                    <a:pt x="19731" y="29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33E5FCD-D0BD-DE53-5A9F-E5FC76506B87}"/>
                </a:ext>
              </a:extLst>
            </p:cNvPr>
            <p:cNvSpPr/>
            <p:nvPr/>
          </p:nvSpPr>
          <p:spPr>
            <a:xfrm>
              <a:off x="898689" y="3183379"/>
              <a:ext cx="313901" cy="19610"/>
            </a:xfrm>
            <a:custGeom>
              <a:avLst/>
              <a:gdLst>
                <a:gd name="csX0" fmla="*/ 9939 w 313901"/>
                <a:gd name="csY0" fmla="*/ 43 h 19610"/>
                <a:gd name="csX1" fmla="*/ 304230 w 313901"/>
                <a:gd name="csY1" fmla="*/ 43 h 19610"/>
                <a:gd name="csX2" fmla="*/ 314035 w 313901"/>
                <a:gd name="csY2" fmla="*/ 9848 h 19610"/>
                <a:gd name="csX3" fmla="*/ 304230 w 313901"/>
                <a:gd name="csY3" fmla="*/ 19654 h 19610"/>
                <a:gd name="csX4" fmla="*/ 9939 w 313901"/>
                <a:gd name="csY4" fmla="*/ 19654 h 19610"/>
                <a:gd name="csX5" fmla="*/ 134 w 313901"/>
                <a:gd name="csY5" fmla="*/ 9848 h 19610"/>
                <a:gd name="csX6" fmla="*/ 9939 w 313901"/>
                <a:gd name="csY6" fmla="*/ 43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939" y="43"/>
                  </a:moveTo>
                  <a:lnTo>
                    <a:pt x="304230" y="43"/>
                  </a:lnTo>
                  <a:cubicBezTo>
                    <a:pt x="309645" y="43"/>
                    <a:pt x="314035" y="4433"/>
                    <a:pt x="314035" y="9848"/>
                  </a:cubicBezTo>
                  <a:cubicBezTo>
                    <a:pt x="314035" y="15264"/>
                    <a:pt x="309645" y="19654"/>
                    <a:pt x="304230" y="19654"/>
                  </a:cubicBezTo>
                  <a:lnTo>
                    <a:pt x="9939" y="19654"/>
                  </a:lnTo>
                  <a:cubicBezTo>
                    <a:pt x="4524" y="19654"/>
                    <a:pt x="134" y="15264"/>
                    <a:pt x="134" y="9848"/>
                  </a:cubicBezTo>
                  <a:cubicBezTo>
                    <a:pt x="134" y="4433"/>
                    <a:pt x="4524" y="43"/>
                    <a:pt x="9939" y="43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F689B74-2313-3349-906D-8B8BEC110C66}"/>
                </a:ext>
              </a:extLst>
            </p:cNvPr>
            <p:cNvSpPr/>
            <p:nvPr/>
          </p:nvSpPr>
          <p:spPr>
            <a:xfrm>
              <a:off x="898689" y="3255317"/>
              <a:ext cx="313901" cy="19610"/>
            </a:xfrm>
            <a:custGeom>
              <a:avLst/>
              <a:gdLst>
                <a:gd name="csX0" fmla="*/ 9939 w 313901"/>
                <a:gd name="csY0" fmla="*/ 56 h 19610"/>
                <a:gd name="csX1" fmla="*/ 304230 w 313901"/>
                <a:gd name="csY1" fmla="*/ 56 h 19610"/>
                <a:gd name="csX2" fmla="*/ 314035 w 313901"/>
                <a:gd name="csY2" fmla="*/ 9861 h 19610"/>
                <a:gd name="csX3" fmla="*/ 304230 w 313901"/>
                <a:gd name="csY3" fmla="*/ 19666 h 19610"/>
                <a:gd name="csX4" fmla="*/ 9939 w 313901"/>
                <a:gd name="csY4" fmla="*/ 19666 h 19610"/>
                <a:gd name="csX5" fmla="*/ 134 w 313901"/>
                <a:gd name="csY5" fmla="*/ 9861 h 19610"/>
                <a:gd name="csX6" fmla="*/ 9939 w 313901"/>
                <a:gd name="csY6" fmla="*/ 56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939" y="56"/>
                  </a:moveTo>
                  <a:lnTo>
                    <a:pt x="304230" y="56"/>
                  </a:lnTo>
                  <a:cubicBezTo>
                    <a:pt x="309645" y="56"/>
                    <a:pt x="314035" y="4446"/>
                    <a:pt x="314035" y="9861"/>
                  </a:cubicBezTo>
                  <a:cubicBezTo>
                    <a:pt x="314035" y="15276"/>
                    <a:pt x="309645" y="19666"/>
                    <a:pt x="304230" y="19666"/>
                  </a:cubicBezTo>
                  <a:lnTo>
                    <a:pt x="9939" y="19666"/>
                  </a:lnTo>
                  <a:cubicBezTo>
                    <a:pt x="4524" y="19666"/>
                    <a:pt x="134" y="15276"/>
                    <a:pt x="134" y="9861"/>
                  </a:cubicBezTo>
                  <a:cubicBezTo>
                    <a:pt x="134" y="4446"/>
                    <a:pt x="4524" y="56"/>
                    <a:pt x="9939" y="56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1E75F33-22E7-C500-58D5-631A02AB23F7}"/>
                </a:ext>
              </a:extLst>
            </p:cNvPr>
            <p:cNvSpPr/>
            <p:nvPr/>
          </p:nvSpPr>
          <p:spPr>
            <a:xfrm>
              <a:off x="898689" y="3327254"/>
              <a:ext cx="313901" cy="19610"/>
            </a:xfrm>
            <a:custGeom>
              <a:avLst/>
              <a:gdLst>
                <a:gd name="csX0" fmla="*/ 9939 w 313901"/>
                <a:gd name="csY0" fmla="*/ 68 h 19610"/>
                <a:gd name="csX1" fmla="*/ 304230 w 313901"/>
                <a:gd name="csY1" fmla="*/ 68 h 19610"/>
                <a:gd name="csX2" fmla="*/ 314035 w 313901"/>
                <a:gd name="csY2" fmla="*/ 9873 h 19610"/>
                <a:gd name="csX3" fmla="*/ 304230 w 313901"/>
                <a:gd name="csY3" fmla="*/ 19679 h 19610"/>
                <a:gd name="csX4" fmla="*/ 9939 w 313901"/>
                <a:gd name="csY4" fmla="*/ 19679 h 19610"/>
                <a:gd name="csX5" fmla="*/ 134 w 313901"/>
                <a:gd name="csY5" fmla="*/ 9873 h 19610"/>
                <a:gd name="csX6" fmla="*/ 9939 w 313901"/>
                <a:gd name="csY6" fmla="*/ 68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939" y="68"/>
                  </a:moveTo>
                  <a:lnTo>
                    <a:pt x="304230" y="68"/>
                  </a:lnTo>
                  <a:cubicBezTo>
                    <a:pt x="309645" y="68"/>
                    <a:pt x="314035" y="4458"/>
                    <a:pt x="314035" y="9873"/>
                  </a:cubicBezTo>
                  <a:cubicBezTo>
                    <a:pt x="314035" y="15289"/>
                    <a:pt x="309645" y="19679"/>
                    <a:pt x="304230" y="19679"/>
                  </a:cubicBezTo>
                  <a:lnTo>
                    <a:pt x="9939" y="19679"/>
                  </a:lnTo>
                  <a:cubicBezTo>
                    <a:pt x="4524" y="19679"/>
                    <a:pt x="134" y="15289"/>
                    <a:pt x="134" y="9873"/>
                  </a:cubicBezTo>
                  <a:cubicBezTo>
                    <a:pt x="134" y="4458"/>
                    <a:pt x="4524" y="68"/>
                    <a:pt x="9939" y="68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61" name="Graphic 5">
            <a:extLst>
              <a:ext uri="{FF2B5EF4-FFF2-40B4-BE49-F238E27FC236}">
                <a16:creationId xmlns:a16="http://schemas.microsoft.com/office/drawing/2014/main" id="{B418587C-3D8F-63AE-465D-086A34D56EF3}"/>
              </a:ext>
            </a:extLst>
          </p:cNvPr>
          <p:cNvGrpSpPr/>
          <p:nvPr/>
        </p:nvGrpSpPr>
        <p:grpSpPr>
          <a:xfrm>
            <a:off x="1516472" y="2958011"/>
            <a:ext cx="494490" cy="467548"/>
            <a:chOff x="1516472" y="2958011"/>
            <a:chExt cx="494490" cy="467548"/>
          </a:xfrm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197C68E-9FDA-7186-D1C8-DDC7320E626F}"/>
                </a:ext>
              </a:extLst>
            </p:cNvPr>
            <p:cNvSpPr/>
            <p:nvPr/>
          </p:nvSpPr>
          <p:spPr>
            <a:xfrm rot="361440">
              <a:off x="1537745" y="2958011"/>
              <a:ext cx="473217" cy="467446"/>
            </a:xfrm>
            <a:custGeom>
              <a:avLst/>
              <a:gdLst>
                <a:gd name="csX0" fmla="*/ 438833 w 473217"/>
                <a:gd name="csY0" fmla="*/ 4 h 467446"/>
                <a:gd name="csX1" fmla="*/ 473458 w 473217"/>
                <a:gd name="csY1" fmla="*/ 4 h 467446"/>
                <a:gd name="csX2" fmla="*/ 473458 w 473217"/>
                <a:gd name="csY2" fmla="*/ 467451 h 467446"/>
                <a:gd name="csX3" fmla="*/ 438833 w 473217"/>
                <a:gd name="csY3" fmla="*/ 467451 h 467446"/>
                <a:gd name="csX4" fmla="*/ 34867 w 473217"/>
                <a:gd name="csY4" fmla="*/ 467451 h 467446"/>
                <a:gd name="csX5" fmla="*/ 241 w 473217"/>
                <a:gd name="csY5" fmla="*/ 467451 h 467446"/>
                <a:gd name="csX6" fmla="*/ 241 w 473217"/>
                <a:gd name="csY6" fmla="*/ 4 h 467446"/>
                <a:gd name="csX7" fmla="*/ 34867 w 473217"/>
                <a:gd name="csY7" fmla="*/ 4 h 4674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73217" h="467446">
                  <a:moveTo>
                    <a:pt x="438833" y="4"/>
                  </a:moveTo>
                  <a:cubicBezTo>
                    <a:pt x="457956" y="4"/>
                    <a:pt x="473458" y="4"/>
                    <a:pt x="473458" y="4"/>
                  </a:cubicBezTo>
                  <a:lnTo>
                    <a:pt x="473458" y="467451"/>
                  </a:lnTo>
                  <a:cubicBezTo>
                    <a:pt x="473458" y="467451"/>
                    <a:pt x="457956" y="467451"/>
                    <a:pt x="438833" y="467451"/>
                  </a:cubicBezTo>
                  <a:lnTo>
                    <a:pt x="34867" y="467451"/>
                  </a:lnTo>
                  <a:cubicBezTo>
                    <a:pt x="15743" y="467451"/>
                    <a:pt x="241" y="467451"/>
                    <a:pt x="241" y="467451"/>
                  </a:cubicBezTo>
                  <a:lnTo>
                    <a:pt x="241" y="4"/>
                  </a:lnTo>
                  <a:cubicBezTo>
                    <a:pt x="241" y="4"/>
                    <a:pt x="15743" y="4"/>
                    <a:pt x="34867" y="4"/>
                  </a:cubicBezTo>
                  <a:close/>
                </a:path>
              </a:pathLst>
            </a:custGeom>
            <a:solidFill>
              <a:srgbClr val="F2F2F2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EA3654E-BAB5-EDBC-47D9-C60786E022C2}"/>
                </a:ext>
              </a:extLst>
            </p:cNvPr>
            <p:cNvSpPr/>
            <p:nvPr/>
          </p:nvSpPr>
          <p:spPr>
            <a:xfrm rot="361440">
              <a:off x="1516472" y="2960999"/>
              <a:ext cx="471099" cy="464560"/>
            </a:xfrm>
            <a:custGeom>
              <a:avLst/>
              <a:gdLst>
                <a:gd name="csX0" fmla="*/ 19862 w 471099"/>
                <a:gd name="csY0" fmla="*/ 9815 h 464560"/>
                <a:gd name="csX1" fmla="*/ 10052 w 471099"/>
                <a:gd name="csY1" fmla="*/ 19626 h 464560"/>
                <a:gd name="csX2" fmla="*/ 10052 w 471099"/>
                <a:gd name="csY2" fmla="*/ 444944 h 464560"/>
                <a:gd name="csX3" fmla="*/ 19862 w 471099"/>
                <a:gd name="csY3" fmla="*/ 454755 h 464560"/>
                <a:gd name="csX4" fmla="*/ 451719 w 471099"/>
                <a:gd name="csY4" fmla="*/ 454755 h 464560"/>
                <a:gd name="csX5" fmla="*/ 461530 w 471099"/>
                <a:gd name="csY5" fmla="*/ 444944 h 464560"/>
                <a:gd name="csX6" fmla="*/ 461530 w 471099"/>
                <a:gd name="csY6" fmla="*/ 19626 h 464560"/>
                <a:gd name="csX7" fmla="*/ 451719 w 471099"/>
                <a:gd name="csY7" fmla="*/ 9815 h 464560"/>
                <a:gd name="csX8" fmla="*/ 19862 w 471099"/>
                <a:gd name="csY8" fmla="*/ 9815 h 464560"/>
                <a:gd name="csX9" fmla="*/ 19862 w 471099"/>
                <a:gd name="csY9" fmla="*/ 4 h 464560"/>
                <a:gd name="csX10" fmla="*/ 451719 w 471099"/>
                <a:gd name="csY10" fmla="*/ 4 h 464560"/>
                <a:gd name="csX11" fmla="*/ 471340 w 471099"/>
                <a:gd name="csY11" fmla="*/ 19626 h 464560"/>
                <a:gd name="csX12" fmla="*/ 471340 w 471099"/>
                <a:gd name="csY12" fmla="*/ 444944 h 464560"/>
                <a:gd name="csX13" fmla="*/ 451719 w 471099"/>
                <a:gd name="csY13" fmla="*/ 464565 h 464560"/>
                <a:gd name="csX14" fmla="*/ 19862 w 471099"/>
                <a:gd name="csY14" fmla="*/ 464565 h 464560"/>
                <a:gd name="csX15" fmla="*/ 241 w 471099"/>
                <a:gd name="csY15" fmla="*/ 444944 h 464560"/>
                <a:gd name="csX16" fmla="*/ 241 w 471099"/>
                <a:gd name="csY16" fmla="*/ 19626 h 464560"/>
                <a:gd name="csX17" fmla="*/ 19862 w 471099"/>
                <a:gd name="csY17" fmla="*/ 4 h 4645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71099" h="464560">
                  <a:moveTo>
                    <a:pt x="19862" y="9815"/>
                  </a:moveTo>
                  <a:cubicBezTo>
                    <a:pt x="14444" y="9815"/>
                    <a:pt x="10052" y="14207"/>
                    <a:pt x="10052" y="19626"/>
                  </a:cubicBezTo>
                  <a:lnTo>
                    <a:pt x="10052" y="444944"/>
                  </a:lnTo>
                  <a:cubicBezTo>
                    <a:pt x="10052" y="450363"/>
                    <a:pt x="14444" y="454755"/>
                    <a:pt x="19862" y="454755"/>
                  </a:cubicBezTo>
                  <a:lnTo>
                    <a:pt x="451719" y="454755"/>
                  </a:lnTo>
                  <a:cubicBezTo>
                    <a:pt x="457137" y="454755"/>
                    <a:pt x="461530" y="450363"/>
                    <a:pt x="461530" y="444944"/>
                  </a:cubicBezTo>
                  <a:lnTo>
                    <a:pt x="461530" y="19626"/>
                  </a:lnTo>
                  <a:cubicBezTo>
                    <a:pt x="461530" y="14207"/>
                    <a:pt x="457137" y="9815"/>
                    <a:pt x="451719" y="9815"/>
                  </a:cubicBezTo>
                  <a:lnTo>
                    <a:pt x="19862" y="9815"/>
                  </a:lnTo>
                  <a:moveTo>
                    <a:pt x="19862" y="4"/>
                  </a:moveTo>
                  <a:lnTo>
                    <a:pt x="451719" y="4"/>
                  </a:lnTo>
                  <a:cubicBezTo>
                    <a:pt x="462556" y="4"/>
                    <a:pt x="471340" y="8789"/>
                    <a:pt x="471340" y="19626"/>
                  </a:cubicBezTo>
                  <a:lnTo>
                    <a:pt x="471340" y="444944"/>
                  </a:lnTo>
                  <a:cubicBezTo>
                    <a:pt x="471340" y="455781"/>
                    <a:pt x="462556" y="464565"/>
                    <a:pt x="451719" y="464565"/>
                  </a:cubicBezTo>
                  <a:lnTo>
                    <a:pt x="19862" y="464565"/>
                  </a:lnTo>
                  <a:cubicBezTo>
                    <a:pt x="9026" y="464565"/>
                    <a:pt x="241" y="455781"/>
                    <a:pt x="241" y="444944"/>
                  </a:cubicBezTo>
                  <a:lnTo>
                    <a:pt x="241" y="19626"/>
                  </a:lnTo>
                  <a:cubicBezTo>
                    <a:pt x="241" y="8789"/>
                    <a:pt x="9026" y="4"/>
                    <a:pt x="19862" y="4"/>
                  </a:cubicBezTo>
                  <a:close/>
                </a:path>
              </a:pathLst>
            </a:custGeom>
            <a:solidFill>
              <a:srgbClr val="E6E6E6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65DE189-74CD-A574-4D02-B96B3FFEFF16}"/>
                </a:ext>
              </a:extLst>
            </p:cNvPr>
            <p:cNvSpPr/>
            <p:nvPr/>
          </p:nvSpPr>
          <p:spPr>
            <a:xfrm rot="361440">
              <a:off x="1610099" y="3040308"/>
              <a:ext cx="314066" cy="19621"/>
            </a:xfrm>
            <a:custGeom>
              <a:avLst/>
              <a:gdLst>
                <a:gd name="csX0" fmla="*/ 10068 w 314066"/>
                <a:gd name="csY0" fmla="*/ 18 h 19621"/>
                <a:gd name="csX1" fmla="*/ 304513 w 314066"/>
                <a:gd name="csY1" fmla="*/ 18 h 19621"/>
                <a:gd name="csX2" fmla="*/ 314323 w 314066"/>
                <a:gd name="csY2" fmla="*/ 9829 h 19621"/>
                <a:gd name="csX3" fmla="*/ 304513 w 314066"/>
                <a:gd name="csY3" fmla="*/ 19639 h 19621"/>
                <a:gd name="csX4" fmla="*/ 10068 w 314066"/>
                <a:gd name="csY4" fmla="*/ 19639 h 19621"/>
                <a:gd name="csX5" fmla="*/ 257 w 314066"/>
                <a:gd name="csY5" fmla="*/ 9829 h 19621"/>
                <a:gd name="csX6" fmla="*/ 10068 w 314066"/>
                <a:gd name="csY6" fmla="*/ 18 h 1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4066" h="19621">
                  <a:moveTo>
                    <a:pt x="10068" y="18"/>
                  </a:moveTo>
                  <a:lnTo>
                    <a:pt x="304513" y="18"/>
                  </a:lnTo>
                  <a:cubicBezTo>
                    <a:pt x="309931" y="18"/>
                    <a:pt x="314323" y="4411"/>
                    <a:pt x="314323" y="9829"/>
                  </a:cubicBezTo>
                  <a:cubicBezTo>
                    <a:pt x="314323" y="15247"/>
                    <a:pt x="309931" y="19639"/>
                    <a:pt x="304513" y="19639"/>
                  </a:cubicBezTo>
                  <a:lnTo>
                    <a:pt x="10068" y="19639"/>
                  </a:lnTo>
                  <a:cubicBezTo>
                    <a:pt x="4650" y="19639"/>
                    <a:pt x="257" y="15247"/>
                    <a:pt x="257" y="9829"/>
                  </a:cubicBezTo>
                  <a:cubicBezTo>
                    <a:pt x="257" y="4411"/>
                    <a:pt x="4650" y="18"/>
                    <a:pt x="10068" y="18"/>
                  </a:cubicBezTo>
                  <a:close/>
                </a:path>
              </a:pathLst>
            </a:custGeom>
            <a:solidFill>
              <a:srgbClr val="6C63FF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7609732F-F937-A3AD-6725-2968FAA924B2}"/>
                </a:ext>
              </a:extLst>
            </p:cNvPr>
            <p:cNvSpPr/>
            <p:nvPr/>
          </p:nvSpPr>
          <p:spPr>
            <a:xfrm rot="361440">
              <a:off x="1602546" y="3111886"/>
              <a:ext cx="314066" cy="19621"/>
            </a:xfrm>
            <a:custGeom>
              <a:avLst/>
              <a:gdLst>
                <a:gd name="csX0" fmla="*/ 10066 w 314066"/>
                <a:gd name="csY0" fmla="*/ 31 h 19621"/>
                <a:gd name="csX1" fmla="*/ 304512 w 314066"/>
                <a:gd name="csY1" fmla="*/ 31 h 19621"/>
                <a:gd name="csX2" fmla="*/ 314322 w 314066"/>
                <a:gd name="csY2" fmla="*/ 9841 h 19621"/>
                <a:gd name="csX3" fmla="*/ 304512 w 314066"/>
                <a:gd name="csY3" fmla="*/ 19652 h 19621"/>
                <a:gd name="csX4" fmla="*/ 10066 w 314066"/>
                <a:gd name="csY4" fmla="*/ 19652 h 19621"/>
                <a:gd name="csX5" fmla="*/ 256 w 314066"/>
                <a:gd name="csY5" fmla="*/ 9841 h 19621"/>
                <a:gd name="csX6" fmla="*/ 10066 w 314066"/>
                <a:gd name="csY6" fmla="*/ 31 h 1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4066" h="19621">
                  <a:moveTo>
                    <a:pt x="10066" y="31"/>
                  </a:moveTo>
                  <a:lnTo>
                    <a:pt x="304512" y="31"/>
                  </a:lnTo>
                  <a:cubicBezTo>
                    <a:pt x="309930" y="31"/>
                    <a:pt x="314322" y="4423"/>
                    <a:pt x="314322" y="9841"/>
                  </a:cubicBezTo>
                  <a:cubicBezTo>
                    <a:pt x="314322" y="15259"/>
                    <a:pt x="309930" y="19652"/>
                    <a:pt x="304512" y="19652"/>
                  </a:cubicBezTo>
                  <a:lnTo>
                    <a:pt x="10066" y="19652"/>
                  </a:lnTo>
                  <a:cubicBezTo>
                    <a:pt x="4648" y="19652"/>
                    <a:pt x="256" y="15259"/>
                    <a:pt x="256" y="9841"/>
                  </a:cubicBezTo>
                  <a:cubicBezTo>
                    <a:pt x="256" y="4423"/>
                    <a:pt x="4648" y="31"/>
                    <a:pt x="10066" y="31"/>
                  </a:cubicBezTo>
                  <a:close/>
                </a:path>
              </a:pathLst>
            </a:custGeom>
            <a:solidFill>
              <a:srgbClr val="6C63FF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9592A92-32C6-0852-25FB-42D7695E18CC}"/>
                </a:ext>
              </a:extLst>
            </p:cNvPr>
            <p:cNvSpPr/>
            <p:nvPr/>
          </p:nvSpPr>
          <p:spPr>
            <a:xfrm rot="361440">
              <a:off x="1594992" y="3183463"/>
              <a:ext cx="314066" cy="19621"/>
            </a:xfrm>
            <a:custGeom>
              <a:avLst/>
              <a:gdLst>
                <a:gd name="csX0" fmla="*/ 10065 w 314066"/>
                <a:gd name="csY0" fmla="*/ 43 h 19621"/>
                <a:gd name="csX1" fmla="*/ 304510 w 314066"/>
                <a:gd name="csY1" fmla="*/ 43 h 19621"/>
                <a:gd name="csX2" fmla="*/ 314321 w 314066"/>
                <a:gd name="csY2" fmla="*/ 9854 h 19621"/>
                <a:gd name="csX3" fmla="*/ 304510 w 314066"/>
                <a:gd name="csY3" fmla="*/ 19664 h 19621"/>
                <a:gd name="csX4" fmla="*/ 10065 w 314066"/>
                <a:gd name="csY4" fmla="*/ 19664 h 19621"/>
                <a:gd name="csX5" fmla="*/ 255 w 314066"/>
                <a:gd name="csY5" fmla="*/ 9854 h 19621"/>
                <a:gd name="csX6" fmla="*/ 10065 w 314066"/>
                <a:gd name="csY6" fmla="*/ 43 h 1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4066" h="19621">
                  <a:moveTo>
                    <a:pt x="10065" y="43"/>
                  </a:moveTo>
                  <a:lnTo>
                    <a:pt x="304510" y="43"/>
                  </a:lnTo>
                  <a:cubicBezTo>
                    <a:pt x="309928" y="43"/>
                    <a:pt x="314321" y="4435"/>
                    <a:pt x="314321" y="9854"/>
                  </a:cubicBezTo>
                  <a:cubicBezTo>
                    <a:pt x="314321" y="15272"/>
                    <a:pt x="309928" y="19664"/>
                    <a:pt x="304510" y="19664"/>
                  </a:cubicBezTo>
                  <a:lnTo>
                    <a:pt x="10065" y="19664"/>
                  </a:lnTo>
                  <a:cubicBezTo>
                    <a:pt x="4647" y="19664"/>
                    <a:pt x="255" y="15272"/>
                    <a:pt x="255" y="9854"/>
                  </a:cubicBezTo>
                  <a:cubicBezTo>
                    <a:pt x="255" y="4435"/>
                    <a:pt x="4647" y="43"/>
                    <a:pt x="10065" y="43"/>
                  </a:cubicBezTo>
                  <a:close/>
                </a:path>
              </a:pathLst>
            </a:custGeom>
            <a:solidFill>
              <a:srgbClr val="6C63FF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3D16C2F3-79E0-8A23-7E60-FCBC6841AE05}"/>
                </a:ext>
              </a:extLst>
            </p:cNvPr>
            <p:cNvSpPr/>
            <p:nvPr/>
          </p:nvSpPr>
          <p:spPr>
            <a:xfrm rot="361440">
              <a:off x="1587439" y="3255041"/>
              <a:ext cx="314066" cy="19621"/>
            </a:xfrm>
            <a:custGeom>
              <a:avLst/>
              <a:gdLst>
                <a:gd name="csX0" fmla="*/ 10064 w 314066"/>
                <a:gd name="csY0" fmla="*/ 55 h 19621"/>
                <a:gd name="csX1" fmla="*/ 304509 w 314066"/>
                <a:gd name="csY1" fmla="*/ 55 h 19621"/>
                <a:gd name="csX2" fmla="*/ 314320 w 314066"/>
                <a:gd name="csY2" fmla="*/ 9866 h 19621"/>
                <a:gd name="csX3" fmla="*/ 304509 w 314066"/>
                <a:gd name="csY3" fmla="*/ 19677 h 19621"/>
                <a:gd name="csX4" fmla="*/ 10064 w 314066"/>
                <a:gd name="csY4" fmla="*/ 19677 h 19621"/>
                <a:gd name="csX5" fmla="*/ 253 w 314066"/>
                <a:gd name="csY5" fmla="*/ 9866 h 19621"/>
                <a:gd name="csX6" fmla="*/ 10064 w 314066"/>
                <a:gd name="csY6" fmla="*/ 55 h 1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4066" h="19621">
                  <a:moveTo>
                    <a:pt x="10064" y="55"/>
                  </a:moveTo>
                  <a:lnTo>
                    <a:pt x="304509" y="55"/>
                  </a:lnTo>
                  <a:cubicBezTo>
                    <a:pt x="309927" y="55"/>
                    <a:pt x="314320" y="4448"/>
                    <a:pt x="314320" y="9866"/>
                  </a:cubicBezTo>
                  <a:cubicBezTo>
                    <a:pt x="314320" y="15284"/>
                    <a:pt x="309927" y="19677"/>
                    <a:pt x="304509" y="19677"/>
                  </a:cubicBezTo>
                  <a:lnTo>
                    <a:pt x="10064" y="19677"/>
                  </a:lnTo>
                  <a:cubicBezTo>
                    <a:pt x="4646" y="19677"/>
                    <a:pt x="253" y="15284"/>
                    <a:pt x="253" y="9866"/>
                  </a:cubicBezTo>
                  <a:cubicBezTo>
                    <a:pt x="253" y="4448"/>
                    <a:pt x="4646" y="55"/>
                    <a:pt x="10064" y="55"/>
                  </a:cubicBezTo>
                  <a:close/>
                </a:path>
              </a:pathLst>
            </a:custGeom>
            <a:solidFill>
              <a:srgbClr val="6C63FF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E9D5E7B4-F673-27B7-5D70-FE6271E3DF41}"/>
                </a:ext>
              </a:extLst>
            </p:cNvPr>
            <p:cNvSpPr/>
            <p:nvPr/>
          </p:nvSpPr>
          <p:spPr>
            <a:xfrm rot="361440">
              <a:off x="1579885" y="3326619"/>
              <a:ext cx="314066" cy="19621"/>
            </a:xfrm>
            <a:custGeom>
              <a:avLst/>
              <a:gdLst>
                <a:gd name="csX0" fmla="*/ 10063 w 314066"/>
                <a:gd name="csY0" fmla="*/ 68 h 19621"/>
                <a:gd name="csX1" fmla="*/ 304508 w 314066"/>
                <a:gd name="csY1" fmla="*/ 68 h 19621"/>
                <a:gd name="csX2" fmla="*/ 314318 w 314066"/>
                <a:gd name="csY2" fmla="*/ 9878 h 19621"/>
                <a:gd name="csX3" fmla="*/ 304508 w 314066"/>
                <a:gd name="csY3" fmla="*/ 19689 h 19621"/>
                <a:gd name="csX4" fmla="*/ 10063 w 314066"/>
                <a:gd name="csY4" fmla="*/ 19689 h 19621"/>
                <a:gd name="csX5" fmla="*/ 252 w 314066"/>
                <a:gd name="csY5" fmla="*/ 9878 h 19621"/>
                <a:gd name="csX6" fmla="*/ 10063 w 314066"/>
                <a:gd name="csY6" fmla="*/ 68 h 1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4066" h="19621">
                  <a:moveTo>
                    <a:pt x="10063" y="68"/>
                  </a:moveTo>
                  <a:lnTo>
                    <a:pt x="304508" y="68"/>
                  </a:lnTo>
                  <a:cubicBezTo>
                    <a:pt x="309926" y="68"/>
                    <a:pt x="314318" y="4460"/>
                    <a:pt x="314318" y="9878"/>
                  </a:cubicBezTo>
                  <a:cubicBezTo>
                    <a:pt x="314318" y="15297"/>
                    <a:pt x="309926" y="19689"/>
                    <a:pt x="304508" y="19689"/>
                  </a:cubicBezTo>
                  <a:lnTo>
                    <a:pt x="10063" y="19689"/>
                  </a:lnTo>
                  <a:cubicBezTo>
                    <a:pt x="4644" y="19689"/>
                    <a:pt x="252" y="15297"/>
                    <a:pt x="252" y="9878"/>
                  </a:cubicBezTo>
                  <a:cubicBezTo>
                    <a:pt x="252" y="4460"/>
                    <a:pt x="4644" y="68"/>
                    <a:pt x="10063" y="68"/>
                  </a:cubicBezTo>
                  <a:close/>
                </a:path>
              </a:pathLst>
            </a:custGeom>
            <a:solidFill>
              <a:srgbClr val="6C63FF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69" name="Graphic 5">
            <a:extLst>
              <a:ext uri="{FF2B5EF4-FFF2-40B4-BE49-F238E27FC236}">
                <a16:creationId xmlns:a16="http://schemas.microsoft.com/office/drawing/2014/main" id="{0ACC07BE-5E36-AFDE-9AC8-362552E79DC8}"/>
              </a:ext>
            </a:extLst>
          </p:cNvPr>
          <p:cNvGrpSpPr/>
          <p:nvPr/>
        </p:nvGrpSpPr>
        <p:grpSpPr>
          <a:xfrm>
            <a:off x="127000" y="2958598"/>
            <a:ext cx="470852" cy="467201"/>
            <a:chOff x="127000" y="2958598"/>
            <a:chExt cx="470852" cy="467201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10BB1A1D-1EAC-B1D3-E6D4-AFC75E0BECB6}"/>
                </a:ext>
              </a:extLst>
            </p:cNvPr>
            <p:cNvSpPr/>
            <p:nvPr/>
          </p:nvSpPr>
          <p:spPr>
            <a:xfrm>
              <a:off x="127000" y="2958598"/>
              <a:ext cx="467201" cy="467201"/>
            </a:xfrm>
            <a:custGeom>
              <a:avLst/>
              <a:gdLst>
                <a:gd name="csX0" fmla="*/ 432594 w 467201"/>
                <a:gd name="csY0" fmla="*/ 4 h 467201"/>
                <a:gd name="csX1" fmla="*/ 467201 w 467201"/>
                <a:gd name="csY1" fmla="*/ 4 h 467201"/>
                <a:gd name="csX2" fmla="*/ 467201 w 467201"/>
                <a:gd name="csY2" fmla="*/ 467205 h 467201"/>
                <a:gd name="csX3" fmla="*/ 432594 w 467201"/>
                <a:gd name="csY3" fmla="*/ 467205 h 467201"/>
                <a:gd name="csX4" fmla="*/ 34607 w 467201"/>
                <a:gd name="csY4" fmla="*/ 467205 h 467201"/>
                <a:gd name="csX5" fmla="*/ 0 w 467201"/>
                <a:gd name="csY5" fmla="*/ 467205 h 467201"/>
                <a:gd name="csX6" fmla="*/ 0 w 467201"/>
                <a:gd name="csY6" fmla="*/ 4 h 467201"/>
                <a:gd name="csX7" fmla="*/ 34607 w 467201"/>
                <a:gd name="csY7" fmla="*/ 4 h 4672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67201" h="467201">
                  <a:moveTo>
                    <a:pt x="432594" y="4"/>
                  </a:moveTo>
                  <a:cubicBezTo>
                    <a:pt x="451707" y="4"/>
                    <a:pt x="467201" y="4"/>
                    <a:pt x="467201" y="4"/>
                  </a:cubicBezTo>
                  <a:lnTo>
                    <a:pt x="467201" y="467205"/>
                  </a:lnTo>
                  <a:cubicBezTo>
                    <a:pt x="467201" y="467205"/>
                    <a:pt x="451707" y="467205"/>
                    <a:pt x="432594" y="467205"/>
                  </a:cubicBezTo>
                  <a:lnTo>
                    <a:pt x="34607" y="467205"/>
                  </a:lnTo>
                  <a:cubicBezTo>
                    <a:pt x="15494" y="467205"/>
                    <a:pt x="0" y="467205"/>
                    <a:pt x="0" y="467205"/>
                  </a:cubicBezTo>
                  <a:lnTo>
                    <a:pt x="0" y="4"/>
                  </a:lnTo>
                  <a:cubicBezTo>
                    <a:pt x="0" y="4"/>
                    <a:pt x="15494" y="4"/>
                    <a:pt x="34607" y="4"/>
                  </a:cubicBezTo>
                  <a:close/>
                </a:path>
              </a:pathLst>
            </a:custGeom>
            <a:solidFill>
              <a:srgbClr val="F2F2F2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60DDE73D-E9D7-859E-344A-33082BB1CC82}"/>
                </a:ext>
              </a:extLst>
            </p:cNvPr>
            <p:cNvSpPr/>
            <p:nvPr/>
          </p:nvSpPr>
          <p:spPr>
            <a:xfrm>
              <a:off x="127000" y="2961032"/>
              <a:ext cx="470852" cy="464317"/>
            </a:xfrm>
            <a:custGeom>
              <a:avLst/>
              <a:gdLst>
                <a:gd name="csX0" fmla="*/ 19611 w 470852"/>
                <a:gd name="csY0" fmla="*/ 9810 h 464317"/>
                <a:gd name="csX1" fmla="*/ 9805 w 470852"/>
                <a:gd name="csY1" fmla="*/ 19615 h 464317"/>
                <a:gd name="csX2" fmla="*/ 9805 w 470852"/>
                <a:gd name="csY2" fmla="*/ 444711 h 464317"/>
                <a:gd name="csX3" fmla="*/ 19611 w 470852"/>
                <a:gd name="csY3" fmla="*/ 454516 h 464317"/>
                <a:gd name="csX4" fmla="*/ 451241 w 470852"/>
                <a:gd name="csY4" fmla="*/ 454516 h 464317"/>
                <a:gd name="csX5" fmla="*/ 461047 w 470852"/>
                <a:gd name="csY5" fmla="*/ 444711 h 464317"/>
                <a:gd name="csX6" fmla="*/ 461047 w 470852"/>
                <a:gd name="csY6" fmla="*/ 19615 h 464317"/>
                <a:gd name="csX7" fmla="*/ 451241 w 470852"/>
                <a:gd name="csY7" fmla="*/ 9810 h 464317"/>
                <a:gd name="csX8" fmla="*/ 19611 w 470852"/>
                <a:gd name="csY8" fmla="*/ 9810 h 464317"/>
                <a:gd name="csX9" fmla="*/ 19611 w 470852"/>
                <a:gd name="csY9" fmla="*/ 4 h 464317"/>
                <a:gd name="csX10" fmla="*/ 451241 w 470852"/>
                <a:gd name="csY10" fmla="*/ 4 h 464317"/>
                <a:gd name="csX11" fmla="*/ 470852 w 470852"/>
                <a:gd name="csY11" fmla="*/ 19615 h 464317"/>
                <a:gd name="csX12" fmla="*/ 470852 w 470852"/>
                <a:gd name="csY12" fmla="*/ 444711 h 464317"/>
                <a:gd name="csX13" fmla="*/ 451241 w 470852"/>
                <a:gd name="csY13" fmla="*/ 464322 h 464317"/>
                <a:gd name="csX14" fmla="*/ 19611 w 470852"/>
                <a:gd name="csY14" fmla="*/ 464322 h 464317"/>
                <a:gd name="csX15" fmla="*/ 0 w 470852"/>
                <a:gd name="csY15" fmla="*/ 444711 h 464317"/>
                <a:gd name="csX16" fmla="*/ 0 w 470852"/>
                <a:gd name="csY16" fmla="*/ 19615 h 464317"/>
                <a:gd name="csX17" fmla="*/ 19611 w 470852"/>
                <a:gd name="csY17" fmla="*/ 4 h 4643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70852" h="464317">
                  <a:moveTo>
                    <a:pt x="19611" y="9810"/>
                  </a:moveTo>
                  <a:cubicBezTo>
                    <a:pt x="14196" y="9810"/>
                    <a:pt x="9805" y="14200"/>
                    <a:pt x="9805" y="19615"/>
                  </a:cubicBezTo>
                  <a:lnTo>
                    <a:pt x="9805" y="444711"/>
                  </a:lnTo>
                  <a:cubicBezTo>
                    <a:pt x="9805" y="450126"/>
                    <a:pt x="14196" y="454516"/>
                    <a:pt x="19611" y="454516"/>
                  </a:cubicBezTo>
                  <a:lnTo>
                    <a:pt x="451241" y="454516"/>
                  </a:lnTo>
                  <a:cubicBezTo>
                    <a:pt x="456657" y="454516"/>
                    <a:pt x="461047" y="450126"/>
                    <a:pt x="461047" y="444711"/>
                  </a:cubicBezTo>
                  <a:lnTo>
                    <a:pt x="461047" y="19615"/>
                  </a:lnTo>
                  <a:cubicBezTo>
                    <a:pt x="461047" y="14200"/>
                    <a:pt x="456657" y="9810"/>
                    <a:pt x="451241" y="9810"/>
                  </a:cubicBezTo>
                  <a:lnTo>
                    <a:pt x="19611" y="9810"/>
                  </a:lnTo>
                  <a:moveTo>
                    <a:pt x="19611" y="4"/>
                  </a:moveTo>
                  <a:lnTo>
                    <a:pt x="451241" y="4"/>
                  </a:lnTo>
                  <a:cubicBezTo>
                    <a:pt x="462072" y="4"/>
                    <a:pt x="470852" y="8785"/>
                    <a:pt x="470852" y="19615"/>
                  </a:cubicBezTo>
                  <a:lnTo>
                    <a:pt x="470852" y="444711"/>
                  </a:lnTo>
                  <a:cubicBezTo>
                    <a:pt x="470852" y="455542"/>
                    <a:pt x="462072" y="464322"/>
                    <a:pt x="451241" y="464322"/>
                  </a:cubicBezTo>
                  <a:lnTo>
                    <a:pt x="19611" y="464322"/>
                  </a:lnTo>
                  <a:cubicBezTo>
                    <a:pt x="8780" y="464322"/>
                    <a:pt x="0" y="455542"/>
                    <a:pt x="0" y="444711"/>
                  </a:cubicBezTo>
                  <a:lnTo>
                    <a:pt x="0" y="19615"/>
                  </a:lnTo>
                  <a:cubicBezTo>
                    <a:pt x="0" y="8785"/>
                    <a:pt x="8780" y="4"/>
                    <a:pt x="19611" y="4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14C9BE75-D4A7-0147-7F78-6FD0D9D06F4E}"/>
                </a:ext>
              </a:extLst>
            </p:cNvPr>
            <p:cNvSpPr/>
            <p:nvPr/>
          </p:nvSpPr>
          <p:spPr>
            <a:xfrm>
              <a:off x="205478" y="3039505"/>
              <a:ext cx="313901" cy="19610"/>
            </a:xfrm>
            <a:custGeom>
              <a:avLst/>
              <a:gdLst>
                <a:gd name="csX0" fmla="*/ 9819 w 313901"/>
                <a:gd name="csY0" fmla="*/ 18 h 19610"/>
                <a:gd name="csX1" fmla="*/ 304110 w 313901"/>
                <a:gd name="csY1" fmla="*/ 18 h 19610"/>
                <a:gd name="csX2" fmla="*/ 313915 w 313901"/>
                <a:gd name="csY2" fmla="*/ 9824 h 19610"/>
                <a:gd name="csX3" fmla="*/ 304110 w 313901"/>
                <a:gd name="csY3" fmla="*/ 19629 h 19610"/>
                <a:gd name="csX4" fmla="*/ 9819 w 313901"/>
                <a:gd name="csY4" fmla="*/ 19629 h 19610"/>
                <a:gd name="csX5" fmla="*/ 14 w 313901"/>
                <a:gd name="csY5" fmla="*/ 9824 h 19610"/>
                <a:gd name="csX6" fmla="*/ 9819 w 313901"/>
                <a:gd name="csY6" fmla="*/ 18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819" y="18"/>
                  </a:moveTo>
                  <a:lnTo>
                    <a:pt x="304110" y="18"/>
                  </a:lnTo>
                  <a:cubicBezTo>
                    <a:pt x="309525" y="18"/>
                    <a:pt x="313915" y="4408"/>
                    <a:pt x="313915" y="9824"/>
                  </a:cubicBezTo>
                  <a:cubicBezTo>
                    <a:pt x="313915" y="15239"/>
                    <a:pt x="309525" y="19629"/>
                    <a:pt x="304110" y="19629"/>
                  </a:cubicBezTo>
                  <a:lnTo>
                    <a:pt x="9819" y="19629"/>
                  </a:lnTo>
                  <a:cubicBezTo>
                    <a:pt x="4404" y="19629"/>
                    <a:pt x="14" y="15239"/>
                    <a:pt x="14" y="9824"/>
                  </a:cubicBezTo>
                  <a:cubicBezTo>
                    <a:pt x="14" y="4408"/>
                    <a:pt x="4404" y="18"/>
                    <a:pt x="9819" y="18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77A0F702-9222-E8F1-3116-73A1DEC2B576}"/>
                </a:ext>
              </a:extLst>
            </p:cNvPr>
            <p:cNvSpPr/>
            <p:nvPr/>
          </p:nvSpPr>
          <p:spPr>
            <a:xfrm>
              <a:off x="205478" y="3111442"/>
              <a:ext cx="313901" cy="19610"/>
            </a:xfrm>
            <a:custGeom>
              <a:avLst/>
              <a:gdLst>
                <a:gd name="csX0" fmla="*/ 9819 w 313901"/>
                <a:gd name="csY0" fmla="*/ 31 h 19610"/>
                <a:gd name="csX1" fmla="*/ 304110 w 313901"/>
                <a:gd name="csY1" fmla="*/ 31 h 19610"/>
                <a:gd name="csX2" fmla="*/ 313915 w 313901"/>
                <a:gd name="csY2" fmla="*/ 9836 h 19610"/>
                <a:gd name="csX3" fmla="*/ 304110 w 313901"/>
                <a:gd name="csY3" fmla="*/ 19641 h 19610"/>
                <a:gd name="csX4" fmla="*/ 9819 w 313901"/>
                <a:gd name="csY4" fmla="*/ 19641 h 19610"/>
                <a:gd name="csX5" fmla="*/ 14 w 313901"/>
                <a:gd name="csY5" fmla="*/ 9836 h 19610"/>
                <a:gd name="csX6" fmla="*/ 9819 w 313901"/>
                <a:gd name="csY6" fmla="*/ 31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819" y="31"/>
                  </a:moveTo>
                  <a:lnTo>
                    <a:pt x="304110" y="31"/>
                  </a:lnTo>
                  <a:cubicBezTo>
                    <a:pt x="309525" y="31"/>
                    <a:pt x="313915" y="4421"/>
                    <a:pt x="313915" y="9836"/>
                  </a:cubicBezTo>
                  <a:cubicBezTo>
                    <a:pt x="313915" y="15251"/>
                    <a:pt x="309525" y="19641"/>
                    <a:pt x="304110" y="19641"/>
                  </a:cubicBezTo>
                  <a:lnTo>
                    <a:pt x="9819" y="19641"/>
                  </a:lnTo>
                  <a:cubicBezTo>
                    <a:pt x="4404" y="19641"/>
                    <a:pt x="14" y="15251"/>
                    <a:pt x="14" y="9836"/>
                  </a:cubicBezTo>
                  <a:cubicBezTo>
                    <a:pt x="14" y="4421"/>
                    <a:pt x="4404" y="31"/>
                    <a:pt x="9819" y="31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ECA3733-FB62-9E4A-2699-9CAAA7B2B890}"/>
                </a:ext>
              </a:extLst>
            </p:cNvPr>
            <p:cNvSpPr/>
            <p:nvPr/>
          </p:nvSpPr>
          <p:spPr>
            <a:xfrm>
              <a:off x="205478" y="3183379"/>
              <a:ext cx="313901" cy="19610"/>
            </a:xfrm>
            <a:custGeom>
              <a:avLst/>
              <a:gdLst>
                <a:gd name="csX0" fmla="*/ 9819 w 313901"/>
                <a:gd name="csY0" fmla="*/ 43 h 19610"/>
                <a:gd name="csX1" fmla="*/ 304110 w 313901"/>
                <a:gd name="csY1" fmla="*/ 43 h 19610"/>
                <a:gd name="csX2" fmla="*/ 313915 w 313901"/>
                <a:gd name="csY2" fmla="*/ 9848 h 19610"/>
                <a:gd name="csX3" fmla="*/ 304110 w 313901"/>
                <a:gd name="csY3" fmla="*/ 19654 h 19610"/>
                <a:gd name="csX4" fmla="*/ 9819 w 313901"/>
                <a:gd name="csY4" fmla="*/ 19654 h 19610"/>
                <a:gd name="csX5" fmla="*/ 14 w 313901"/>
                <a:gd name="csY5" fmla="*/ 9848 h 19610"/>
                <a:gd name="csX6" fmla="*/ 9819 w 313901"/>
                <a:gd name="csY6" fmla="*/ 43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819" y="43"/>
                  </a:moveTo>
                  <a:lnTo>
                    <a:pt x="304110" y="43"/>
                  </a:lnTo>
                  <a:cubicBezTo>
                    <a:pt x="309525" y="43"/>
                    <a:pt x="313915" y="4433"/>
                    <a:pt x="313915" y="9848"/>
                  </a:cubicBezTo>
                  <a:cubicBezTo>
                    <a:pt x="313915" y="15264"/>
                    <a:pt x="309525" y="19654"/>
                    <a:pt x="304110" y="19654"/>
                  </a:cubicBezTo>
                  <a:lnTo>
                    <a:pt x="9819" y="19654"/>
                  </a:lnTo>
                  <a:cubicBezTo>
                    <a:pt x="4404" y="19654"/>
                    <a:pt x="14" y="15264"/>
                    <a:pt x="14" y="9848"/>
                  </a:cubicBezTo>
                  <a:cubicBezTo>
                    <a:pt x="14" y="4433"/>
                    <a:pt x="4404" y="43"/>
                    <a:pt x="9819" y="43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239B3A93-E458-6CE2-19D6-21AE7B1FA65C}"/>
                </a:ext>
              </a:extLst>
            </p:cNvPr>
            <p:cNvSpPr/>
            <p:nvPr/>
          </p:nvSpPr>
          <p:spPr>
            <a:xfrm>
              <a:off x="205478" y="3255317"/>
              <a:ext cx="313901" cy="19610"/>
            </a:xfrm>
            <a:custGeom>
              <a:avLst/>
              <a:gdLst>
                <a:gd name="csX0" fmla="*/ 9819 w 313901"/>
                <a:gd name="csY0" fmla="*/ 56 h 19610"/>
                <a:gd name="csX1" fmla="*/ 304110 w 313901"/>
                <a:gd name="csY1" fmla="*/ 56 h 19610"/>
                <a:gd name="csX2" fmla="*/ 313915 w 313901"/>
                <a:gd name="csY2" fmla="*/ 9861 h 19610"/>
                <a:gd name="csX3" fmla="*/ 304110 w 313901"/>
                <a:gd name="csY3" fmla="*/ 19666 h 19610"/>
                <a:gd name="csX4" fmla="*/ 9819 w 313901"/>
                <a:gd name="csY4" fmla="*/ 19666 h 19610"/>
                <a:gd name="csX5" fmla="*/ 14 w 313901"/>
                <a:gd name="csY5" fmla="*/ 9861 h 19610"/>
                <a:gd name="csX6" fmla="*/ 9819 w 313901"/>
                <a:gd name="csY6" fmla="*/ 56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819" y="56"/>
                  </a:moveTo>
                  <a:lnTo>
                    <a:pt x="304110" y="56"/>
                  </a:lnTo>
                  <a:cubicBezTo>
                    <a:pt x="309525" y="56"/>
                    <a:pt x="313915" y="4446"/>
                    <a:pt x="313915" y="9861"/>
                  </a:cubicBezTo>
                  <a:cubicBezTo>
                    <a:pt x="313915" y="15276"/>
                    <a:pt x="309525" y="19666"/>
                    <a:pt x="304110" y="19666"/>
                  </a:cubicBezTo>
                  <a:lnTo>
                    <a:pt x="9819" y="19666"/>
                  </a:lnTo>
                  <a:cubicBezTo>
                    <a:pt x="4404" y="19666"/>
                    <a:pt x="14" y="15276"/>
                    <a:pt x="14" y="9861"/>
                  </a:cubicBezTo>
                  <a:cubicBezTo>
                    <a:pt x="14" y="4446"/>
                    <a:pt x="4404" y="56"/>
                    <a:pt x="9819" y="56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F76DFD50-563E-6C24-5938-D4A921E35516}"/>
                </a:ext>
              </a:extLst>
            </p:cNvPr>
            <p:cNvSpPr/>
            <p:nvPr/>
          </p:nvSpPr>
          <p:spPr>
            <a:xfrm>
              <a:off x="205478" y="3327254"/>
              <a:ext cx="313901" cy="19610"/>
            </a:xfrm>
            <a:custGeom>
              <a:avLst/>
              <a:gdLst>
                <a:gd name="csX0" fmla="*/ 9819 w 313901"/>
                <a:gd name="csY0" fmla="*/ 68 h 19610"/>
                <a:gd name="csX1" fmla="*/ 304110 w 313901"/>
                <a:gd name="csY1" fmla="*/ 68 h 19610"/>
                <a:gd name="csX2" fmla="*/ 313915 w 313901"/>
                <a:gd name="csY2" fmla="*/ 9873 h 19610"/>
                <a:gd name="csX3" fmla="*/ 304110 w 313901"/>
                <a:gd name="csY3" fmla="*/ 19679 h 19610"/>
                <a:gd name="csX4" fmla="*/ 9819 w 313901"/>
                <a:gd name="csY4" fmla="*/ 19679 h 19610"/>
                <a:gd name="csX5" fmla="*/ 14 w 313901"/>
                <a:gd name="csY5" fmla="*/ 9873 h 19610"/>
                <a:gd name="csX6" fmla="*/ 9819 w 313901"/>
                <a:gd name="csY6" fmla="*/ 68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819" y="68"/>
                  </a:moveTo>
                  <a:lnTo>
                    <a:pt x="304110" y="68"/>
                  </a:lnTo>
                  <a:cubicBezTo>
                    <a:pt x="309525" y="68"/>
                    <a:pt x="313915" y="4458"/>
                    <a:pt x="313915" y="9873"/>
                  </a:cubicBezTo>
                  <a:cubicBezTo>
                    <a:pt x="313915" y="15289"/>
                    <a:pt x="309525" y="19679"/>
                    <a:pt x="304110" y="19679"/>
                  </a:cubicBezTo>
                  <a:lnTo>
                    <a:pt x="9819" y="19679"/>
                  </a:lnTo>
                  <a:cubicBezTo>
                    <a:pt x="4404" y="19679"/>
                    <a:pt x="14" y="15289"/>
                    <a:pt x="14" y="9873"/>
                  </a:cubicBezTo>
                  <a:cubicBezTo>
                    <a:pt x="14" y="4458"/>
                    <a:pt x="4404" y="68"/>
                    <a:pt x="9819" y="68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C5CBAB5-D1A5-EBB7-A58D-0B749956DEAD}"/>
              </a:ext>
            </a:extLst>
          </p:cNvPr>
          <p:cNvSpPr/>
          <p:nvPr/>
        </p:nvSpPr>
        <p:spPr>
          <a:xfrm>
            <a:off x="6096000" y="1422400"/>
            <a:ext cx="5740399" cy="5385555"/>
          </a:xfrm>
          <a:prstGeom prst="roundRect">
            <a:avLst>
              <a:gd name="adj" fmla="val 393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sz="14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7C94EB-97FC-987D-3F9F-443625AB8B42}"/>
              </a:ext>
            </a:extLst>
          </p:cNvPr>
          <p:cNvSpPr txBox="1"/>
          <p:nvPr/>
        </p:nvSpPr>
        <p:spPr>
          <a:xfrm>
            <a:off x="7435874" y="1556263"/>
            <a:ext cx="2793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paradox of two zero’s</a:t>
            </a:r>
            <a:endParaRPr lang="el-GR" b="1" dirty="0"/>
          </a:p>
        </p:txBody>
      </p:sp>
      <p:graphicFrame>
        <p:nvGraphicFramePr>
          <p:cNvPr id="79" name="Table 78">
            <a:extLst>
              <a:ext uri="{FF2B5EF4-FFF2-40B4-BE49-F238E27FC236}">
                <a16:creationId xmlns:a16="http://schemas.microsoft.com/office/drawing/2014/main" id="{EB856E50-4D25-6BF2-0EC7-8E0523004A77}"/>
              </a:ext>
            </a:extLst>
          </p:cNvPr>
          <p:cNvGraphicFramePr>
            <a:graphicFrameLocks noGrp="1"/>
          </p:cNvGraphicFramePr>
          <p:nvPr/>
        </p:nvGraphicFramePr>
        <p:xfrm>
          <a:off x="6343259" y="2001511"/>
          <a:ext cx="2198872" cy="222504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198872">
                  <a:extLst>
                    <a:ext uri="{9D8B030D-6E8A-4147-A177-3AD203B41FA5}">
                      <a16:colId xmlns:a16="http://schemas.microsoft.com/office/drawing/2014/main" val="3147164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Open_acc_6m</a:t>
                      </a:r>
                      <a:endParaRPr lang="el-G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772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543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052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387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NaN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765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855439"/>
                  </a:ext>
                </a:extLst>
              </a:tr>
            </a:tbl>
          </a:graphicData>
        </a:graphic>
      </p:graphicFrame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BA813D71-41A8-D7E5-D18D-DD61C6A4ED7F}"/>
              </a:ext>
            </a:extLst>
          </p:cNvPr>
          <p:cNvCxnSpPr/>
          <p:nvPr/>
        </p:nvCxnSpPr>
        <p:spPr>
          <a:xfrm>
            <a:off x="8680450" y="3114031"/>
            <a:ext cx="5524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aphicFrame>
        <p:nvGraphicFramePr>
          <p:cNvPr id="84" name="Table 83">
            <a:extLst>
              <a:ext uri="{FF2B5EF4-FFF2-40B4-BE49-F238E27FC236}">
                <a16:creationId xmlns:a16="http://schemas.microsoft.com/office/drawing/2014/main" id="{6CC9A28A-4372-5A64-0172-25830F929E08}"/>
              </a:ext>
            </a:extLst>
          </p:cNvPr>
          <p:cNvGraphicFramePr>
            <a:graphicFrameLocks noGrp="1"/>
          </p:cNvGraphicFramePr>
          <p:nvPr/>
        </p:nvGraphicFramePr>
        <p:xfrm>
          <a:off x="9406929" y="2006591"/>
          <a:ext cx="2198872" cy="2213601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198872">
                  <a:extLst>
                    <a:ext uri="{9D8B030D-6E8A-4147-A177-3AD203B41FA5}">
                      <a16:colId xmlns:a16="http://schemas.microsoft.com/office/drawing/2014/main" val="314716406"/>
                    </a:ext>
                  </a:extLst>
                </a:gridCol>
              </a:tblGrid>
              <a:tr h="359401">
                <a:tc>
                  <a:txBody>
                    <a:bodyPr/>
                    <a:lstStyle/>
                    <a:p>
                      <a:r>
                        <a:rPr lang="en-US" sz="1400" dirty="0"/>
                        <a:t>Open_acc_6m</a:t>
                      </a:r>
                      <a:endParaRPr lang="el-G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772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543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052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387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765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855439"/>
                  </a:ext>
                </a:extLst>
              </a:tr>
            </a:tbl>
          </a:graphicData>
        </a:graphic>
      </p:graphicFrame>
      <p:graphicFrame>
        <p:nvGraphicFramePr>
          <p:cNvPr id="85" name="Table 84">
            <a:extLst>
              <a:ext uri="{FF2B5EF4-FFF2-40B4-BE49-F238E27FC236}">
                <a16:creationId xmlns:a16="http://schemas.microsoft.com/office/drawing/2014/main" id="{DE2F9058-AFCB-0A6E-53EF-E478FD988518}"/>
              </a:ext>
            </a:extLst>
          </p:cNvPr>
          <p:cNvGraphicFramePr>
            <a:graphicFrameLocks noGrp="1"/>
          </p:cNvGraphicFramePr>
          <p:nvPr/>
        </p:nvGraphicFramePr>
        <p:xfrm>
          <a:off x="6363583" y="4380303"/>
          <a:ext cx="2198872" cy="222504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198872">
                  <a:extLst>
                    <a:ext uri="{9D8B030D-6E8A-4147-A177-3AD203B41FA5}">
                      <a16:colId xmlns:a16="http://schemas.microsoft.com/office/drawing/2014/main" val="3147164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mths_since_last_delinq</a:t>
                      </a:r>
                      <a:endParaRPr lang="el-G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772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543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  <a:endParaRPr lang="el-G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052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387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NaN</a:t>
                      </a:r>
                      <a:endParaRPr lang="el-G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765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855439"/>
                  </a:ext>
                </a:extLst>
              </a:tr>
            </a:tbl>
          </a:graphicData>
        </a:graphic>
      </p:graphicFrame>
      <p:graphicFrame>
        <p:nvGraphicFramePr>
          <p:cNvPr id="86" name="Table 85">
            <a:extLst>
              <a:ext uri="{FF2B5EF4-FFF2-40B4-BE49-F238E27FC236}">
                <a16:creationId xmlns:a16="http://schemas.microsoft.com/office/drawing/2014/main" id="{9266CF5F-91D0-A625-F1DD-0F8C2DD2A4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358143"/>
              </p:ext>
            </p:extLst>
          </p:nvPr>
        </p:nvGraphicFramePr>
        <p:xfrm>
          <a:off x="9415396" y="4380303"/>
          <a:ext cx="2198872" cy="222504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198872">
                  <a:extLst>
                    <a:ext uri="{9D8B030D-6E8A-4147-A177-3AD203B41FA5}">
                      <a16:colId xmlns:a16="http://schemas.microsoft.com/office/drawing/2014/main" val="3147164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mths_since_last_delinq</a:t>
                      </a:r>
                      <a:endParaRPr lang="el-G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772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543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052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387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999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765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855439"/>
                  </a:ext>
                </a:extLst>
              </a:tr>
            </a:tbl>
          </a:graphicData>
        </a:graphic>
      </p:graphicFrame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60D772E9-8641-707F-0E7F-019955B90453}"/>
              </a:ext>
            </a:extLst>
          </p:cNvPr>
          <p:cNvCxnSpPr/>
          <p:nvPr/>
        </p:nvCxnSpPr>
        <p:spPr>
          <a:xfrm>
            <a:off x="8686800" y="5514331"/>
            <a:ext cx="5524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0D93C7C-2337-4F8A-6B04-9B5E407537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8733392"/>
              </p:ext>
            </p:extLst>
          </p:nvPr>
        </p:nvGraphicFramePr>
        <p:xfrm>
          <a:off x="12722066" y="4387796"/>
          <a:ext cx="2301198" cy="2217545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174962">
                  <a:extLst>
                    <a:ext uri="{9D8B030D-6E8A-4147-A177-3AD203B41FA5}">
                      <a16:colId xmlns:a16="http://schemas.microsoft.com/office/drawing/2014/main" val="174905062"/>
                    </a:ext>
                  </a:extLst>
                </a:gridCol>
                <a:gridCol w="1126236">
                  <a:extLst>
                    <a:ext uri="{9D8B030D-6E8A-4147-A177-3AD203B41FA5}">
                      <a16:colId xmlns:a16="http://schemas.microsoft.com/office/drawing/2014/main" val="3989096877"/>
                    </a:ext>
                  </a:extLst>
                </a:gridCol>
              </a:tblGrid>
              <a:tr h="331995">
                <a:tc>
                  <a:txBody>
                    <a:bodyPr/>
                    <a:lstStyle/>
                    <a:p>
                      <a:r>
                        <a:rPr lang="en-US" sz="1400" dirty="0" err="1"/>
                        <a:t>mths_since</a:t>
                      </a:r>
                      <a:endParaRPr lang="el-G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was_NaN</a:t>
                      </a:r>
                      <a:endParaRPr lang="el-G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364784"/>
                  </a:ext>
                </a:extLst>
              </a:tr>
              <a:tr h="37711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7386730"/>
                  </a:ext>
                </a:extLst>
              </a:tr>
              <a:tr h="377110"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  <a:endParaRPr lang="el-G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  <a:endParaRPr lang="el-G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190415"/>
                  </a:ext>
                </a:extLst>
              </a:tr>
              <a:tr h="37711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4641444"/>
                  </a:ext>
                </a:extLst>
              </a:tr>
              <a:tr h="377110"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  <a:endParaRPr lang="el-G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  <a:endParaRPr lang="el-G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283666"/>
                  </a:ext>
                </a:extLst>
              </a:tr>
              <a:tr h="37711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163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2005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2AC5C-8E53-9D64-8BDE-6FBFBAA6C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4E6A4F-2784-2E21-5938-E593E4F62D02}"/>
              </a:ext>
            </a:extLst>
          </p:cNvPr>
          <p:cNvSpPr txBox="1"/>
          <p:nvPr/>
        </p:nvSpPr>
        <p:spPr>
          <a:xfrm>
            <a:off x="278495" y="199029"/>
            <a:ext cx="11809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Future selection </a:t>
            </a:r>
            <a:endParaRPr lang="el-GR" sz="3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CDBC0E-DA14-744D-904A-08D462D7385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61588" y="665046"/>
            <a:ext cx="6357879" cy="31500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A2C8BC-C63A-A076-0F9C-E349BA982A1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87591" y="659032"/>
            <a:ext cx="6305873" cy="3156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18871D-D8FC-A877-BF41-E0D77C9B0A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60874" y="3338936"/>
            <a:ext cx="5723451" cy="341439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5EAC6FE-B8F3-2AB4-F039-221BE6A1DFD4}"/>
              </a:ext>
            </a:extLst>
          </p:cNvPr>
          <p:cNvSpPr/>
          <p:nvPr/>
        </p:nvSpPr>
        <p:spPr>
          <a:xfrm>
            <a:off x="-694267" y="-364067"/>
            <a:ext cx="13910734" cy="7992534"/>
          </a:xfrm>
          <a:prstGeom prst="rect">
            <a:avLst/>
          </a:prstGeom>
          <a:solidFill>
            <a:schemeClr val="tx1">
              <a:lumMod val="95000"/>
              <a:lumOff val="5000"/>
              <a:alpha val="7607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pic>
        <p:nvPicPr>
          <p:cNvPr id="13" name="Picture 10">
            <a:extLst>
              <a:ext uri="{FF2B5EF4-FFF2-40B4-BE49-F238E27FC236}">
                <a16:creationId xmlns:a16="http://schemas.microsoft.com/office/drawing/2014/main" id="{CB016C45-0249-E319-D060-DBF8DA7774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3053" y="868747"/>
            <a:ext cx="3421016" cy="4968101"/>
          </a:xfrm>
          <a:prstGeom prst="rect">
            <a:avLst/>
          </a:prstGeom>
        </p:spPr>
      </p:pic>
      <p:pic>
        <p:nvPicPr>
          <p:cNvPr id="14" name="Εικόνα 13">
            <a:extLst>
              <a:ext uri="{FF2B5EF4-FFF2-40B4-BE49-F238E27FC236}">
                <a16:creationId xmlns:a16="http://schemas.microsoft.com/office/drawing/2014/main" id="{98487328-B741-DF38-E04D-65DF107586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7340" y="868747"/>
            <a:ext cx="3775478" cy="497158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02D0BEB-EE22-55F8-89FB-D2497FD867A9}"/>
              </a:ext>
            </a:extLst>
          </p:cNvPr>
          <p:cNvSpPr/>
          <p:nvPr/>
        </p:nvSpPr>
        <p:spPr>
          <a:xfrm>
            <a:off x="-1" y="0"/>
            <a:ext cx="12192001" cy="6934201"/>
          </a:xfrm>
          <a:prstGeom prst="rect">
            <a:avLst/>
          </a:prstGeom>
          <a:solidFill>
            <a:srgbClr val="000000">
              <a:alpha val="7607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Feature selection identified a stable core of important predictors</a:t>
            </a:r>
          </a:p>
          <a:p>
            <a:pPr algn="ctr"/>
            <a:r>
              <a:rPr lang="en-US" sz="2000" dirty="0"/>
              <a:t>some differences reflected preprocessing choices and model-specific selection behavior.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DF5A14-E4BE-AE55-FB34-B17D6A11A52A}"/>
              </a:ext>
            </a:extLst>
          </p:cNvPr>
          <p:cNvSpPr/>
          <p:nvPr/>
        </p:nvSpPr>
        <p:spPr>
          <a:xfrm>
            <a:off x="-541867" y="-211667"/>
            <a:ext cx="13910734" cy="7992534"/>
          </a:xfrm>
          <a:prstGeom prst="rect">
            <a:avLst/>
          </a:prstGeom>
          <a:solidFill>
            <a:srgbClr val="000000">
              <a:alpha val="7607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8C3E6CB-5850-8A5C-DCDF-8D038CB117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8800" y="440267"/>
            <a:ext cx="5994400" cy="59944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3A280D2-5FCE-0AA0-84B2-7F2A56B5D65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3836" y="447935"/>
            <a:ext cx="5962130" cy="5962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5007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A8C32-0990-4094-34F2-9732B893D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D6D42C-D759-5A69-E9B3-43A7D7172CE4}"/>
              </a:ext>
            </a:extLst>
          </p:cNvPr>
          <p:cNvSpPr txBox="1"/>
          <p:nvPr/>
        </p:nvSpPr>
        <p:spPr>
          <a:xfrm>
            <a:off x="278495" y="199029"/>
            <a:ext cx="11809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Future selection </a:t>
            </a:r>
            <a:endParaRPr lang="el-GR" sz="3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B7DDDE-79E3-3BA9-145D-1B656135218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588" y="665046"/>
            <a:ext cx="6357879" cy="31500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A26489-1962-B54C-257B-E352BC6CA3A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12992" y="639702"/>
            <a:ext cx="6305873" cy="3156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50257E-DB37-DA10-E876-ABA2380B69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55" y="3338936"/>
            <a:ext cx="5723890" cy="341439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920B6FE-4335-5322-B074-2818B878C298}"/>
              </a:ext>
            </a:extLst>
          </p:cNvPr>
          <p:cNvSpPr/>
          <p:nvPr/>
        </p:nvSpPr>
        <p:spPr>
          <a:xfrm>
            <a:off x="-694267" y="-364067"/>
            <a:ext cx="13910734" cy="7992534"/>
          </a:xfrm>
          <a:prstGeom prst="rect">
            <a:avLst/>
          </a:prstGeom>
          <a:solidFill>
            <a:srgbClr val="000000">
              <a:alpha val="7607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7B74320-4092-1FA9-840D-9A3444AF5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3053" y="868747"/>
            <a:ext cx="3421016" cy="4968101"/>
          </a:xfrm>
          <a:prstGeom prst="rect">
            <a:avLst/>
          </a:prstGeom>
        </p:spPr>
      </p:pic>
      <p:pic>
        <p:nvPicPr>
          <p:cNvPr id="6" name="Εικόνα 5">
            <a:extLst>
              <a:ext uri="{FF2B5EF4-FFF2-40B4-BE49-F238E27FC236}">
                <a16:creationId xmlns:a16="http://schemas.microsoft.com/office/drawing/2014/main" id="{2B3289A9-BDC3-952E-A00E-1B6A2EA4D8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7340" y="868747"/>
            <a:ext cx="3775478" cy="497158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9DC6C69-37B1-36F4-A5D8-6A72F0CBB2AC}"/>
              </a:ext>
            </a:extLst>
          </p:cNvPr>
          <p:cNvSpPr/>
          <p:nvPr/>
        </p:nvSpPr>
        <p:spPr>
          <a:xfrm>
            <a:off x="-1" y="0"/>
            <a:ext cx="12192001" cy="6934201"/>
          </a:xfrm>
          <a:prstGeom prst="rect">
            <a:avLst/>
          </a:prstGeom>
          <a:solidFill>
            <a:srgbClr val="000000">
              <a:alpha val="7607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Feature selection identified a stable core of important predictors</a:t>
            </a:r>
          </a:p>
          <a:p>
            <a:pPr algn="ctr"/>
            <a:r>
              <a:rPr lang="en-US" sz="2000" dirty="0"/>
              <a:t>some differences reflected preprocessing choices and model-specific selection behavior.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FA6B64-1F21-4AF5-98A0-1455F84EEFD1}"/>
              </a:ext>
            </a:extLst>
          </p:cNvPr>
          <p:cNvSpPr/>
          <p:nvPr/>
        </p:nvSpPr>
        <p:spPr>
          <a:xfrm>
            <a:off x="-541867" y="-211667"/>
            <a:ext cx="13910734" cy="7992534"/>
          </a:xfrm>
          <a:prstGeom prst="rect">
            <a:avLst/>
          </a:prstGeom>
          <a:solidFill>
            <a:srgbClr val="000000">
              <a:alpha val="7607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6B4AE33-F7EC-A475-B1F1-5D69B225597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48" y="845360"/>
            <a:ext cx="5580840" cy="5580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DF46C0-B4DC-85FF-6163-134ECF1040A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759" y="829223"/>
            <a:ext cx="5580841" cy="5580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708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E287B-6A62-D37E-29C3-493FBE09E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300397E-568F-3FC2-B2F0-D92EEE890877}"/>
              </a:ext>
            </a:extLst>
          </p:cNvPr>
          <p:cNvSpPr txBox="1"/>
          <p:nvPr/>
        </p:nvSpPr>
        <p:spPr>
          <a:xfrm>
            <a:off x="278495" y="199029"/>
            <a:ext cx="11809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Classification technique used and results</a:t>
            </a:r>
            <a:endParaRPr lang="el-GR" sz="3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1CA395-7E22-F267-61F0-FC075791F439}"/>
              </a:ext>
            </a:extLst>
          </p:cNvPr>
          <p:cNvSpPr txBox="1"/>
          <p:nvPr/>
        </p:nvSpPr>
        <p:spPr>
          <a:xfrm>
            <a:off x="278495" y="944096"/>
            <a:ext cx="118091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Bounded by our tree dataset we used 5 tree-based ML techniques identifying </a:t>
            </a:r>
            <a:r>
              <a:rPr lang="en-US" sz="2000" dirty="0" err="1"/>
              <a:t>LGBMClassifier</a:t>
            </a:r>
            <a:r>
              <a:rPr lang="en-US" sz="2000" dirty="0"/>
              <a:t> as best performing one. Important to note that due to the fact that we used only tree-based models we did not scale or normalize data as these models can handle extreme values naturally.</a:t>
            </a:r>
            <a:endParaRPr lang="el-GR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491233-40BF-3286-EB80-3156C4D8AD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8681" y="2231551"/>
            <a:ext cx="10434638" cy="1906547"/>
          </a:xfrm>
          <a:prstGeom prst="rect">
            <a:avLst/>
          </a:prstGeom>
        </p:spPr>
      </p:pic>
      <p:grpSp>
        <p:nvGrpSpPr>
          <p:cNvPr id="9" name="Group 8" hidden="1">
            <a:extLst>
              <a:ext uri="{FF2B5EF4-FFF2-40B4-BE49-F238E27FC236}">
                <a16:creationId xmlns:a16="http://schemas.microsoft.com/office/drawing/2014/main" id="{9BABE4D6-A3D6-219C-69E9-DF7A661E1E64}"/>
              </a:ext>
            </a:extLst>
          </p:cNvPr>
          <p:cNvGrpSpPr/>
          <p:nvPr/>
        </p:nvGrpSpPr>
        <p:grpSpPr>
          <a:xfrm>
            <a:off x="-988166" y="-25400"/>
            <a:ext cx="14418644" cy="8681987"/>
            <a:chOff x="-471209" y="-453699"/>
            <a:chExt cx="14418644" cy="868198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5751BB5-677A-250E-C2D1-7AFBED3FC519}"/>
                </a:ext>
              </a:extLst>
            </p:cNvPr>
            <p:cNvSpPr/>
            <p:nvPr/>
          </p:nvSpPr>
          <p:spPr>
            <a:xfrm>
              <a:off x="-471209" y="-453699"/>
              <a:ext cx="14418644" cy="868198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3F413A9-F082-4369-35DE-D1F3093DDE94}"/>
                </a:ext>
              </a:extLst>
            </p:cNvPr>
            <p:cNvSpPr txBox="1"/>
            <p:nvPr/>
          </p:nvSpPr>
          <p:spPr>
            <a:xfrm>
              <a:off x="746496" y="1777546"/>
              <a:ext cx="1180912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chemeClr val="bg1"/>
                  </a:solidFill>
                </a:rPr>
                <a:t>Custom Evaluation Metric</a:t>
              </a:r>
              <a:endParaRPr lang="el-GR" sz="3600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8F30040-3B9E-7199-C47E-5A48A27A23C4}"/>
                </a:ext>
              </a:extLst>
            </p:cNvPr>
            <p:cNvSpPr txBox="1"/>
            <p:nvPr/>
          </p:nvSpPr>
          <p:spPr>
            <a:xfrm>
              <a:off x="2275172" y="2423877"/>
              <a:ext cx="8751770" cy="24620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800" dirty="0"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The metric we create to simulate a banks profit works following the below algorithm:</a:t>
              </a:r>
              <a:endParaRPr lang="el-GR" sz="16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800" b="1" dirty="0"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Profit = TN (Loan * Rate) – FN (Loan * Recovery Ratio) – Opportunity Cost (Total Capital * Risk Free Rate)</a:t>
              </a:r>
              <a:endParaRPr lang="el-GR" sz="16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800" i="1" dirty="0"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Recovery rate – The amount of money a bank can get per 1$ of bad loan by selling it to debt collecting agencies.</a:t>
              </a:r>
              <a:endParaRPr lang="el-GR" sz="16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800" i="1" dirty="0">
                  <a:solidFill>
                    <a:schemeClr val="bg1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Risk free rate – The amount of interest the bank could earn if it had loaned the capital to a risk-free entity like the government instead of a borrower. </a:t>
              </a:r>
              <a:endParaRPr lang="el-GR" sz="16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13751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62ECBD4-B867-128E-98F8-03A01A6C0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27177"/>
            <a:ext cx="4179570" cy="967385"/>
          </a:xfrm>
        </p:spPr>
        <p:txBody>
          <a:bodyPr anchor="b">
            <a:normAutofit/>
          </a:bodyPr>
          <a:lstStyle/>
          <a:p>
            <a:r>
              <a:rPr lang="en-US" sz="5400" dirty="0"/>
              <a:t>Final Results</a:t>
            </a:r>
            <a:endParaRPr lang="en-CY" sz="5400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816BE7E-D54E-F72F-5D69-34A65F6F6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2541" y="227177"/>
            <a:ext cx="6894576" cy="1945285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confusion matrix shows that the model achieves a balanced trade-off between identifying defaults and avoiding unnecessary rejections. Since our objective places more weight on catching risky borrowers, the F-beta score confirms that the model performs well under a recall-oriented evaluation criterion</a:t>
            </a:r>
          </a:p>
        </p:txBody>
      </p:sp>
      <p:pic>
        <p:nvPicPr>
          <p:cNvPr id="11" name="Εικόνα 10">
            <a:extLst>
              <a:ext uri="{FF2B5EF4-FFF2-40B4-BE49-F238E27FC236}">
                <a16:creationId xmlns:a16="http://schemas.microsoft.com/office/drawing/2014/main" id="{248FD055-CF8D-CDCD-77B0-1836DC249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3641" y="2794293"/>
            <a:ext cx="7148818" cy="2946107"/>
          </a:xfrm>
          <a:prstGeom prst="rect">
            <a:avLst/>
          </a:prstGeom>
        </p:spPr>
      </p:pic>
      <p:pic>
        <p:nvPicPr>
          <p:cNvPr id="15" name="Εικόνα 14">
            <a:extLst>
              <a:ext uri="{FF2B5EF4-FFF2-40B4-BE49-F238E27FC236}">
                <a16:creationId xmlns:a16="http://schemas.microsoft.com/office/drawing/2014/main" id="{E6DBEB57-7C1F-E747-B78D-A1565587D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883" y="2404752"/>
            <a:ext cx="4524767" cy="384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2946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1489B1-15EE-0DE7-C928-AE31DCBFFB8A}"/>
              </a:ext>
            </a:extLst>
          </p:cNvPr>
          <p:cNvSpPr txBox="1"/>
          <p:nvPr/>
        </p:nvSpPr>
        <p:spPr>
          <a:xfrm>
            <a:off x="1136397" y="502021"/>
            <a:ext cx="4959603" cy="16429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 and comparison with other literature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C5ECC-EE2D-8622-C558-48E2559C90F5}"/>
              </a:ext>
            </a:extLst>
          </p:cNvPr>
          <p:cNvSpPr txBox="1"/>
          <p:nvPr/>
        </p:nvSpPr>
        <p:spPr>
          <a:xfrm>
            <a:off x="1136397" y="2418408"/>
            <a:ext cx="4959603" cy="35225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Our important features largely align with prior literature, with differences mostly coming from proxy selection and dataset-specific modeling choices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7E4EFC-413E-CF5D-F397-8787B409F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4428" y="489118"/>
            <a:ext cx="5097051" cy="546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9926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91B23-C4E3-DD2A-DB80-226A2B9A5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Εικόνα 6">
            <a:extLst>
              <a:ext uri="{FF2B5EF4-FFF2-40B4-BE49-F238E27FC236}">
                <a16:creationId xmlns:a16="http://schemas.microsoft.com/office/drawing/2014/main" id="{A6544051-9F2C-D72F-4E15-2BAD34062D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419" y="966589"/>
            <a:ext cx="5768582" cy="57685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84D9269-27A8-99AB-4B0B-C1BB0F5FDE67}"/>
              </a:ext>
            </a:extLst>
          </p:cNvPr>
          <p:cNvSpPr txBox="1"/>
          <p:nvPr/>
        </p:nvSpPr>
        <p:spPr>
          <a:xfrm>
            <a:off x="278495" y="199029"/>
            <a:ext cx="11809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Interpretation of results for experts in the field</a:t>
            </a:r>
            <a:endParaRPr lang="el-GR" sz="3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2C6B56-F966-06E4-7A7B-E85B7012D5BD}"/>
              </a:ext>
            </a:extLst>
          </p:cNvPr>
          <p:cNvSpPr txBox="1"/>
          <p:nvPr/>
        </p:nvSpPr>
        <p:spPr>
          <a:xfrm>
            <a:off x="278495" y="845360"/>
            <a:ext cx="8751770" cy="1552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The resulting model uses well known ratios and information that the financial industry commonly uses. </a:t>
            </a:r>
            <a:r>
              <a:rPr lang="en-US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Information </a:t>
            </a:r>
            <a:r>
              <a:rPr lang="en-US" sz="1800" dirty="0" err="1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dti</a:t>
            </a:r>
            <a:r>
              <a:rPr lang="en-US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, home ownership, verification status, annual income, delinquency or derogatory history are information all banks now require.</a:t>
            </a:r>
            <a:br>
              <a:rPr lang="en-US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Furthermore, out profitability metric shows that there is room for improvement and ML models do provide valuable addition to the existing bank measure. 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5CCF18-3CCB-931E-E27A-4FA143C8E344}"/>
              </a:ext>
            </a:extLst>
          </p:cNvPr>
          <p:cNvSpPr txBox="1"/>
          <p:nvPr/>
        </p:nvSpPr>
        <p:spPr>
          <a:xfrm>
            <a:off x="278495" y="2470595"/>
            <a:ext cx="11809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Limitations</a:t>
            </a:r>
            <a:endParaRPr lang="el-GR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B83BDC-2E03-357B-37DC-EE15E1D675A9}"/>
              </a:ext>
            </a:extLst>
          </p:cNvPr>
          <p:cNvSpPr txBox="1"/>
          <p:nvPr/>
        </p:nvSpPr>
        <p:spPr>
          <a:xfrm>
            <a:off x="278495" y="3188936"/>
            <a:ext cx="8751770" cy="1176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dirty="0"/>
              <a:t>Endogeneity of Interest Rates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dirty="0"/>
              <a:t>Risk appetite and economic conditions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dirty="0"/>
              <a:t>Survivorship bias and bias dataset</a:t>
            </a:r>
          </a:p>
        </p:txBody>
      </p:sp>
    </p:spTree>
    <p:extLst>
      <p:ext uri="{BB962C8B-B14F-4D97-AF65-F5344CB8AC3E}">
        <p14:creationId xmlns:p14="http://schemas.microsoft.com/office/powerpoint/2010/main" val="229791150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036F163-C259-4346-5641-84F632A0B384}"/>
              </a:ext>
            </a:extLst>
          </p:cNvPr>
          <p:cNvSpPr txBox="1"/>
          <p:nvPr/>
        </p:nvSpPr>
        <p:spPr>
          <a:xfrm>
            <a:off x="1720115" y="2953485"/>
            <a:ext cx="8751770" cy="95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5400" dirty="0"/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15035659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E8AED90-3481-2359-7003-E74D723FB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D2D027-08A4-D53A-8F91-E350BA2092B5}"/>
              </a:ext>
            </a:extLst>
          </p:cNvPr>
          <p:cNvSpPr txBox="1"/>
          <p:nvPr/>
        </p:nvSpPr>
        <p:spPr>
          <a:xfrm>
            <a:off x="278495" y="199029"/>
            <a:ext cx="118091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Data pre-processing techniques (missing data/</a:t>
            </a:r>
            <a:r>
              <a:rPr lang="en-US" sz="3600" dirty="0" err="1"/>
              <a:t>multicoliniarity</a:t>
            </a:r>
            <a:r>
              <a:rPr lang="en-US" sz="3600" dirty="0"/>
              <a:t>, encoding, scaling and normalization balancing of dataset )</a:t>
            </a:r>
            <a:endParaRPr lang="el-GR" sz="3600" dirty="0"/>
          </a:p>
        </p:txBody>
      </p:sp>
      <p:grpSp>
        <p:nvGrpSpPr>
          <p:cNvPr id="9" name="Graphic 5">
            <a:extLst>
              <a:ext uri="{FF2B5EF4-FFF2-40B4-BE49-F238E27FC236}">
                <a16:creationId xmlns:a16="http://schemas.microsoft.com/office/drawing/2014/main" id="{2BE70743-16DF-9FEB-1B6A-628D37513DF5}"/>
              </a:ext>
            </a:extLst>
          </p:cNvPr>
          <p:cNvGrpSpPr/>
          <p:nvPr/>
        </p:nvGrpSpPr>
        <p:grpSpPr>
          <a:xfrm>
            <a:off x="1514524" y="4311774"/>
            <a:ext cx="3226831" cy="2496181"/>
            <a:chOff x="1514524" y="4311774"/>
            <a:chExt cx="3226831" cy="2496181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D319BBE-9BA1-E393-4330-99F301F4B34C}"/>
                </a:ext>
              </a:extLst>
            </p:cNvPr>
            <p:cNvSpPr/>
            <p:nvPr/>
          </p:nvSpPr>
          <p:spPr>
            <a:xfrm>
              <a:off x="2039075" y="6795266"/>
              <a:ext cx="2169613" cy="12689"/>
            </a:xfrm>
            <a:custGeom>
              <a:avLst/>
              <a:gdLst>
                <a:gd name="csX0" fmla="*/ 316 w 2169613"/>
                <a:gd name="csY0" fmla="*/ 6527 h 12689"/>
                <a:gd name="csX1" fmla="*/ 4648 w 2169613"/>
                <a:gd name="csY1" fmla="*/ 12871 h 12689"/>
                <a:gd name="csX2" fmla="*/ 2165598 w 2169613"/>
                <a:gd name="csY2" fmla="*/ 12871 h 12689"/>
                <a:gd name="csX3" fmla="*/ 2169930 w 2169613"/>
                <a:gd name="csY3" fmla="*/ 6527 h 12689"/>
                <a:gd name="csX4" fmla="*/ 2165598 w 2169613"/>
                <a:gd name="csY4" fmla="*/ 182 h 12689"/>
                <a:gd name="csX5" fmla="*/ 4648 w 2169613"/>
                <a:gd name="csY5" fmla="*/ 182 h 12689"/>
                <a:gd name="csX6" fmla="*/ 316 w 2169613"/>
                <a:gd name="csY6" fmla="*/ 6527 h 126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169613" h="12689">
                  <a:moveTo>
                    <a:pt x="316" y="6527"/>
                  </a:moveTo>
                  <a:cubicBezTo>
                    <a:pt x="316" y="10051"/>
                    <a:pt x="2249" y="12871"/>
                    <a:pt x="4648" y="12871"/>
                  </a:cubicBezTo>
                  <a:lnTo>
                    <a:pt x="2165598" y="12871"/>
                  </a:lnTo>
                  <a:cubicBezTo>
                    <a:pt x="2168021" y="12871"/>
                    <a:pt x="2169930" y="10045"/>
                    <a:pt x="2169930" y="6527"/>
                  </a:cubicBezTo>
                  <a:cubicBezTo>
                    <a:pt x="2169930" y="3008"/>
                    <a:pt x="2167997" y="182"/>
                    <a:pt x="2165598" y="182"/>
                  </a:cubicBezTo>
                  <a:lnTo>
                    <a:pt x="4648" y="182"/>
                  </a:lnTo>
                  <a:cubicBezTo>
                    <a:pt x="2249" y="182"/>
                    <a:pt x="316" y="3008"/>
                    <a:pt x="316" y="6527"/>
                  </a:cubicBezTo>
                  <a:close/>
                </a:path>
              </a:pathLst>
            </a:custGeom>
            <a:solidFill>
              <a:srgbClr val="CCCCCC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EF61BE3-8F26-DA42-FB38-A64F1B398009}"/>
                </a:ext>
              </a:extLst>
            </p:cNvPr>
            <p:cNvSpPr/>
            <p:nvPr/>
          </p:nvSpPr>
          <p:spPr>
            <a:xfrm>
              <a:off x="2746891" y="6780673"/>
              <a:ext cx="77151" cy="13612"/>
            </a:xfrm>
            <a:custGeom>
              <a:avLst/>
              <a:gdLst>
                <a:gd name="csX0" fmla="*/ 454 w 77151"/>
                <a:gd name="csY0" fmla="*/ 667 h 13612"/>
                <a:gd name="csX1" fmla="*/ 77606 w 77151"/>
                <a:gd name="csY1" fmla="*/ 667 h 13612"/>
                <a:gd name="csX2" fmla="*/ 77606 w 77151"/>
                <a:gd name="csY2" fmla="*/ 14279 h 13612"/>
                <a:gd name="csX3" fmla="*/ 454 w 77151"/>
                <a:gd name="csY3" fmla="*/ 14279 h 13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7151" h="13612">
                  <a:moveTo>
                    <a:pt x="454" y="667"/>
                  </a:moveTo>
                  <a:lnTo>
                    <a:pt x="77606" y="667"/>
                  </a:lnTo>
                  <a:lnTo>
                    <a:pt x="77606" y="14279"/>
                  </a:lnTo>
                  <a:lnTo>
                    <a:pt x="454" y="14279"/>
                  </a:lnTo>
                  <a:close/>
                </a:path>
              </a:pathLst>
            </a:custGeom>
            <a:solidFill>
              <a:srgbClr val="B6B3C5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C3D13E1-251E-88A8-005D-AED739C509B3}"/>
                </a:ext>
              </a:extLst>
            </p:cNvPr>
            <p:cNvSpPr/>
            <p:nvPr/>
          </p:nvSpPr>
          <p:spPr>
            <a:xfrm>
              <a:off x="3429916" y="6782946"/>
              <a:ext cx="77151" cy="13612"/>
            </a:xfrm>
            <a:custGeom>
              <a:avLst/>
              <a:gdLst>
                <a:gd name="csX0" fmla="*/ 573 w 77151"/>
                <a:gd name="csY0" fmla="*/ 667 h 13612"/>
                <a:gd name="csX1" fmla="*/ 77724 w 77151"/>
                <a:gd name="csY1" fmla="*/ 667 h 13612"/>
                <a:gd name="csX2" fmla="*/ 77724 w 77151"/>
                <a:gd name="csY2" fmla="*/ 14279 h 13612"/>
                <a:gd name="csX3" fmla="*/ 573 w 77151"/>
                <a:gd name="csY3" fmla="*/ 14279 h 13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7151" h="13612">
                  <a:moveTo>
                    <a:pt x="573" y="667"/>
                  </a:moveTo>
                  <a:lnTo>
                    <a:pt x="77724" y="667"/>
                  </a:lnTo>
                  <a:lnTo>
                    <a:pt x="77724" y="14279"/>
                  </a:lnTo>
                  <a:lnTo>
                    <a:pt x="573" y="14279"/>
                  </a:lnTo>
                  <a:close/>
                </a:path>
              </a:pathLst>
            </a:custGeom>
            <a:solidFill>
              <a:srgbClr val="B6B3C5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9C796CF-4125-400A-E620-405E7068B506}"/>
                </a:ext>
              </a:extLst>
            </p:cNvPr>
            <p:cNvSpPr/>
            <p:nvPr/>
          </p:nvSpPr>
          <p:spPr>
            <a:xfrm>
              <a:off x="2737622" y="6174788"/>
              <a:ext cx="780623" cy="608146"/>
            </a:xfrm>
            <a:custGeom>
              <a:avLst/>
              <a:gdLst>
                <a:gd name="csX0" fmla="*/ 500215 w 780623"/>
                <a:gd name="csY0" fmla="*/ 191 h 608146"/>
                <a:gd name="csX1" fmla="*/ 372418 w 780623"/>
                <a:gd name="csY1" fmla="*/ 91765 h 608146"/>
                <a:gd name="csX2" fmla="*/ 280844 w 780623"/>
                <a:gd name="csY2" fmla="*/ 191 h 608146"/>
                <a:gd name="csX3" fmla="*/ 223 w 780623"/>
                <a:gd name="csY3" fmla="*/ 191 h 608146"/>
                <a:gd name="csX4" fmla="*/ 223 w 780623"/>
                <a:gd name="csY4" fmla="*/ 608337 h 608146"/>
                <a:gd name="csX5" fmla="*/ 780847 w 780623"/>
                <a:gd name="csY5" fmla="*/ 608337 h 608146"/>
                <a:gd name="csX6" fmla="*/ 780847 w 780623"/>
                <a:gd name="csY6" fmla="*/ 191 h 608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80623" h="608146">
                  <a:moveTo>
                    <a:pt x="500215" y="191"/>
                  </a:moveTo>
                  <a:cubicBezTo>
                    <a:pt x="490213" y="60768"/>
                    <a:pt x="432996" y="101768"/>
                    <a:pt x="372418" y="91765"/>
                  </a:cubicBezTo>
                  <a:cubicBezTo>
                    <a:pt x="325430" y="84006"/>
                    <a:pt x="288603" y="47179"/>
                    <a:pt x="280844" y="191"/>
                  </a:cubicBezTo>
                  <a:lnTo>
                    <a:pt x="223" y="191"/>
                  </a:lnTo>
                  <a:lnTo>
                    <a:pt x="223" y="608337"/>
                  </a:lnTo>
                  <a:lnTo>
                    <a:pt x="780847" y="608337"/>
                  </a:lnTo>
                  <a:lnTo>
                    <a:pt x="780847" y="191"/>
                  </a:lnTo>
                  <a:close/>
                </a:path>
              </a:pathLst>
            </a:custGeom>
            <a:solidFill>
              <a:srgbClr val="D6D6E3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F3A4FD7-1B71-942F-57A9-48EC7B3662B3}"/>
                </a:ext>
              </a:extLst>
            </p:cNvPr>
            <p:cNvSpPr/>
            <p:nvPr/>
          </p:nvSpPr>
          <p:spPr>
            <a:xfrm>
              <a:off x="2739894" y="6734755"/>
              <a:ext cx="780606" cy="21168"/>
            </a:xfrm>
            <a:custGeom>
              <a:avLst/>
              <a:gdLst>
                <a:gd name="csX0" fmla="*/ 453 w 780606"/>
                <a:gd name="csY0" fmla="*/ 659 h 21168"/>
                <a:gd name="csX1" fmla="*/ 781060 w 780606"/>
                <a:gd name="csY1" fmla="*/ 659 h 21168"/>
                <a:gd name="csX2" fmla="*/ 781060 w 780606"/>
                <a:gd name="csY2" fmla="*/ 21827 h 21168"/>
                <a:gd name="csX3" fmla="*/ 453 w 780606"/>
                <a:gd name="csY3" fmla="*/ 21827 h 211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80606" h="21168">
                  <a:moveTo>
                    <a:pt x="453" y="659"/>
                  </a:moveTo>
                  <a:lnTo>
                    <a:pt x="781060" y="659"/>
                  </a:lnTo>
                  <a:lnTo>
                    <a:pt x="781060" y="21827"/>
                  </a:lnTo>
                  <a:lnTo>
                    <a:pt x="453" y="21827"/>
                  </a:lnTo>
                  <a:close/>
                </a:path>
              </a:pathLst>
            </a:custGeom>
            <a:solidFill>
              <a:srgbClr val="090814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C2C8D51-AF66-AB8B-06FD-14EF7CDEE575}"/>
                </a:ext>
              </a:extLst>
            </p:cNvPr>
            <p:cNvSpPr/>
            <p:nvPr/>
          </p:nvSpPr>
          <p:spPr>
            <a:xfrm>
              <a:off x="1514524" y="4311774"/>
              <a:ext cx="3226831" cy="1878910"/>
            </a:xfrm>
            <a:custGeom>
              <a:avLst/>
              <a:gdLst>
                <a:gd name="csX0" fmla="*/ 3183554 w 3226831"/>
                <a:gd name="csY0" fmla="*/ 1879121 h 1878910"/>
                <a:gd name="csX1" fmla="*/ 43759 w 3226831"/>
                <a:gd name="csY1" fmla="*/ 1879121 h 1878910"/>
                <a:gd name="csX2" fmla="*/ 241 w 3226831"/>
                <a:gd name="csY2" fmla="*/ 1835608 h 1878910"/>
                <a:gd name="csX3" fmla="*/ 241 w 3226831"/>
                <a:gd name="csY3" fmla="*/ 43741 h 1878910"/>
                <a:gd name="csX4" fmla="*/ 43759 w 3226831"/>
                <a:gd name="csY4" fmla="*/ 217 h 1878910"/>
                <a:gd name="csX5" fmla="*/ 3183554 w 3226831"/>
                <a:gd name="csY5" fmla="*/ 217 h 1878910"/>
                <a:gd name="csX6" fmla="*/ 3227073 w 3226831"/>
                <a:gd name="csY6" fmla="*/ 43736 h 1878910"/>
                <a:gd name="csX7" fmla="*/ 3227073 w 3226831"/>
                <a:gd name="csY7" fmla="*/ 1835608 h 1878910"/>
                <a:gd name="csX8" fmla="*/ 3183554 w 3226831"/>
                <a:gd name="csY8" fmla="*/ 1879127 h 18789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226831" h="1878910">
                  <a:moveTo>
                    <a:pt x="3183554" y="1879121"/>
                  </a:moveTo>
                  <a:lnTo>
                    <a:pt x="43759" y="1879121"/>
                  </a:lnTo>
                  <a:cubicBezTo>
                    <a:pt x="19737" y="1879096"/>
                    <a:pt x="269" y="1859630"/>
                    <a:pt x="241" y="1835608"/>
                  </a:cubicBezTo>
                  <a:lnTo>
                    <a:pt x="241" y="43741"/>
                  </a:lnTo>
                  <a:cubicBezTo>
                    <a:pt x="263" y="19715"/>
                    <a:pt x="19733" y="242"/>
                    <a:pt x="43759" y="217"/>
                  </a:cubicBezTo>
                  <a:lnTo>
                    <a:pt x="3183554" y="217"/>
                  </a:lnTo>
                  <a:cubicBezTo>
                    <a:pt x="3207577" y="245"/>
                    <a:pt x="3227044" y="19713"/>
                    <a:pt x="3227073" y="43736"/>
                  </a:cubicBezTo>
                  <a:lnTo>
                    <a:pt x="3227073" y="1835608"/>
                  </a:lnTo>
                  <a:cubicBezTo>
                    <a:pt x="3227044" y="1859631"/>
                    <a:pt x="3207577" y="1879099"/>
                    <a:pt x="3183554" y="1879127"/>
                  </a:cubicBezTo>
                  <a:close/>
                </a:path>
              </a:pathLst>
            </a:custGeom>
            <a:solidFill>
              <a:srgbClr val="090814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2193DBF-BBF1-F12A-412F-0FDF85D1EC39}"/>
                </a:ext>
              </a:extLst>
            </p:cNvPr>
            <p:cNvSpPr/>
            <p:nvPr/>
          </p:nvSpPr>
          <p:spPr>
            <a:xfrm>
              <a:off x="1579557" y="4380303"/>
              <a:ext cx="3072505" cy="1733674"/>
            </a:xfrm>
            <a:custGeom>
              <a:avLst/>
              <a:gdLst>
                <a:gd name="csX0" fmla="*/ 252 w 3072505"/>
                <a:gd name="csY0" fmla="*/ 251 h 1733674"/>
                <a:gd name="csX1" fmla="*/ 3072758 w 3072505"/>
                <a:gd name="csY1" fmla="*/ 251 h 1733674"/>
                <a:gd name="csX2" fmla="*/ 3072758 w 3072505"/>
                <a:gd name="csY2" fmla="*/ 1733925 h 1733674"/>
                <a:gd name="csX3" fmla="*/ 252 w 3072505"/>
                <a:gd name="csY3" fmla="*/ 1733925 h 17336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072505" h="1733674">
                  <a:moveTo>
                    <a:pt x="252" y="251"/>
                  </a:moveTo>
                  <a:lnTo>
                    <a:pt x="3072758" y="251"/>
                  </a:lnTo>
                  <a:lnTo>
                    <a:pt x="3072758" y="1733925"/>
                  </a:lnTo>
                  <a:lnTo>
                    <a:pt x="252" y="1733925"/>
                  </a:ln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5C0AA1F-34AC-C839-4FDA-064B7847DEF7}"/>
                </a:ext>
              </a:extLst>
            </p:cNvPr>
            <p:cNvSpPr/>
            <p:nvPr/>
          </p:nvSpPr>
          <p:spPr>
            <a:xfrm>
              <a:off x="1640080" y="4414645"/>
              <a:ext cx="2975725" cy="1669171"/>
            </a:xfrm>
            <a:custGeom>
              <a:avLst/>
              <a:gdLst>
                <a:gd name="csX0" fmla="*/ 24488 w 2975725"/>
                <a:gd name="csY0" fmla="*/ 257 h 1669171"/>
                <a:gd name="csX1" fmla="*/ 2951763 w 2975725"/>
                <a:gd name="csY1" fmla="*/ 257 h 1669171"/>
                <a:gd name="csX2" fmla="*/ 2975988 w 2975725"/>
                <a:gd name="csY2" fmla="*/ 24482 h 1669171"/>
                <a:gd name="csX3" fmla="*/ 2975988 w 2975725"/>
                <a:gd name="csY3" fmla="*/ 1645203 h 1669171"/>
                <a:gd name="csX4" fmla="*/ 2951763 w 2975725"/>
                <a:gd name="csY4" fmla="*/ 1669428 h 1669171"/>
                <a:gd name="csX5" fmla="*/ 24488 w 2975725"/>
                <a:gd name="csY5" fmla="*/ 1669428 h 1669171"/>
                <a:gd name="csX6" fmla="*/ 262 w 2975725"/>
                <a:gd name="csY6" fmla="*/ 1645203 h 1669171"/>
                <a:gd name="csX7" fmla="*/ 262 w 2975725"/>
                <a:gd name="csY7" fmla="*/ 24482 h 1669171"/>
                <a:gd name="csX8" fmla="*/ 24488 w 2975725"/>
                <a:gd name="csY8" fmla="*/ 257 h 16691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975725" h="1669171">
                  <a:moveTo>
                    <a:pt x="24488" y="257"/>
                  </a:moveTo>
                  <a:lnTo>
                    <a:pt x="2951763" y="257"/>
                  </a:lnTo>
                  <a:cubicBezTo>
                    <a:pt x="2965142" y="257"/>
                    <a:pt x="2975988" y="11103"/>
                    <a:pt x="2975988" y="24482"/>
                  </a:cubicBezTo>
                  <a:lnTo>
                    <a:pt x="2975988" y="1645203"/>
                  </a:lnTo>
                  <a:cubicBezTo>
                    <a:pt x="2975988" y="1658582"/>
                    <a:pt x="2965142" y="1669428"/>
                    <a:pt x="2951763" y="1669428"/>
                  </a:cubicBezTo>
                  <a:lnTo>
                    <a:pt x="24488" y="1669428"/>
                  </a:lnTo>
                  <a:cubicBezTo>
                    <a:pt x="11108" y="1669428"/>
                    <a:pt x="262" y="1658582"/>
                    <a:pt x="262" y="1645203"/>
                  </a:cubicBezTo>
                  <a:lnTo>
                    <a:pt x="262" y="24482"/>
                  </a:lnTo>
                  <a:cubicBezTo>
                    <a:pt x="262" y="11103"/>
                    <a:pt x="11108" y="257"/>
                    <a:pt x="24488" y="257"/>
                  </a:cubicBezTo>
                  <a:close/>
                </a:path>
              </a:pathLst>
            </a:custGeom>
            <a:solidFill>
              <a:srgbClr val="FFFF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7F12EF4-1D4A-ACB8-5D6B-F3CC52E5AB63}"/>
                </a:ext>
              </a:extLst>
            </p:cNvPr>
            <p:cNvSpPr/>
            <p:nvPr/>
          </p:nvSpPr>
          <p:spPr>
            <a:xfrm>
              <a:off x="1881571" y="4755466"/>
              <a:ext cx="726030" cy="484020"/>
            </a:xfrm>
            <a:custGeom>
              <a:avLst/>
              <a:gdLst>
                <a:gd name="csX0" fmla="*/ 32570 w 726030"/>
                <a:gd name="csY0" fmla="*/ 316 h 484020"/>
                <a:gd name="csX1" fmla="*/ 694069 w 726030"/>
                <a:gd name="csY1" fmla="*/ 316 h 484020"/>
                <a:gd name="csX2" fmla="*/ 726335 w 726030"/>
                <a:gd name="csY2" fmla="*/ 32581 h 484020"/>
                <a:gd name="csX3" fmla="*/ 726335 w 726030"/>
                <a:gd name="csY3" fmla="*/ 452070 h 484020"/>
                <a:gd name="csX4" fmla="*/ 694069 w 726030"/>
                <a:gd name="csY4" fmla="*/ 484336 h 484020"/>
                <a:gd name="csX5" fmla="*/ 32570 w 726030"/>
                <a:gd name="csY5" fmla="*/ 484336 h 484020"/>
                <a:gd name="csX6" fmla="*/ 304 w 726030"/>
                <a:gd name="csY6" fmla="*/ 452070 h 484020"/>
                <a:gd name="csX7" fmla="*/ 304 w 726030"/>
                <a:gd name="csY7" fmla="*/ 32581 h 484020"/>
                <a:gd name="csX8" fmla="*/ 32570 w 726030"/>
                <a:gd name="csY8" fmla="*/ 316 h 4840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30" h="484020">
                  <a:moveTo>
                    <a:pt x="32570" y="316"/>
                  </a:moveTo>
                  <a:lnTo>
                    <a:pt x="694069" y="316"/>
                  </a:lnTo>
                  <a:cubicBezTo>
                    <a:pt x="711889" y="316"/>
                    <a:pt x="726335" y="14761"/>
                    <a:pt x="726335" y="32581"/>
                  </a:cubicBezTo>
                  <a:lnTo>
                    <a:pt x="726335" y="452070"/>
                  </a:lnTo>
                  <a:cubicBezTo>
                    <a:pt x="726335" y="469890"/>
                    <a:pt x="711889" y="484336"/>
                    <a:pt x="694069" y="484336"/>
                  </a:cubicBezTo>
                  <a:lnTo>
                    <a:pt x="32570" y="484336"/>
                  </a:lnTo>
                  <a:cubicBezTo>
                    <a:pt x="14750" y="484336"/>
                    <a:pt x="304" y="469890"/>
                    <a:pt x="304" y="452070"/>
                  </a:cubicBezTo>
                  <a:lnTo>
                    <a:pt x="304" y="32581"/>
                  </a:lnTo>
                  <a:cubicBezTo>
                    <a:pt x="304" y="14761"/>
                    <a:pt x="14750" y="316"/>
                    <a:pt x="32570" y="316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BE2C0E-CD0D-FA96-02B5-1BA60FC9A598}"/>
                </a:ext>
              </a:extLst>
            </p:cNvPr>
            <p:cNvSpPr/>
            <p:nvPr/>
          </p:nvSpPr>
          <p:spPr>
            <a:xfrm>
              <a:off x="2764910" y="4755466"/>
              <a:ext cx="726030" cy="484020"/>
            </a:xfrm>
            <a:custGeom>
              <a:avLst/>
              <a:gdLst>
                <a:gd name="csX0" fmla="*/ 32723 w 726030"/>
                <a:gd name="csY0" fmla="*/ 316 h 484020"/>
                <a:gd name="csX1" fmla="*/ 694222 w 726030"/>
                <a:gd name="csY1" fmla="*/ 316 h 484020"/>
                <a:gd name="csX2" fmla="*/ 726488 w 726030"/>
                <a:gd name="csY2" fmla="*/ 32581 h 484020"/>
                <a:gd name="csX3" fmla="*/ 726488 w 726030"/>
                <a:gd name="csY3" fmla="*/ 452070 h 484020"/>
                <a:gd name="csX4" fmla="*/ 694222 w 726030"/>
                <a:gd name="csY4" fmla="*/ 484336 h 484020"/>
                <a:gd name="csX5" fmla="*/ 32723 w 726030"/>
                <a:gd name="csY5" fmla="*/ 484336 h 484020"/>
                <a:gd name="csX6" fmla="*/ 457 w 726030"/>
                <a:gd name="csY6" fmla="*/ 452070 h 484020"/>
                <a:gd name="csX7" fmla="*/ 457 w 726030"/>
                <a:gd name="csY7" fmla="*/ 32581 h 484020"/>
                <a:gd name="csX8" fmla="*/ 32723 w 726030"/>
                <a:gd name="csY8" fmla="*/ 316 h 4840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30" h="484020">
                  <a:moveTo>
                    <a:pt x="32723" y="316"/>
                  </a:moveTo>
                  <a:lnTo>
                    <a:pt x="694222" y="316"/>
                  </a:lnTo>
                  <a:cubicBezTo>
                    <a:pt x="712042" y="316"/>
                    <a:pt x="726488" y="14761"/>
                    <a:pt x="726488" y="32581"/>
                  </a:cubicBezTo>
                  <a:lnTo>
                    <a:pt x="726488" y="452070"/>
                  </a:lnTo>
                  <a:cubicBezTo>
                    <a:pt x="726488" y="469890"/>
                    <a:pt x="712042" y="484336"/>
                    <a:pt x="694222" y="484336"/>
                  </a:cubicBezTo>
                  <a:lnTo>
                    <a:pt x="32723" y="484336"/>
                  </a:lnTo>
                  <a:cubicBezTo>
                    <a:pt x="14903" y="484336"/>
                    <a:pt x="457" y="469890"/>
                    <a:pt x="457" y="452070"/>
                  </a:cubicBezTo>
                  <a:lnTo>
                    <a:pt x="457" y="32581"/>
                  </a:lnTo>
                  <a:cubicBezTo>
                    <a:pt x="457" y="14761"/>
                    <a:pt x="14903" y="316"/>
                    <a:pt x="32723" y="316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0AC8D9-D745-0BAB-93C5-C84ED5D2AE1B}"/>
                </a:ext>
              </a:extLst>
            </p:cNvPr>
            <p:cNvSpPr/>
            <p:nvPr/>
          </p:nvSpPr>
          <p:spPr>
            <a:xfrm>
              <a:off x="1881571" y="5396794"/>
              <a:ext cx="726065" cy="80704"/>
            </a:xfrm>
            <a:custGeom>
              <a:avLst/>
              <a:gdLst>
                <a:gd name="csX0" fmla="*/ 16454 w 726065"/>
                <a:gd name="csY0" fmla="*/ 427 h 80704"/>
                <a:gd name="csX1" fmla="*/ 710219 w 726065"/>
                <a:gd name="csY1" fmla="*/ 427 h 80704"/>
                <a:gd name="csX2" fmla="*/ 726370 w 726065"/>
                <a:gd name="csY2" fmla="*/ 16577 h 80704"/>
                <a:gd name="csX3" fmla="*/ 726370 w 726065"/>
                <a:gd name="csY3" fmla="*/ 64981 h 80704"/>
                <a:gd name="csX4" fmla="*/ 710219 w 726065"/>
                <a:gd name="csY4" fmla="*/ 81131 h 80704"/>
                <a:gd name="csX5" fmla="*/ 16454 w 726065"/>
                <a:gd name="csY5" fmla="*/ 81131 h 80704"/>
                <a:gd name="csX6" fmla="*/ 304 w 726065"/>
                <a:gd name="csY6" fmla="*/ 64981 h 80704"/>
                <a:gd name="csX7" fmla="*/ 304 w 726065"/>
                <a:gd name="csY7" fmla="*/ 16577 h 80704"/>
                <a:gd name="csX8" fmla="*/ 16454 w 726065"/>
                <a:gd name="csY8" fmla="*/ 42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454" y="427"/>
                  </a:moveTo>
                  <a:lnTo>
                    <a:pt x="710219" y="427"/>
                  </a:lnTo>
                  <a:cubicBezTo>
                    <a:pt x="719139" y="427"/>
                    <a:pt x="726370" y="7657"/>
                    <a:pt x="726370" y="16577"/>
                  </a:cubicBezTo>
                  <a:lnTo>
                    <a:pt x="726370" y="64981"/>
                  </a:lnTo>
                  <a:cubicBezTo>
                    <a:pt x="726370" y="73901"/>
                    <a:pt x="719139" y="81131"/>
                    <a:pt x="710219" y="81131"/>
                  </a:cubicBezTo>
                  <a:lnTo>
                    <a:pt x="16454" y="81131"/>
                  </a:lnTo>
                  <a:cubicBezTo>
                    <a:pt x="7535" y="81131"/>
                    <a:pt x="304" y="73901"/>
                    <a:pt x="304" y="64981"/>
                  </a:cubicBezTo>
                  <a:lnTo>
                    <a:pt x="304" y="16577"/>
                  </a:lnTo>
                  <a:cubicBezTo>
                    <a:pt x="304" y="7657"/>
                    <a:pt x="7535" y="427"/>
                    <a:pt x="16454" y="427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A89F8B4-973A-3FBC-6A46-BF65FEF76DC3}"/>
                </a:ext>
              </a:extLst>
            </p:cNvPr>
            <p:cNvSpPr/>
            <p:nvPr/>
          </p:nvSpPr>
          <p:spPr>
            <a:xfrm>
              <a:off x="1881571" y="5542002"/>
              <a:ext cx="726065" cy="80704"/>
            </a:xfrm>
            <a:custGeom>
              <a:avLst/>
              <a:gdLst>
                <a:gd name="csX0" fmla="*/ 16454 w 726065"/>
                <a:gd name="csY0" fmla="*/ 452 h 80704"/>
                <a:gd name="csX1" fmla="*/ 710219 w 726065"/>
                <a:gd name="csY1" fmla="*/ 452 h 80704"/>
                <a:gd name="csX2" fmla="*/ 726370 w 726065"/>
                <a:gd name="csY2" fmla="*/ 16602 h 80704"/>
                <a:gd name="csX3" fmla="*/ 726370 w 726065"/>
                <a:gd name="csY3" fmla="*/ 65006 h 80704"/>
                <a:gd name="csX4" fmla="*/ 710219 w 726065"/>
                <a:gd name="csY4" fmla="*/ 81157 h 80704"/>
                <a:gd name="csX5" fmla="*/ 16454 w 726065"/>
                <a:gd name="csY5" fmla="*/ 81157 h 80704"/>
                <a:gd name="csX6" fmla="*/ 304 w 726065"/>
                <a:gd name="csY6" fmla="*/ 65006 h 80704"/>
                <a:gd name="csX7" fmla="*/ 304 w 726065"/>
                <a:gd name="csY7" fmla="*/ 16602 h 80704"/>
                <a:gd name="csX8" fmla="*/ 16454 w 726065"/>
                <a:gd name="csY8" fmla="*/ 452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454" y="452"/>
                  </a:moveTo>
                  <a:lnTo>
                    <a:pt x="710219" y="452"/>
                  </a:lnTo>
                  <a:cubicBezTo>
                    <a:pt x="719139" y="452"/>
                    <a:pt x="726370" y="7683"/>
                    <a:pt x="726370" y="16602"/>
                  </a:cubicBezTo>
                  <a:lnTo>
                    <a:pt x="726370" y="65006"/>
                  </a:lnTo>
                  <a:cubicBezTo>
                    <a:pt x="726370" y="73926"/>
                    <a:pt x="719139" y="81157"/>
                    <a:pt x="710219" y="81157"/>
                  </a:cubicBezTo>
                  <a:lnTo>
                    <a:pt x="16454" y="81157"/>
                  </a:lnTo>
                  <a:cubicBezTo>
                    <a:pt x="7535" y="81157"/>
                    <a:pt x="304" y="73926"/>
                    <a:pt x="304" y="65006"/>
                  </a:cubicBezTo>
                  <a:lnTo>
                    <a:pt x="304" y="16602"/>
                  </a:lnTo>
                  <a:cubicBezTo>
                    <a:pt x="304" y="7683"/>
                    <a:pt x="7535" y="452"/>
                    <a:pt x="16454" y="452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F4B73D7-DE51-1D5F-AC9F-E56D04E7A120}"/>
                </a:ext>
              </a:extLst>
            </p:cNvPr>
            <p:cNvSpPr/>
            <p:nvPr/>
          </p:nvSpPr>
          <p:spPr>
            <a:xfrm>
              <a:off x="1881571" y="5687209"/>
              <a:ext cx="281716" cy="80704"/>
            </a:xfrm>
            <a:custGeom>
              <a:avLst/>
              <a:gdLst>
                <a:gd name="csX0" fmla="*/ 16454 w 281716"/>
                <a:gd name="csY0" fmla="*/ 477 h 80704"/>
                <a:gd name="csX1" fmla="*/ 265871 w 281716"/>
                <a:gd name="csY1" fmla="*/ 477 h 80704"/>
                <a:gd name="csX2" fmla="*/ 282021 w 281716"/>
                <a:gd name="csY2" fmla="*/ 16627 h 80704"/>
                <a:gd name="csX3" fmla="*/ 282021 w 281716"/>
                <a:gd name="csY3" fmla="*/ 65032 h 80704"/>
                <a:gd name="csX4" fmla="*/ 265871 w 281716"/>
                <a:gd name="csY4" fmla="*/ 81182 h 80704"/>
                <a:gd name="csX5" fmla="*/ 16454 w 281716"/>
                <a:gd name="csY5" fmla="*/ 81182 h 80704"/>
                <a:gd name="csX6" fmla="*/ 304 w 281716"/>
                <a:gd name="csY6" fmla="*/ 65032 h 80704"/>
                <a:gd name="csX7" fmla="*/ 304 w 281716"/>
                <a:gd name="csY7" fmla="*/ 16627 h 80704"/>
                <a:gd name="csX8" fmla="*/ 16454 w 281716"/>
                <a:gd name="csY8" fmla="*/ 47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1716" h="80704">
                  <a:moveTo>
                    <a:pt x="16454" y="477"/>
                  </a:moveTo>
                  <a:lnTo>
                    <a:pt x="265871" y="477"/>
                  </a:lnTo>
                  <a:cubicBezTo>
                    <a:pt x="274790" y="477"/>
                    <a:pt x="282021" y="7708"/>
                    <a:pt x="282021" y="16627"/>
                  </a:cubicBezTo>
                  <a:lnTo>
                    <a:pt x="282021" y="65032"/>
                  </a:lnTo>
                  <a:cubicBezTo>
                    <a:pt x="282021" y="73951"/>
                    <a:pt x="274790" y="81182"/>
                    <a:pt x="265871" y="81182"/>
                  </a:cubicBezTo>
                  <a:lnTo>
                    <a:pt x="16454" y="81182"/>
                  </a:lnTo>
                  <a:cubicBezTo>
                    <a:pt x="7535" y="81182"/>
                    <a:pt x="304" y="73951"/>
                    <a:pt x="304" y="65032"/>
                  </a:cubicBezTo>
                  <a:lnTo>
                    <a:pt x="304" y="16627"/>
                  </a:lnTo>
                  <a:cubicBezTo>
                    <a:pt x="304" y="7708"/>
                    <a:pt x="7535" y="477"/>
                    <a:pt x="16454" y="477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AC6F516-231D-21E3-EE22-94771E87D248}"/>
                </a:ext>
              </a:extLst>
            </p:cNvPr>
            <p:cNvSpPr/>
            <p:nvPr/>
          </p:nvSpPr>
          <p:spPr>
            <a:xfrm>
              <a:off x="2764910" y="5396794"/>
              <a:ext cx="726065" cy="80704"/>
            </a:xfrm>
            <a:custGeom>
              <a:avLst/>
              <a:gdLst>
                <a:gd name="csX0" fmla="*/ 16608 w 726065"/>
                <a:gd name="csY0" fmla="*/ 427 h 80704"/>
                <a:gd name="csX1" fmla="*/ 710373 w 726065"/>
                <a:gd name="csY1" fmla="*/ 427 h 80704"/>
                <a:gd name="csX2" fmla="*/ 726523 w 726065"/>
                <a:gd name="csY2" fmla="*/ 16577 h 80704"/>
                <a:gd name="csX3" fmla="*/ 726523 w 726065"/>
                <a:gd name="csY3" fmla="*/ 64981 h 80704"/>
                <a:gd name="csX4" fmla="*/ 710372 w 726065"/>
                <a:gd name="csY4" fmla="*/ 81131 h 80704"/>
                <a:gd name="csX5" fmla="*/ 16608 w 726065"/>
                <a:gd name="csY5" fmla="*/ 81131 h 80704"/>
                <a:gd name="csX6" fmla="*/ 457 w 726065"/>
                <a:gd name="csY6" fmla="*/ 64981 h 80704"/>
                <a:gd name="csX7" fmla="*/ 457 w 726065"/>
                <a:gd name="csY7" fmla="*/ 16577 h 80704"/>
                <a:gd name="csX8" fmla="*/ 16608 w 726065"/>
                <a:gd name="csY8" fmla="*/ 42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608" y="427"/>
                  </a:moveTo>
                  <a:lnTo>
                    <a:pt x="710373" y="427"/>
                  </a:lnTo>
                  <a:cubicBezTo>
                    <a:pt x="719292" y="427"/>
                    <a:pt x="726523" y="7657"/>
                    <a:pt x="726523" y="16577"/>
                  </a:cubicBezTo>
                  <a:lnTo>
                    <a:pt x="726523" y="64981"/>
                  </a:lnTo>
                  <a:cubicBezTo>
                    <a:pt x="726523" y="73901"/>
                    <a:pt x="719292" y="81131"/>
                    <a:pt x="710372" y="81131"/>
                  </a:cubicBezTo>
                  <a:lnTo>
                    <a:pt x="16608" y="81131"/>
                  </a:lnTo>
                  <a:cubicBezTo>
                    <a:pt x="7688" y="81131"/>
                    <a:pt x="457" y="73901"/>
                    <a:pt x="457" y="64981"/>
                  </a:cubicBezTo>
                  <a:lnTo>
                    <a:pt x="457" y="16577"/>
                  </a:lnTo>
                  <a:cubicBezTo>
                    <a:pt x="457" y="7657"/>
                    <a:pt x="7688" y="427"/>
                    <a:pt x="16608" y="427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05C7608-E12F-58F2-1E8B-4FCAC2D47AE8}"/>
                </a:ext>
              </a:extLst>
            </p:cNvPr>
            <p:cNvSpPr/>
            <p:nvPr/>
          </p:nvSpPr>
          <p:spPr>
            <a:xfrm>
              <a:off x="2764910" y="5542002"/>
              <a:ext cx="726065" cy="80704"/>
            </a:xfrm>
            <a:custGeom>
              <a:avLst/>
              <a:gdLst>
                <a:gd name="csX0" fmla="*/ 16608 w 726065"/>
                <a:gd name="csY0" fmla="*/ 452 h 80704"/>
                <a:gd name="csX1" fmla="*/ 710373 w 726065"/>
                <a:gd name="csY1" fmla="*/ 452 h 80704"/>
                <a:gd name="csX2" fmla="*/ 726523 w 726065"/>
                <a:gd name="csY2" fmla="*/ 16602 h 80704"/>
                <a:gd name="csX3" fmla="*/ 726523 w 726065"/>
                <a:gd name="csY3" fmla="*/ 65006 h 80704"/>
                <a:gd name="csX4" fmla="*/ 710372 w 726065"/>
                <a:gd name="csY4" fmla="*/ 81157 h 80704"/>
                <a:gd name="csX5" fmla="*/ 16608 w 726065"/>
                <a:gd name="csY5" fmla="*/ 81157 h 80704"/>
                <a:gd name="csX6" fmla="*/ 457 w 726065"/>
                <a:gd name="csY6" fmla="*/ 65006 h 80704"/>
                <a:gd name="csX7" fmla="*/ 457 w 726065"/>
                <a:gd name="csY7" fmla="*/ 16602 h 80704"/>
                <a:gd name="csX8" fmla="*/ 16608 w 726065"/>
                <a:gd name="csY8" fmla="*/ 452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608" y="452"/>
                  </a:moveTo>
                  <a:lnTo>
                    <a:pt x="710373" y="452"/>
                  </a:lnTo>
                  <a:cubicBezTo>
                    <a:pt x="719292" y="452"/>
                    <a:pt x="726523" y="7683"/>
                    <a:pt x="726523" y="16602"/>
                  </a:cubicBezTo>
                  <a:lnTo>
                    <a:pt x="726523" y="65006"/>
                  </a:lnTo>
                  <a:cubicBezTo>
                    <a:pt x="726523" y="73926"/>
                    <a:pt x="719292" y="81157"/>
                    <a:pt x="710372" y="81157"/>
                  </a:cubicBezTo>
                  <a:lnTo>
                    <a:pt x="16608" y="81157"/>
                  </a:lnTo>
                  <a:cubicBezTo>
                    <a:pt x="7688" y="81157"/>
                    <a:pt x="457" y="73926"/>
                    <a:pt x="457" y="65006"/>
                  </a:cubicBezTo>
                  <a:lnTo>
                    <a:pt x="457" y="16602"/>
                  </a:lnTo>
                  <a:cubicBezTo>
                    <a:pt x="457" y="7683"/>
                    <a:pt x="7688" y="452"/>
                    <a:pt x="16608" y="452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F0D6025-EC3C-BE92-196D-B3B9BA6FEDEB}"/>
                </a:ext>
              </a:extLst>
            </p:cNvPr>
            <p:cNvSpPr/>
            <p:nvPr/>
          </p:nvSpPr>
          <p:spPr>
            <a:xfrm>
              <a:off x="2764910" y="5687209"/>
              <a:ext cx="281716" cy="80704"/>
            </a:xfrm>
            <a:custGeom>
              <a:avLst/>
              <a:gdLst>
                <a:gd name="csX0" fmla="*/ 16608 w 281716"/>
                <a:gd name="csY0" fmla="*/ 477 h 80704"/>
                <a:gd name="csX1" fmla="*/ 266024 w 281716"/>
                <a:gd name="csY1" fmla="*/ 477 h 80704"/>
                <a:gd name="csX2" fmla="*/ 282174 w 281716"/>
                <a:gd name="csY2" fmla="*/ 16627 h 80704"/>
                <a:gd name="csX3" fmla="*/ 282174 w 281716"/>
                <a:gd name="csY3" fmla="*/ 65032 h 80704"/>
                <a:gd name="csX4" fmla="*/ 266024 w 281716"/>
                <a:gd name="csY4" fmla="*/ 81182 h 80704"/>
                <a:gd name="csX5" fmla="*/ 16608 w 281716"/>
                <a:gd name="csY5" fmla="*/ 81182 h 80704"/>
                <a:gd name="csX6" fmla="*/ 457 w 281716"/>
                <a:gd name="csY6" fmla="*/ 65032 h 80704"/>
                <a:gd name="csX7" fmla="*/ 457 w 281716"/>
                <a:gd name="csY7" fmla="*/ 16627 h 80704"/>
                <a:gd name="csX8" fmla="*/ 16608 w 281716"/>
                <a:gd name="csY8" fmla="*/ 47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1716" h="80704">
                  <a:moveTo>
                    <a:pt x="16608" y="477"/>
                  </a:moveTo>
                  <a:lnTo>
                    <a:pt x="266024" y="477"/>
                  </a:lnTo>
                  <a:cubicBezTo>
                    <a:pt x="274943" y="477"/>
                    <a:pt x="282174" y="7708"/>
                    <a:pt x="282174" y="16627"/>
                  </a:cubicBezTo>
                  <a:lnTo>
                    <a:pt x="282174" y="65032"/>
                  </a:lnTo>
                  <a:cubicBezTo>
                    <a:pt x="282174" y="73951"/>
                    <a:pt x="274943" y="81182"/>
                    <a:pt x="266024" y="81182"/>
                  </a:cubicBezTo>
                  <a:lnTo>
                    <a:pt x="16608" y="81182"/>
                  </a:lnTo>
                  <a:cubicBezTo>
                    <a:pt x="7688" y="81182"/>
                    <a:pt x="457" y="73951"/>
                    <a:pt x="457" y="65032"/>
                  </a:cubicBezTo>
                  <a:lnTo>
                    <a:pt x="457" y="16627"/>
                  </a:lnTo>
                  <a:cubicBezTo>
                    <a:pt x="457" y="7708"/>
                    <a:pt x="7688" y="477"/>
                    <a:pt x="16608" y="477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F091738-51EA-A3EC-4AD6-058D6E98EEEB}"/>
                </a:ext>
              </a:extLst>
            </p:cNvPr>
            <p:cNvSpPr/>
            <p:nvPr/>
          </p:nvSpPr>
          <p:spPr>
            <a:xfrm>
              <a:off x="3624047" y="4755466"/>
              <a:ext cx="726030" cy="484020"/>
            </a:xfrm>
            <a:custGeom>
              <a:avLst/>
              <a:gdLst>
                <a:gd name="csX0" fmla="*/ 32872 w 726030"/>
                <a:gd name="csY0" fmla="*/ 316 h 484020"/>
                <a:gd name="csX1" fmla="*/ 694371 w 726030"/>
                <a:gd name="csY1" fmla="*/ 316 h 484020"/>
                <a:gd name="csX2" fmla="*/ 726637 w 726030"/>
                <a:gd name="csY2" fmla="*/ 32581 h 484020"/>
                <a:gd name="csX3" fmla="*/ 726637 w 726030"/>
                <a:gd name="csY3" fmla="*/ 452070 h 484020"/>
                <a:gd name="csX4" fmla="*/ 694371 w 726030"/>
                <a:gd name="csY4" fmla="*/ 484336 h 484020"/>
                <a:gd name="csX5" fmla="*/ 32872 w 726030"/>
                <a:gd name="csY5" fmla="*/ 484336 h 484020"/>
                <a:gd name="csX6" fmla="*/ 606 w 726030"/>
                <a:gd name="csY6" fmla="*/ 452070 h 484020"/>
                <a:gd name="csX7" fmla="*/ 606 w 726030"/>
                <a:gd name="csY7" fmla="*/ 32581 h 484020"/>
                <a:gd name="csX8" fmla="*/ 32872 w 726030"/>
                <a:gd name="csY8" fmla="*/ 316 h 4840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30" h="484020">
                  <a:moveTo>
                    <a:pt x="32872" y="316"/>
                  </a:moveTo>
                  <a:lnTo>
                    <a:pt x="694371" y="316"/>
                  </a:lnTo>
                  <a:cubicBezTo>
                    <a:pt x="712191" y="316"/>
                    <a:pt x="726637" y="14761"/>
                    <a:pt x="726637" y="32581"/>
                  </a:cubicBezTo>
                  <a:lnTo>
                    <a:pt x="726637" y="452070"/>
                  </a:lnTo>
                  <a:cubicBezTo>
                    <a:pt x="726637" y="469890"/>
                    <a:pt x="712191" y="484336"/>
                    <a:pt x="694371" y="484336"/>
                  </a:cubicBezTo>
                  <a:lnTo>
                    <a:pt x="32872" y="484336"/>
                  </a:lnTo>
                  <a:cubicBezTo>
                    <a:pt x="15052" y="484336"/>
                    <a:pt x="606" y="469890"/>
                    <a:pt x="606" y="452070"/>
                  </a:cubicBezTo>
                  <a:lnTo>
                    <a:pt x="606" y="32581"/>
                  </a:lnTo>
                  <a:cubicBezTo>
                    <a:pt x="606" y="14761"/>
                    <a:pt x="15052" y="316"/>
                    <a:pt x="32872" y="316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226828F-7C51-3FDE-96AC-432B575F78B3}"/>
                </a:ext>
              </a:extLst>
            </p:cNvPr>
            <p:cNvSpPr/>
            <p:nvPr/>
          </p:nvSpPr>
          <p:spPr>
            <a:xfrm>
              <a:off x="3624047" y="5396794"/>
              <a:ext cx="726065" cy="80704"/>
            </a:xfrm>
            <a:custGeom>
              <a:avLst/>
              <a:gdLst>
                <a:gd name="csX0" fmla="*/ 16756 w 726065"/>
                <a:gd name="csY0" fmla="*/ 427 h 80704"/>
                <a:gd name="csX1" fmla="*/ 710521 w 726065"/>
                <a:gd name="csY1" fmla="*/ 427 h 80704"/>
                <a:gd name="csX2" fmla="*/ 726672 w 726065"/>
                <a:gd name="csY2" fmla="*/ 16577 h 80704"/>
                <a:gd name="csX3" fmla="*/ 726672 w 726065"/>
                <a:gd name="csY3" fmla="*/ 64981 h 80704"/>
                <a:gd name="csX4" fmla="*/ 710521 w 726065"/>
                <a:gd name="csY4" fmla="*/ 81131 h 80704"/>
                <a:gd name="csX5" fmla="*/ 16756 w 726065"/>
                <a:gd name="csY5" fmla="*/ 81131 h 80704"/>
                <a:gd name="csX6" fmla="*/ 606 w 726065"/>
                <a:gd name="csY6" fmla="*/ 64981 h 80704"/>
                <a:gd name="csX7" fmla="*/ 606 w 726065"/>
                <a:gd name="csY7" fmla="*/ 16577 h 80704"/>
                <a:gd name="csX8" fmla="*/ 16756 w 726065"/>
                <a:gd name="csY8" fmla="*/ 42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756" y="427"/>
                  </a:moveTo>
                  <a:lnTo>
                    <a:pt x="710521" y="427"/>
                  </a:lnTo>
                  <a:cubicBezTo>
                    <a:pt x="719441" y="427"/>
                    <a:pt x="726672" y="7657"/>
                    <a:pt x="726672" y="16577"/>
                  </a:cubicBezTo>
                  <a:lnTo>
                    <a:pt x="726672" y="64981"/>
                  </a:lnTo>
                  <a:cubicBezTo>
                    <a:pt x="726672" y="73901"/>
                    <a:pt x="719441" y="81131"/>
                    <a:pt x="710521" y="81131"/>
                  </a:cubicBezTo>
                  <a:lnTo>
                    <a:pt x="16756" y="81131"/>
                  </a:lnTo>
                  <a:cubicBezTo>
                    <a:pt x="7837" y="81131"/>
                    <a:pt x="606" y="73901"/>
                    <a:pt x="606" y="64981"/>
                  </a:cubicBezTo>
                  <a:lnTo>
                    <a:pt x="606" y="16577"/>
                  </a:lnTo>
                  <a:cubicBezTo>
                    <a:pt x="606" y="7657"/>
                    <a:pt x="7837" y="427"/>
                    <a:pt x="16756" y="427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C5A8A19-1894-C418-BAEE-4B19D5574F65}"/>
                </a:ext>
              </a:extLst>
            </p:cNvPr>
            <p:cNvSpPr/>
            <p:nvPr/>
          </p:nvSpPr>
          <p:spPr>
            <a:xfrm>
              <a:off x="3624047" y="5542002"/>
              <a:ext cx="726065" cy="80704"/>
            </a:xfrm>
            <a:custGeom>
              <a:avLst/>
              <a:gdLst>
                <a:gd name="csX0" fmla="*/ 16756 w 726065"/>
                <a:gd name="csY0" fmla="*/ 452 h 80704"/>
                <a:gd name="csX1" fmla="*/ 710521 w 726065"/>
                <a:gd name="csY1" fmla="*/ 452 h 80704"/>
                <a:gd name="csX2" fmla="*/ 726672 w 726065"/>
                <a:gd name="csY2" fmla="*/ 16602 h 80704"/>
                <a:gd name="csX3" fmla="*/ 726672 w 726065"/>
                <a:gd name="csY3" fmla="*/ 65006 h 80704"/>
                <a:gd name="csX4" fmla="*/ 710521 w 726065"/>
                <a:gd name="csY4" fmla="*/ 81157 h 80704"/>
                <a:gd name="csX5" fmla="*/ 16756 w 726065"/>
                <a:gd name="csY5" fmla="*/ 81157 h 80704"/>
                <a:gd name="csX6" fmla="*/ 606 w 726065"/>
                <a:gd name="csY6" fmla="*/ 65006 h 80704"/>
                <a:gd name="csX7" fmla="*/ 606 w 726065"/>
                <a:gd name="csY7" fmla="*/ 16602 h 80704"/>
                <a:gd name="csX8" fmla="*/ 16756 w 726065"/>
                <a:gd name="csY8" fmla="*/ 452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26065" h="80704">
                  <a:moveTo>
                    <a:pt x="16756" y="452"/>
                  </a:moveTo>
                  <a:lnTo>
                    <a:pt x="710521" y="452"/>
                  </a:lnTo>
                  <a:cubicBezTo>
                    <a:pt x="719441" y="452"/>
                    <a:pt x="726672" y="7683"/>
                    <a:pt x="726672" y="16602"/>
                  </a:cubicBezTo>
                  <a:lnTo>
                    <a:pt x="726672" y="65006"/>
                  </a:lnTo>
                  <a:cubicBezTo>
                    <a:pt x="726672" y="73926"/>
                    <a:pt x="719441" y="81157"/>
                    <a:pt x="710521" y="81157"/>
                  </a:cubicBezTo>
                  <a:lnTo>
                    <a:pt x="16756" y="81157"/>
                  </a:lnTo>
                  <a:cubicBezTo>
                    <a:pt x="7837" y="81157"/>
                    <a:pt x="606" y="73926"/>
                    <a:pt x="606" y="65006"/>
                  </a:cubicBezTo>
                  <a:lnTo>
                    <a:pt x="606" y="16602"/>
                  </a:lnTo>
                  <a:cubicBezTo>
                    <a:pt x="606" y="7683"/>
                    <a:pt x="7837" y="452"/>
                    <a:pt x="16756" y="452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0090E1D-DB44-5EF4-7AD3-C6BC318BDB6F}"/>
                </a:ext>
              </a:extLst>
            </p:cNvPr>
            <p:cNvSpPr/>
            <p:nvPr/>
          </p:nvSpPr>
          <p:spPr>
            <a:xfrm>
              <a:off x="3624047" y="5687209"/>
              <a:ext cx="281716" cy="80704"/>
            </a:xfrm>
            <a:custGeom>
              <a:avLst/>
              <a:gdLst>
                <a:gd name="csX0" fmla="*/ 16756 w 281716"/>
                <a:gd name="csY0" fmla="*/ 477 h 80704"/>
                <a:gd name="csX1" fmla="*/ 266173 w 281716"/>
                <a:gd name="csY1" fmla="*/ 477 h 80704"/>
                <a:gd name="csX2" fmla="*/ 282323 w 281716"/>
                <a:gd name="csY2" fmla="*/ 16627 h 80704"/>
                <a:gd name="csX3" fmla="*/ 282323 w 281716"/>
                <a:gd name="csY3" fmla="*/ 65032 h 80704"/>
                <a:gd name="csX4" fmla="*/ 266173 w 281716"/>
                <a:gd name="csY4" fmla="*/ 81182 h 80704"/>
                <a:gd name="csX5" fmla="*/ 16756 w 281716"/>
                <a:gd name="csY5" fmla="*/ 81182 h 80704"/>
                <a:gd name="csX6" fmla="*/ 606 w 281716"/>
                <a:gd name="csY6" fmla="*/ 65032 h 80704"/>
                <a:gd name="csX7" fmla="*/ 606 w 281716"/>
                <a:gd name="csY7" fmla="*/ 16627 h 80704"/>
                <a:gd name="csX8" fmla="*/ 16756 w 281716"/>
                <a:gd name="csY8" fmla="*/ 477 h 80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1716" h="80704">
                  <a:moveTo>
                    <a:pt x="16756" y="477"/>
                  </a:moveTo>
                  <a:lnTo>
                    <a:pt x="266173" y="477"/>
                  </a:lnTo>
                  <a:cubicBezTo>
                    <a:pt x="275092" y="477"/>
                    <a:pt x="282323" y="7708"/>
                    <a:pt x="282323" y="16627"/>
                  </a:cubicBezTo>
                  <a:lnTo>
                    <a:pt x="282323" y="65032"/>
                  </a:lnTo>
                  <a:cubicBezTo>
                    <a:pt x="282323" y="73951"/>
                    <a:pt x="275092" y="81182"/>
                    <a:pt x="266173" y="81182"/>
                  </a:cubicBezTo>
                  <a:lnTo>
                    <a:pt x="16756" y="81182"/>
                  </a:lnTo>
                  <a:cubicBezTo>
                    <a:pt x="7837" y="81182"/>
                    <a:pt x="606" y="73951"/>
                    <a:pt x="606" y="65032"/>
                  </a:cubicBezTo>
                  <a:lnTo>
                    <a:pt x="606" y="16627"/>
                  </a:lnTo>
                  <a:cubicBezTo>
                    <a:pt x="606" y="7708"/>
                    <a:pt x="7837" y="477"/>
                    <a:pt x="16756" y="477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31" name="Graphic 5">
            <a:extLst>
              <a:ext uri="{FF2B5EF4-FFF2-40B4-BE49-F238E27FC236}">
                <a16:creationId xmlns:a16="http://schemas.microsoft.com/office/drawing/2014/main" id="{57E3EE7A-A8BA-9EEB-786F-A290F34309A3}"/>
              </a:ext>
            </a:extLst>
          </p:cNvPr>
          <p:cNvGrpSpPr/>
          <p:nvPr/>
        </p:nvGrpSpPr>
        <p:grpSpPr>
          <a:xfrm>
            <a:off x="126999" y="3477670"/>
            <a:ext cx="1798436" cy="199823"/>
            <a:chOff x="126999" y="3477670"/>
            <a:chExt cx="1798436" cy="199823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B4883F9-9845-BF7E-B51F-BC227A861D1F}"/>
                </a:ext>
              </a:extLst>
            </p:cNvPr>
            <p:cNvSpPr/>
            <p:nvPr/>
          </p:nvSpPr>
          <p:spPr>
            <a:xfrm>
              <a:off x="126999" y="3477670"/>
              <a:ext cx="1798436" cy="199823"/>
            </a:xfrm>
            <a:custGeom>
              <a:avLst/>
              <a:gdLst>
                <a:gd name="csX0" fmla="*/ 59946 w 1798436"/>
                <a:gd name="csY0" fmla="*/ 94 h 199823"/>
                <a:gd name="csX1" fmla="*/ 1738450 w 1798436"/>
                <a:gd name="csY1" fmla="*/ 94 h 199823"/>
                <a:gd name="csX2" fmla="*/ 1798436 w 1798436"/>
                <a:gd name="csY2" fmla="*/ 60000 h 199823"/>
                <a:gd name="csX3" fmla="*/ 1798436 w 1798436"/>
                <a:gd name="csY3" fmla="*/ 60040 h 199823"/>
                <a:gd name="csX4" fmla="*/ 1798436 w 1798436"/>
                <a:gd name="csY4" fmla="*/ 139972 h 199823"/>
                <a:gd name="csX5" fmla="*/ 1738490 w 1798436"/>
                <a:gd name="csY5" fmla="*/ 199918 h 199823"/>
                <a:gd name="csX6" fmla="*/ 1738450 w 1798436"/>
                <a:gd name="csY6" fmla="*/ 199918 h 199823"/>
                <a:gd name="csX7" fmla="*/ 59946 w 1798436"/>
                <a:gd name="csY7" fmla="*/ 199918 h 199823"/>
                <a:gd name="csX8" fmla="*/ 0 w 1798436"/>
                <a:gd name="csY8" fmla="*/ 139972 h 199823"/>
                <a:gd name="csX9" fmla="*/ 0 w 1798436"/>
                <a:gd name="csY9" fmla="*/ 60040 h 199823"/>
                <a:gd name="csX10" fmla="*/ 59946 w 1798436"/>
                <a:gd name="csY10" fmla="*/ 94 h 199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798436" h="199823">
                  <a:moveTo>
                    <a:pt x="59946" y="94"/>
                  </a:moveTo>
                  <a:lnTo>
                    <a:pt x="1738450" y="94"/>
                  </a:lnTo>
                  <a:cubicBezTo>
                    <a:pt x="1771557" y="72"/>
                    <a:pt x="1798414" y="26892"/>
                    <a:pt x="1798436" y="60000"/>
                  </a:cubicBezTo>
                  <a:cubicBezTo>
                    <a:pt x="1798436" y="60013"/>
                    <a:pt x="1798436" y="60027"/>
                    <a:pt x="1798436" y="60040"/>
                  </a:cubicBezTo>
                  <a:lnTo>
                    <a:pt x="1798436" y="139972"/>
                  </a:lnTo>
                  <a:cubicBezTo>
                    <a:pt x="1798436" y="173079"/>
                    <a:pt x="1771598" y="199918"/>
                    <a:pt x="1738490" y="199918"/>
                  </a:cubicBezTo>
                  <a:cubicBezTo>
                    <a:pt x="1738477" y="199918"/>
                    <a:pt x="1738463" y="199918"/>
                    <a:pt x="1738450" y="199918"/>
                  </a:cubicBezTo>
                  <a:lnTo>
                    <a:pt x="59946" y="199918"/>
                  </a:lnTo>
                  <a:cubicBezTo>
                    <a:pt x="26839" y="199918"/>
                    <a:pt x="0" y="173079"/>
                    <a:pt x="0" y="139972"/>
                  </a:cubicBezTo>
                  <a:lnTo>
                    <a:pt x="0" y="60040"/>
                  </a:lnTo>
                  <a:cubicBezTo>
                    <a:pt x="0" y="26933"/>
                    <a:pt x="26839" y="94"/>
                    <a:pt x="59946" y="94"/>
                  </a:cubicBezTo>
                  <a:close/>
                </a:path>
              </a:pathLst>
            </a:custGeom>
            <a:solidFill>
              <a:srgbClr val="FFFF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9064689-D184-1B7C-17E0-30F51C549416}"/>
                </a:ext>
              </a:extLst>
            </p:cNvPr>
            <p:cNvSpPr/>
            <p:nvPr/>
          </p:nvSpPr>
          <p:spPr>
            <a:xfrm>
              <a:off x="126999" y="3477670"/>
              <a:ext cx="1798436" cy="199823"/>
            </a:xfrm>
            <a:custGeom>
              <a:avLst/>
              <a:gdLst>
                <a:gd name="csX0" fmla="*/ 59946 w 1798436"/>
                <a:gd name="csY0" fmla="*/ 10084 h 199823"/>
                <a:gd name="csX1" fmla="*/ 9990 w 1798436"/>
                <a:gd name="csY1" fmla="*/ 60040 h 199823"/>
                <a:gd name="csX2" fmla="*/ 9990 w 1798436"/>
                <a:gd name="csY2" fmla="*/ 139972 h 199823"/>
                <a:gd name="csX3" fmla="*/ 59946 w 1798436"/>
                <a:gd name="csY3" fmla="*/ 189928 h 199823"/>
                <a:gd name="csX4" fmla="*/ 1738450 w 1798436"/>
                <a:gd name="csY4" fmla="*/ 189928 h 199823"/>
                <a:gd name="csX5" fmla="*/ 1788406 w 1798436"/>
                <a:gd name="csY5" fmla="*/ 139972 h 199823"/>
                <a:gd name="csX6" fmla="*/ 1788406 w 1798436"/>
                <a:gd name="csY6" fmla="*/ 60040 h 199823"/>
                <a:gd name="csX7" fmla="*/ 1738450 w 1798436"/>
                <a:gd name="csY7" fmla="*/ 10084 h 199823"/>
                <a:gd name="csX8" fmla="*/ 59946 w 1798436"/>
                <a:gd name="csY8" fmla="*/ 10084 h 199823"/>
                <a:gd name="csX9" fmla="*/ 59946 w 1798436"/>
                <a:gd name="csY9" fmla="*/ 94 h 199823"/>
                <a:gd name="csX10" fmla="*/ 1738450 w 1798436"/>
                <a:gd name="csY10" fmla="*/ 94 h 199823"/>
                <a:gd name="csX11" fmla="*/ 1798436 w 1798436"/>
                <a:gd name="csY11" fmla="*/ 60000 h 199823"/>
                <a:gd name="csX12" fmla="*/ 1798436 w 1798436"/>
                <a:gd name="csY12" fmla="*/ 60040 h 199823"/>
                <a:gd name="csX13" fmla="*/ 1798436 w 1798436"/>
                <a:gd name="csY13" fmla="*/ 139972 h 199823"/>
                <a:gd name="csX14" fmla="*/ 1738490 w 1798436"/>
                <a:gd name="csY14" fmla="*/ 199918 h 199823"/>
                <a:gd name="csX15" fmla="*/ 1738450 w 1798436"/>
                <a:gd name="csY15" fmla="*/ 199918 h 199823"/>
                <a:gd name="csX16" fmla="*/ 59946 w 1798436"/>
                <a:gd name="csY16" fmla="*/ 199918 h 199823"/>
                <a:gd name="csX17" fmla="*/ 0 w 1798436"/>
                <a:gd name="csY17" fmla="*/ 139972 h 199823"/>
                <a:gd name="csX18" fmla="*/ 0 w 1798436"/>
                <a:gd name="csY18" fmla="*/ 60040 h 199823"/>
                <a:gd name="csX19" fmla="*/ 59946 w 1798436"/>
                <a:gd name="csY19" fmla="*/ 94 h 199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798436" h="199823">
                  <a:moveTo>
                    <a:pt x="59946" y="10084"/>
                  </a:moveTo>
                  <a:cubicBezTo>
                    <a:pt x="32369" y="10116"/>
                    <a:pt x="10022" y="32463"/>
                    <a:pt x="9990" y="60040"/>
                  </a:cubicBezTo>
                  <a:lnTo>
                    <a:pt x="9990" y="139972"/>
                  </a:lnTo>
                  <a:cubicBezTo>
                    <a:pt x="10022" y="167549"/>
                    <a:pt x="32369" y="189896"/>
                    <a:pt x="59946" y="189928"/>
                  </a:cubicBezTo>
                  <a:lnTo>
                    <a:pt x="1738450" y="189928"/>
                  </a:lnTo>
                  <a:cubicBezTo>
                    <a:pt x="1766027" y="189896"/>
                    <a:pt x="1788374" y="167549"/>
                    <a:pt x="1788406" y="139972"/>
                  </a:cubicBezTo>
                  <a:lnTo>
                    <a:pt x="1788406" y="60040"/>
                  </a:lnTo>
                  <a:cubicBezTo>
                    <a:pt x="1788374" y="32463"/>
                    <a:pt x="1766027" y="10116"/>
                    <a:pt x="1738450" y="10084"/>
                  </a:cubicBezTo>
                  <a:lnTo>
                    <a:pt x="59946" y="10084"/>
                  </a:lnTo>
                  <a:moveTo>
                    <a:pt x="59946" y="94"/>
                  </a:moveTo>
                  <a:lnTo>
                    <a:pt x="1738450" y="94"/>
                  </a:lnTo>
                  <a:cubicBezTo>
                    <a:pt x="1771557" y="72"/>
                    <a:pt x="1798414" y="26892"/>
                    <a:pt x="1798436" y="60000"/>
                  </a:cubicBezTo>
                  <a:cubicBezTo>
                    <a:pt x="1798436" y="60013"/>
                    <a:pt x="1798436" y="60027"/>
                    <a:pt x="1798436" y="60040"/>
                  </a:cubicBezTo>
                  <a:lnTo>
                    <a:pt x="1798436" y="139972"/>
                  </a:lnTo>
                  <a:cubicBezTo>
                    <a:pt x="1798436" y="173079"/>
                    <a:pt x="1771598" y="199918"/>
                    <a:pt x="1738490" y="199918"/>
                  </a:cubicBezTo>
                  <a:cubicBezTo>
                    <a:pt x="1738477" y="199918"/>
                    <a:pt x="1738463" y="199918"/>
                    <a:pt x="1738450" y="199918"/>
                  </a:cubicBezTo>
                  <a:lnTo>
                    <a:pt x="59946" y="199918"/>
                  </a:lnTo>
                  <a:cubicBezTo>
                    <a:pt x="26839" y="199918"/>
                    <a:pt x="0" y="173079"/>
                    <a:pt x="0" y="139972"/>
                  </a:cubicBezTo>
                  <a:lnTo>
                    <a:pt x="0" y="60040"/>
                  </a:lnTo>
                  <a:cubicBezTo>
                    <a:pt x="0" y="26933"/>
                    <a:pt x="26839" y="94"/>
                    <a:pt x="59946" y="94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F43F805-5FD0-5F20-325F-C5758D4F13B9}"/>
                </a:ext>
              </a:extLst>
            </p:cNvPr>
            <p:cNvSpPr/>
            <p:nvPr/>
          </p:nvSpPr>
          <p:spPr>
            <a:xfrm>
              <a:off x="246897" y="3517636"/>
              <a:ext cx="119891" cy="119891"/>
            </a:xfrm>
            <a:custGeom>
              <a:avLst/>
              <a:gdLst>
                <a:gd name="csX0" fmla="*/ 59967 w 119891"/>
                <a:gd name="csY0" fmla="*/ 101 h 119891"/>
                <a:gd name="csX1" fmla="*/ 119913 w 119891"/>
                <a:gd name="csY1" fmla="*/ 60047 h 119891"/>
                <a:gd name="csX2" fmla="*/ 59967 w 119891"/>
                <a:gd name="csY2" fmla="*/ 119993 h 119891"/>
                <a:gd name="csX3" fmla="*/ 21 w 119891"/>
                <a:gd name="csY3" fmla="*/ 60047 h 119891"/>
                <a:gd name="csX4" fmla="*/ 59967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59967" y="101"/>
                  </a:moveTo>
                  <a:cubicBezTo>
                    <a:pt x="93074" y="101"/>
                    <a:pt x="119913" y="26940"/>
                    <a:pt x="119913" y="60047"/>
                  </a:cubicBezTo>
                  <a:cubicBezTo>
                    <a:pt x="119913" y="93154"/>
                    <a:pt x="93074" y="119993"/>
                    <a:pt x="59967" y="119993"/>
                  </a:cubicBezTo>
                  <a:cubicBezTo>
                    <a:pt x="26860" y="119993"/>
                    <a:pt x="21" y="93154"/>
                    <a:pt x="21" y="60047"/>
                  </a:cubicBezTo>
                  <a:cubicBezTo>
                    <a:pt x="21" y="26940"/>
                    <a:pt x="26860" y="101"/>
                    <a:pt x="59967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1A67C0A-B087-210B-825D-BCF53E908629}"/>
                </a:ext>
              </a:extLst>
            </p:cNvPr>
            <p:cNvSpPr/>
            <p:nvPr/>
          </p:nvSpPr>
          <p:spPr>
            <a:xfrm>
              <a:off x="486687" y="3517636"/>
              <a:ext cx="119891" cy="119891"/>
            </a:xfrm>
            <a:custGeom>
              <a:avLst/>
              <a:gdLst>
                <a:gd name="csX0" fmla="*/ 60008 w 119891"/>
                <a:gd name="csY0" fmla="*/ 101 h 119891"/>
                <a:gd name="csX1" fmla="*/ 119954 w 119891"/>
                <a:gd name="csY1" fmla="*/ 60047 h 119891"/>
                <a:gd name="csX2" fmla="*/ 60008 w 119891"/>
                <a:gd name="csY2" fmla="*/ 119993 h 119891"/>
                <a:gd name="csX3" fmla="*/ 62 w 119891"/>
                <a:gd name="csY3" fmla="*/ 60047 h 119891"/>
                <a:gd name="csX4" fmla="*/ 60008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008" y="101"/>
                  </a:moveTo>
                  <a:cubicBezTo>
                    <a:pt x="93116" y="101"/>
                    <a:pt x="119954" y="26940"/>
                    <a:pt x="119954" y="60047"/>
                  </a:cubicBezTo>
                  <a:cubicBezTo>
                    <a:pt x="119954" y="93154"/>
                    <a:pt x="93116" y="119993"/>
                    <a:pt x="60008" y="119993"/>
                  </a:cubicBezTo>
                  <a:cubicBezTo>
                    <a:pt x="26901" y="119993"/>
                    <a:pt x="62" y="93154"/>
                    <a:pt x="62" y="60047"/>
                  </a:cubicBezTo>
                  <a:cubicBezTo>
                    <a:pt x="62" y="26940"/>
                    <a:pt x="26901" y="101"/>
                    <a:pt x="60008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2F27CB3-E3CA-2BD9-CFF2-E0D9787B90BD}"/>
                </a:ext>
              </a:extLst>
            </p:cNvPr>
            <p:cNvSpPr/>
            <p:nvPr/>
          </p:nvSpPr>
          <p:spPr>
            <a:xfrm>
              <a:off x="726476" y="3517636"/>
              <a:ext cx="119891" cy="119891"/>
            </a:xfrm>
            <a:custGeom>
              <a:avLst/>
              <a:gdLst>
                <a:gd name="csX0" fmla="*/ 60050 w 119891"/>
                <a:gd name="csY0" fmla="*/ 101 h 119891"/>
                <a:gd name="csX1" fmla="*/ 119996 w 119891"/>
                <a:gd name="csY1" fmla="*/ 60047 h 119891"/>
                <a:gd name="csX2" fmla="*/ 60050 w 119891"/>
                <a:gd name="csY2" fmla="*/ 119993 h 119891"/>
                <a:gd name="csX3" fmla="*/ 104 w 119891"/>
                <a:gd name="csY3" fmla="*/ 60047 h 119891"/>
                <a:gd name="csX4" fmla="*/ 60050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050" y="101"/>
                  </a:moveTo>
                  <a:cubicBezTo>
                    <a:pt x="93157" y="101"/>
                    <a:pt x="119996" y="26940"/>
                    <a:pt x="119996" y="60047"/>
                  </a:cubicBezTo>
                  <a:cubicBezTo>
                    <a:pt x="119996" y="93154"/>
                    <a:pt x="93157" y="119993"/>
                    <a:pt x="60050" y="119993"/>
                  </a:cubicBezTo>
                  <a:cubicBezTo>
                    <a:pt x="26943" y="119993"/>
                    <a:pt x="104" y="93154"/>
                    <a:pt x="104" y="60047"/>
                  </a:cubicBezTo>
                  <a:cubicBezTo>
                    <a:pt x="104" y="26940"/>
                    <a:pt x="26943" y="101"/>
                    <a:pt x="60050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7768A32-DEE6-1AD4-8A9D-6F7A77FCC714}"/>
                </a:ext>
              </a:extLst>
            </p:cNvPr>
            <p:cNvSpPr/>
            <p:nvPr/>
          </p:nvSpPr>
          <p:spPr>
            <a:xfrm>
              <a:off x="966266" y="3517636"/>
              <a:ext cx="119891" cy="119891"/>
            </a:xfrm>
            <a:custGeom>
              <a:avLst/>
              <a:gdLst>
                <a:gd name="csX0" fmla="*/ 60091 w 119891"/>
                <a:gd name="csY0" fmla="*/ 101 h 119891"/>
                <a:gd name="csX1" fmla="*/ 120037 w 119891"/>
                <a:gd name="csY1" fmla="*/ 60047 h 119891"/>
                <a:gd name="csX2" fmla="*/ 60091 w 119891"/>
                <a:gd name="csY2" fmla="*/ 119993 h 119891"/>
                <a:gd name="csX3" fmla="*/ 146 w 119891"/>
                <a:gd name="csY3" fmla="*/ 60047 h 119891"/>
                <a:gd name="csX4" fmla="*/ 60091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091" y="101"/>
                  </a:moveTo>
                  <a:cubicBezTo>
                    <a:pt x="93199" y="101"/>
                    <a:pt x="120037" y="26940"/>
                    <a:pt x="120037" y="60047"/>
                  </a:cubicBezTo>
                  <a:cubicBezTo>
                    <a:pt x="120037" y="93154"/>
                    <a:pt x="93199" y="119993"/>
                    <a:pt x="60091" y="119993"/>
                  </a:cubicBezTo>
                  <a:cubicBezTo>
                    <a:pt x="26984" y="119993"/>
                    <a:pt x="146" y="93154"/>
                    <a:pt x="146" y="60047"/>
                  </a:cubicBezTo>
                  <a:cubicBezTo>
                    <a:pt x="146" y="26940"/>
                    <a:pt x="26984" y="101"/>
                    <a:pt x="60091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F1D23DA-D09E-56AE-3475-2CAA072670DB}"/>
                </a:ext>
              </a:extLst>
            </p:cNvPr>
            <p:cNvSpPr/>
            <p:nvPr/>
          </p:nvSpPr>
          <p:spPr>
            <a:xfrm>
              <a:off x="1206056" y="3517636"/>
              <a:ext cx="119891" cy="119891"/>
            </a:xfrm>
            <a:custGeom>
              <a:avLst/>
              <a:gdLst>
                <a:gd name="csX0" fmla="*/ 60133 w 119891"/>
                <a:gd name="csY0" fmla="*/ 101 h 119891"/>
                <a:gd name="csX1" fmla="*/ 120079 w 119891"/>
                <a:gd name="csY1" fmla="*/ 60047 h 119891"/>
                <a:gd name="csX2" fmla="*/ 60133 w 119891"/>
                <a:gd name="csY2" fmla="*/ 119993 h 119891"/>
                <a:gd name="csX3" fmla="*/ 187 w 119891"/>
                <a:gd name="csY3" fmla="*/ 60047 h 119891"/>
                <a:gd name="csX4" fmla="*/ 60133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133" y="101"/>
                  </a:moveTo>
                  <a:cubicBezTo>
                    <a:pt x="93240" y="101"/>
                    <a:pt x="120079" y="26940"/>
                    <a:pt x="120079" y="60047"/>
                  </a:cubicBezTo>
                  <a:cubicBezTo>
                    <a:pt x="120079" y="93154"/>
                    <a:pt x="93240" y="119993"/>
                    <a:pt x="60133" y="119993"/>
                  </a:cubicBezTo>
                  <a:cubicBezTo>
                    <a:pt x="27026" y="119993"/>
                    <a:pt x="187" y="93154"/>
                    <a:pt x="187" y="60047"/>
                  </a:cubicBezTo>
                  <a:cubicBezTo>
                    <a:pt x="187" y="26940"/>
                    <a:pt x="27026" y="101"/>
                    <a:pt x="60133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D234980-5E90-001C-5617-DE5E16C7BD86}"/>
                </a:ext>
              </a:extLst>
            </p:cNvPr>
            <p:cNvSpPr/>
            <p:nvPr/>
          </p:nvSpPr>
          <p:spPr>
            <a:xfrm>
              <a:off x="1445845" y="3517636"/>
              <a:ext cx="119891" cy="119891"/>
            </a:xfrm>
            <a:custGeom>
              <a:avLst/>
              <a:gdLst>
                <a:gd name="csX0" fmla="*/ 60175 w 119891"/>
                <a:gd name="csY0" fmla="*/ 101 h 119891"/>
                <a:gd name="csX1" fmla="*/ 120121 w 119891"/>
                <a:gd name="csY1" fmla="*/ 60047 h 119891"/>
                <a:gd name="csX2" fmla="*/ 60175 w 119891"/>
                <a:gd name="csY2" fmla="*/ 119993 h 119891"/>
                <a:gd name="csX3" fmla="*/ 229 w 119891"/>
                <a:gd name="csY3" fmla="*/ 60047 h 119891"/>
                <a:gd name="csX4" fmla="*/ 60175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175" y="101"/>
                  </a:moveTo>
                  <a:cubicBezTo>
                    <a:pt x="93282" y="101"/>
                    <a:pt x="120121" y="26940"/>
                    <a:pt x="120121" y="60047"/>
                  </a:cubicBezTo>
                  <a:cubicBezTo>
                    <a:pt x="120121" y="93154"/>
                    <a:pt x="93282" y="119993"/>
                    <a:pt x="60175" y="119993"/>
                  </a:cubicBezTo>
                  <a:cubicBezTo>
                    <a:pt x="27067" y="119993"/>
                    <a:pt x="229" y="93154"/>
                    <a:pt x="229" y="60047"/>
                  </a:cubicBezTo>
                  <a:cubicBezTo>
                    <a:pt x="229" y="26940"/>
                    <a:pt x="27067" y="101"/>
                    <a:pt x="60175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7F38A12-BCD3-1DBE-0381-0207E92E8676}"/>
                </a:ext>
              </a:extLst>
            </p:cNvPr>
            <p:cNvSpPr/>
            <p:nvPr/>
          </p:nvSpPr>
          <p:spPr>
            <a:xfrm>
              <a:off x="1685635" y="3517636"/>
              <a:ext cx="119891" cy="119891"/>
            </a:xfrm>
            <a:custGeom>
              <a:avLst/>
              <a:gdLst>
                <a:gd name="csX0" fmla="*/ 60216 w 119891"/>
                <a:gd name="csY0" fmla="*/ 101 h 119891"/>
                <a:gd name="csX1" fmla="*/ 120162 w 119891"/>
                <a:gd name="csY1" fmla="*/ 60047 h 119891"/>
                <a:gd name="csX2" fmla="*/ 60216 w 119891"/>
                <a:gd name="csY2" fmla="*/ 119993 h 119891"/>
                <a:gd name="csX3" fmla="*/ 270 w 119891"/>
                <a:gd name="csY3" fmla="*/ 60047 h 119891"/>
                <a:gd name="csX4" fmla="*/ 60216 w 119891"/>
                <a:gd name="csY4" fmla="*/ 101 h 119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9891" h="119891">
                  <a:moveTo>
                    <a:pt x="60216" y="101"/>
                  </a:moveTo>
                  <a:cubicBezTo>
                    <a:pt x="93323" y="101"/>
                    <a:pt x="120162" y="26940"/>
                    <a:pt x="120162" y="60047"/>
                  </a:cubicBezTo>
                  <a:cubicBezTo>
                    <a:pt x="120162" y="93154"/>
                    <a:pt x="93323" y="119993"/>
                    <a:pt x="60216" y="119993"/>
                  </a:cubicBezTo>
                  <a:cubicBezTo>
                    <a:pt x="27109" y="119993"/>
                    <a:pt x="270" y="93154"/>
                    <a:pt x="270" y="60047"/>
                  </a:cubicBezTo>
                  <a:cubicBezTo>
                    <a:pt x="270" y="26940"/>
                    <a:pt x="27109" y="101"/>
                    <a:pt x="60216" y="101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41" name="Graphic 5">
            <a:extLst>
              <a:ext uri="{FF2B5EF4-FFF2-40B4-BE49-F238E27FC236}">
                <a16:creationId xmlns:a16="http://schemas.microsoft.com/office/drawing/2014/main" id="{00A2F6DB-B1CD-D48F-9D1A-2D70C9D477A8}"/>
              </a:ext>
            </a:extLst>
          </p:cNvPr>
          <p:cNvGrpSpPr/>
          <p:nvPr/>
        </p:nvGrpSpPr>
        <p:grpSpPr>
          <a:xfrm>
            <a:off x="2901367" y="3748797"/>
            <a:ext cx="472969" cy="467201"/>
            <a:chOff x="2901367" y="3748797"/>
            <a:chExt cx="472969" cy="467201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67FFB217-F423-61C1-06AF-54B011480C7E}"/>
                </a:ext>
              </a:extLst>
            </p:cNvPr>
            <p:cNvSpPr/>
            <p:nvPr/>
          </p:nvSpPr>
          <p:spPr>
            <a:xfrm>
              <a:off x="2901367" y="3748797"/>
              <a:ext cx="472969" cy="467201"/>
            </a:xfrm>
            <a:custGeom>
              <a:avLst/>
              <a:gdLst>
                <a:gd name="csX0" fmla="*/ 438843 w 472969"/>
                <a:gd name="csY0" fmla="*/ 141 h 467201"/>
                <a:gd name="csX1" fmla="*/ 473450 w 472969"/>
                <a:gd name="csY1" fmla="*/ 141 h 467201"/>
                <a:gd name="csX2" fmla="*/ 473450 w 472969"/>
                <a:gd name="csY2" fmla="*/ 467342 h 467201"/>
                <a:gd name="csX3" fmla="*/ 438843 w 472969"/>
                <a:gd name="csY3" fmla="*/ 467342 h 467201"/>
                <a:gd name="csX4" fmla="*/ 35088 w 472969"/>
                <a:gd name="csY4" fmla="*/ 467342 h 467201"/>
                <a:gd name="csX5" fmla="*/ 481 w 472969"/>
                <a:gd name="csY5" fmla="*/ 467342 h 467201"/>
                <a:gd name="csX6" fmla="*/ 481 w 472969"/>
                <a:gd name="csY6" fmla="*/ 141 h 467201"/>
                <a:gd name="csX7" fmla="*/ 35088 w 472969"/>
                <a:gd name="csY7" fmla="*/ 141 h 4672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72969" h="467201">
                  <a:moveTo>
                    <a:pt x="438843" y="141"/>
                  </a:moveTo>
                  <a:cubicBezTo>
                    <a:pt x="457956" y="141"/>
                    <a:pt x="473450" y="141"/>
                    <a:pt x="473450" y="141"/>
                  </a:cubicBezTo>
                  <a:lnTo>
                    <a:pt x="473450" y="467342"/>
                  </a:lnTo>
                  <a:cubicBezTo>
                    <a:pt x="473450" y="467342"/>
                    <a:pt x="457956" y="467342"/>
                    <a:pt x="438843" y="467342"/>
                  </a:cubicBezTo>
                  <a:lnTo>
                    <a:pt x="35088" y="467342"/>
                  </a:lnTo>
                  <a:cubicBezTo>
                    <a:pt x="15975" y="467342"/>
                    <a:pt x="481" y="467342"/>
                    <a:pt x="481" y="467342"/>
                  </a:cubicBezTo>
                  <a:lnTo>
                    <a:pt x="481" y="141"/>
                  </a:lnTo>
                  <a:cubicBezTo>
                    <a:pt x="481" y="141"/>
                    <a:pt x="15975" y="141"/>
                    <a:pt x="35088" y="141"/>
                  </a:cubicBezTo>
                  <a:close/>
                </a:path>
              </a:pathLst>
            </a:custGeom>
            <a:solidFill>
              <a:srgbClr val="F2F2F2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A25DBA37-6981-9193-07D3-B59871586C83}"/>
                </a:ext>
              </a:extLst>
            </p:cNvPr>
            <p:cNvSpPr/>
            <p:nvPr/>
          </p:nvSpPr>
          <p:spPr>
            <a:xfrm>
              <a:off x="2903115" y="3750654"/>
              <a:ext cx="470852" cy="464317"/>
            </a:xfrm>
            <a:custGeom>
              <a:avLst/>
              <a:gdLst>
                <a:gd name="csX0" fmla="*/ 20092 w 470852"/>
                <a:gd name="csY0" fmla="*/ 9947 h 464317"/>
                <a:gd name="csX1" fmla="*/ 10287 w 470852"/>
                <a:gd name="csY1" fmla="*/ 19752 h 464317"/>
                <a:gd name="csX2" fmla="*/ 10287 w 470852"/>
                <a:gd name="csY2" fmla="*/ 444848 h 464317"/>
                <a:gd name="csX3" fmla="*/ 20092 w 470852"/>
                <a:gd name="csY3" fmla="*/ 454653 h 464317"/>
                <a:gd name="csX4" fmla="*/ 451723 w 470852"/>
                <a:gd name="csY4" fmla="*/ 454653 h 464317"/>
                <a:gd name="csX5" fmla="*/ 461528 w 470852"/>
                <a:gd name="csY5" fmla="*/ 444848 h 464317"/>
                <a:gd name="csX6" fmla="*/ 461528 w 470852"/>
                <a:gd name="csY6" fmla="*/ 19752 h 464317"/>
                <a:gd name="csX7" fmla="*/ 451723 w 470852"/>
                <a:gd name="csY7" fmla="*/ 9947 h 464317"/>
                <a:gd name="csX8" fmla="*/ 20092 w 470852"/>
                <a:gd name="csY8" fmla="*/ 9947 h 464317"/>
                <a:gd name="csX9" fmla="*/ 20092 w 470852"/>
                <a:gd name="csY9" fmla="*/ 141 h 464317"/>
                <a:gd name="csX10" fmla="*/ 451723 w 470852"/>
                <a:gd name="csY10" fmla="*/ 141 h 464317"/>
                <a:gd name="csX11" fmla="*/ 471334 w 470852"/>
                <a:gd name="csY11" fmla="*/ 19752 h 464317"/>
                <a:gd name="csX12" fmla="*/ 471334 w 470852"/>
                <a:gd name="csY12" fmla="*/ 444848 h 464317"/>
                <a:gd name="csX13" fmla="*/ 451723 w 470852"/>
                <a:gd name="csY13" fmla="*/ 464459 h 464317"/>
                <a:gd name="csX14" fmla="*/ 20092 w 470852"/>
                <a:gd name="csY14" fmla="*/ 464459 h 464317"/>
                <a:gd name="csX15" fmla="*/ 481 w 470852"/>
                <a:gd name="csY15" fmla="*/ 444848 h 464317"/>
                <a:gd name="csX16" fmla="*/ 481 w 470852"/>
                <a:gd name="csY16" fmla="*/ 19752 h 464317"/>
                <a:gd name="csX17" fmla="*/ 20092 w 470852"/>
                <a:gd name="csY17" fmla="*/ 141 h 4643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70852" h="464317">
                  <a:moveTo>
                    <a:pt x="20092" y="9947"/>
                  </a:moveTo>
                  <a:cubicBezTo>
                    <a:pt x="14677" y="9947"/>
                    <a:pt x="10287" y="14337"/>
                    <a:pt x="10287" y="19752"/>
                  </a:cubicBezTo>
                  <a:lnTo>
                    <a:pt x="10287" y="444848"/>
                  </a:lnTo>
                  <a:cubicBezTo>
                    <a:pt x="10287" y="450263"/>
                    <a:pt x="14677" y="454653"/>
                    <a:pt x="20092" y="454653"/>
                  </a:cubicBezTo>
                  <a:lnTo>
                    <a:pt x="451723" y="454653"/>
                  </a:lnTo>
                  <a:cubicBezTo>
                    <a:pt x="457138" y="454653"/>
                    <a:pt x="461528" y="450263"/>
                    <a:pt x="461528" y="444848"/>
                  </a:cubicBezTo>
                  <a:lnTo>
                    <a:pt x="461528" y="19752"/>
                  </a:lnTo>
                  <a:cubicBezTo>
                    <a:pt x="461528" y="14337"/>
                    <a:pt x="457138" y="9947"/>
                    <a:pt x="451723" y="9947"/>
                  </a:cubicBezTo>
                  <a:lnTo>
                    <a:pt x="20092" y="9947"/>
                  </a:lnTo>
                  <a:moveTo>
                    <a:pt x="20092" y="141"/>
                  </a:moveTo>
                  <a:lnTo>
                    <a:pt x="451723" y="141"/>
                  </a:lnTo>
                  <a:cubicBezTo>
                    <a:pt x="462554" y="141"/>
                    <a:pt x="471334" y="8921"/>
                    <a:pt x="471334" y="19752"/>
                  </a:cubicBezTo>
                  <a:lnTo>
                    <a:pt x="471334" y="444848"/>
                  </a:lnTo>
                  <a:cubicBezTo>
                    <a:pt x="471334" y="455679"/>
                    <a:pt x="462554" y="464459"/>
                    <a:pt x="451723" y="464459"/>
                  </a:cubicBezTo>
                  <a:lnTo>
                    <a:pt x="20092" y="464459"/>
                  </a:lnTo>
                  <a:cubicBezTo>
                    <a:pt x="9261" y="464459"/>
                    <a:pt x="481" y="455679"/>
                    <a:pt x="481" y="444848"/>
                  </a:cubicBezTo>
                  <a:lnTo>
                    <a:pt x="481" y="19752"/>
                  </a:lnTo>
                  <a:cubicBezTo>
                    <a:pt x="481" y="8921"/>
                    <a:pt x="9261" y="141"/>
                    <a:pt x="20092" y="141"/>
                  </a:cubicBezTo>
                  <a:close/>
                </a:path>
              </a:pathLst>
            </a:custGeom>
            <a:solidFill>
              <a:srgbClr val="090814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BDB9396-86B9-DA68-1412-7547644520F0}"/>
                </a:ext>
              </a:extLst>
            </p:cNvPr>
            <p:cNvSpPr/>
            <p:nvPr/>
          </p:nvSpPr>
          <p:spPr>
            <a:xfrm>
              <a:off x="2981593" y="3829132"/>
              <a:ext cx="313901" cy="19610"/>
            </a:xfrm>
            <a:custGeom>
              <a:avLst/>
              <a:gdLst>
                <a:gd name="csX0" fmla="*/ 10300 w 313901"/>
                <a:gd name="csY0" fmla="*/ 155 h 19610"/>
                <a:gd name="csX1" fmla="*/ 304591 w 313901"/>
                <a:gd name="csY1" fmla="*/ 155 h 19610"/>
                <a:gd name="csX2" fmla="*/ 314396 w 313901"/>
                <a:gd name="csY2" fmla="*/ 9960 h 19610"/>
                <a:gd name="csX3" fmla="*/ 304591 w 313901"/>
                <a:gd name="csY3" fmla="*/ 19766 h 19610"/>
                <a:gd name="csX4" fmla="*/ 10300 w 313901"/>
                <a:gd name="csY4" fmla="*/ 19766 h 19610"/>
                <a:gd name="csX5" fmla="*/ 495 w 313901"/>
                <a:gd name="csY5" fmla="*/ 9960 h 19610"/>
                <a:gd name="csX6" fmla="*/ 10300 w 313901"/>
                <a:gd name="csY6" fmla="*/ 155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300" y="155"/>
                  </a:moveTo>
                  <a:lnTo>
                    <a:pt x="304591" y="155"/>
                  </a:lnTo>
                  <a:cubicBezTo>
                    <a:pt x="310006" y="155"/>
                    <a:pt x="314396" y="4545"/>
                    <a:pt x="314396" y="9960"/>
                  </a:cubicBezTo>
                  <a:cubicBezTo>
                    <a:pt x="314396" y="15376"/>
                    <a:pt x="310006" y="19766"/>
                    <a:pt x="304591" y="19766"/>
                  </a:cubicBezTo>
                  <a:lnTo>
                    <a:pt x="10300" y="19766"/>
                  </a:lnTo>
                  <a:cubicBezTo>
                    <a:pt x="4885" y="19766"/>
                    <a:pt x="495" y="15376"/>
                    <a:pt x="495" y="9960"/>
                  </a:cubicBezTo>
                  <a:cubicBezTo>
                    <a:pt x="495" y="4545"/>
                    <a:pt x="4885" y="155"/>
                    <a:pt x="10300" y="155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DF1E557-3DDE-168C-F712-4F691E868093}"/>
                </a:ext>
              </a:extLst>
            </p:cNvPr>
            <p:cNvSpPr/>
            <p:nvPr/>
          </p:nvSpPr>
          <p:spPr>
            <a:xfrm>
              <a:off x="2981593" y="3901070"/>
              <a:ext cx="313901" cy="19610"/>
            </a:xfrm>
            <a:custGeom>
              <a:avLst/>
              <a:gdLst>
                <a:gd name="csX0" fmla="*/ 10300 w 313901"/>
                <a:gd name="csY0" fmla="*/ 167 h 19610"/>
                <a:gd name="csX1" fmla="*/ 304591 w 313901"/>
                <a:gd name="csY1" fmla="*/ 167 h 19610"/>
                <a:gd name="csX2" fmla="*/ 314396 w 313901"/>
                <a:gd name="csY2" fmla="*/ 9973 h 19610"/>
                <a:gd name="csX3" fmla="*/ 304591 w 313901"/>
                <a:gd name="csY3" fmla="*/ 19778 h 19610"/>
                <a:gd name="csX4" fmla="*/ 10300 w 313901"/>
                <a:gd name="csY4" fmla="*/ 19778 h 19610"/>
                <a:gd name="csX5" fmla="*/ 495 w 313901"/>
                <a:gd name="csY5" fmla="*/ 9973 h 19610"/>
                <a:gd name="csX6" fmla="*/ 10300 w 313901"/>
                <a:gd name="csY6" fmla="*/ 167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300" y="167"/>
                  </a:moveTo>
                  <a:lnTo>
                    <a:pt x="304591" y="167"/>
                  </a:lnTo>
                  <a:cubicBezTo>
                    <a:pt x="310006" y="167"/>
                    <a:pt x="314396" y="4558"/>
                    <a:pt x="314396" y="9973"/>
                  </a:cubicBezTo>
                  <a:cubicBezTo>
                    <a:pt x="314396" y="15388"/>
                    <a:pt x="310006" y="19778"/>
                    <a:pt x="304591" y="19778"/>
                  </a:cubicBezTo>
                  <a:lnTo>
                    <a:pt x="10300" y="19778"/>
                  </a:lnTo>
                  <a:cubicBezTo>
                    <a:pt x="4885" y="19778"/>
                    <a:pt x="495" y="15388"/>
                    <a:pt x="495" y="9973"/>
                  </a:cubicBezTo>
                  <a:cubicBezTo>
                    <a:pt x="495" y="4558"/>
                    <a:pt x="4885" y="167"/>
                    <a:pt x="10300" y="167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E50D360B-CB35-351D-C3C5-60A588891067}"/>
                </a:ext>
              </a:extLst>
            </p:cNvPr>
            <p:cNvSpPr/>
            <p:nvPr/>
          </p:nvSpPr>
          <p:spPr>
            <a:xfrm>
              <a:off x="2981593" y="3973007"/>
              <a:ext cx="313901" cy="19610"/>
            </a:xfrm>
            <a:custGeom>
              <a:avLst/>
              <a:gdLst>
                <a:gd name="csX0" fmla="*/ 10300 w 313901"/>
                <a:gd name="csY0" fmla="*/ 180 h 19610"/>
                <a:gd name="csX1" fmla="*/ 304591 w 313901"/>
                <a:gd name="csY1" fmla="*/ 180 h 19610"/>
                <a:gd name="csX2" fmla="*/ 314396 w 313901"/>
                <a:gd name="csY2" fmla="*/ 9985 h 19610"/>
                <a:gd name="csX3" fmla="*/ 304591 w 313901"/>
                <a:gd name="csY3" fmla="*/ 19791 h 19610"/>
                <a:gd name="csX4" fmla="*/ 10300 w 313901"/>
                <a:gd name="csY4" fmla="*/ 19791 h 19610"/>
                <a:gd name="csX5" fmla="*/ 495 w 313901"/>
                <a:gd name="csY5" fmla="*/ 9985 h 19610"/>
                <a:gd name="csX6" fmla="*/ 10300 w 313901"/>
                <a:gd name="csY6" fmla="*/ 180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300" y="180"/>
                  </a:moveTo>
                  <a:lnTo>
                    <a:pt x="304591" y="180"/>
                  </a:lnTo>
                  <a:cubicBezTo>
                    <a:pt x="310006" y="180"/>
                    <a:pt x="314396" y="4570"/>
                    <a:pt x="314396" y="9985"/>
                  </a:cubicBezTo>
                  <a:cubicBezTo>
                    <a:pt x="314396" y="15401"/>
                    <a:pt x="310006" y="19791"/>
                    <a:pt x="304591" y="19791"/>
                  </a:cubicBezTo>
                  <a:lnTo>
                    <a:pt x="10300" y="19791"/>
                  </a:lnTo>
                  <a:cubicBezTo>
                    <a:pt x="4885" y="19791"/>
                    <a:pt x="495" y="15401"/>
                    <a:pt x="495" y="9985"/>
                  </a:cubicBezTo>
                  <a:cubicBezTo>
                    <a:pt x="495" y="4570"/>
                    <a:pt x="4885" y="180"/>
                    <a:pt x="10300" y="180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654D18E-7EFD-A090-C379-AA7307356055}"/>
                </a:ext>
              </a:extLst>
            </p:cNvPr>
            <p:cNvSpPr/>
            <p:nvPr/>
          </p:nvSpPr>
          <p:spPr>
            <a:xfrm>
              <a:off x="2981593" y="4044939"/>
              <a:ext cx="313901" cy="19610"/>
            </a:xfrm>
            <a:custGeom>
              <a:avLst/>
              <a:gdLst>
                <a:gd name="csX0" fmla="*/ 10300 w 313901"/>
                <a:gd name="csY0" fmla="*/ 192 h 19610"/>
                <a:gd name="csX1" fmla="*/ 304591 w 313901"/>
                <a:gd name="csY1" fmla="*/ 192 h 19610"/>
                <a:gd name="csX2" fmla="*/ 314396 w 313901"/>
                <a:gd name="csY2" fmla="*/ 9998 h 19610"/>
                <a:gd name="csX3" fmla="*/ 304591 w 313901"/>
                <a:gd name="csY3" fmla="*/ 19803 h 19610"/>
                <a:gd name="csX4" fmla="*/ 10300 w 313901"/>
                <a:gd name="csY4" fmla="*/ 19803 h 19610"/>
                <a:gd name="csX5" fmla="*/ 495 w 313901"/>
                <a:gd name="csY5" fmla="*/ 9998 h 19610"/>
                <a:gd name="csX6" fmla="*/ 10300 w 313901"/>
                <a:gd name="csY6" fmla="*/ 192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300" y="192"/>
                  </a:moveTo>
                  <a:lnTo>
                    <a:pt x="304591" y="192"/>
                  </a:lnTo>
                  <a:cubicBezTo>
                    <a:pt x="310006" y="192"/>
                    <a:pt x="314396" y="4582"/>
                    <a:pt x="314396" y="9998"/>
                  </a:cubicBezTo>
                  <a:cubicBezTo>
                    <a:pt x="314396" y="15413"/>
                    <a:pt x="310006" y="19803"/>
                    <a:pt x="304591" y="19803"/>
                  </a:cubicBezTo>
                  <a:lnTo>
                    <a:pt x="10300" y="19803"/>
                  </a:lnTo>
                  <a:cubicBezTo>
                    <a:pt x="4885" y="19803"/>
                    <a:pt x="495" y="15413"/>
                    <a:pt x="495" y="9998"/>
                  </a:cubicBezTo>
                  <a:cubicBezTo>
                    <a:pt x="495" y="4582"/>
                    <a:pt x="4885" y="192"/>
                    <a:pt x="10300" y="192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FCA364EF-C58E-6E74-75CC-3349E6CA1C0C}"/>
                </a:ext>
              </a:extLst>
            </p:cNvPr>
            <p:cNvSpPr/>
            <p:nvPr/>
          </p:nvSpPr>
          <p:spPr>
            <a:xfrm>
              <a:off x="2981593" y="4116876"/>
              <a:ext cx="313901" cy="19610"/>
            </a:xfrm>
            <a:custGeom>
              <a:avLst/>
              <a:gdLst>
                <a:gd name="csX0" fmla="*/ 10300 w 313901"/>
                <a:gd name="csY0" fmla="*/ 205 h 19610"/>
                <a:gd name="csX1" fmla="*/ 304591 w 313901"/>
                <a:gd name="csY1" fmla="*/ 205 h 19610"/>
                <a:gd name="csX2" fmla="*/ 314396 w 313901"/>
                <a:gd name="csY2" fmla="*/ 10010 h 19610"/>
                <a:gd name="csX3" fmla="*/ 304591 w 313901"/>
                <a:gd name="csY3" fmla="*/ 19816 h 19610"/>
                <a:gd name="csX4" fmla="*/ 10300 w 313901"/>
                <a:gd name="csY4" fmla="*/ 19816 h 19610"/>
                <a:gd name="csX5" fmla="*/ 495 w 313901"/>
                <a:gd name="csY5" fmla="*/ 10010 h 19610"/>
                <a:gd name="csX6" fmla="*/ 10300 w 313901"/>
                <a:gd name="csY6" fmla="*/ 205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300" y="205"/>
                  </a:moveTo>
                  <a:lnTo>
                    <a:pt x="304591" y="205"/>
                  </a:lnTo>
                  <a:cubicBezTo>
                    <a:pt x="310006" y="205"/>
                    <a:pt x="314396" y="4595"/>
                    <a:pt x="314396" y="10010"/>
                  </a:cubicBezTo>
                  <a:cubicBezTo>
                    <a:pt x="314396" y="15426"/>
                    <a:pt x="310006" y="19816"/>
                    <a:pt x="304591" y="19816"/>
                  </a:cubicBezTo>
                  <a:lnTo>
                    <a:pt x="10300" y="19816"/>
                  </a:lnTo>
                  <a:cubicBezTo>
                    <a:pt x="4885" y="19816"/>
                    <a:pt x="495" y="15426"/>
                    <a:pt x="495" y="10010"/>
                  </a:cubicBezTo>
                  <a:cubicBezTo>
                    <a:pt x="495" y="4595"/>
                    <a:pt x="4885" y="205"/>
                    <a:pt x="10300" y="205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49" name="Graphic 5">
            <a:extLst>
              <a:ext uri="{FF2B5EF4-FFF2-40B4-BE49-F238E27FC236}">
                <a16:creationId xmlns:a16="http://schemas.microsoft.com/office/drawing/2014/main" id="{91C60B54-F4DE-540B-B3B1-40F19EF5B543}"/>
              </a:ext>
            </a:extLst>
          </p:cNvPr>
          <p:cNvGrpSpPr/>
          <p:nvPr/>
        </p:nvGrpSpPr>
        <p:grpSpPr>
          <a:xfrm>
            <a:off x="2172570" y="3194269"/>
            <a:ext cx="552061" cy="462165"/>
            <a:chOff x="2172570" y="3194269"/>
            <a:chExt cx="552061" cy="462165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D4C4123C-C018-90D4-5A95-04F9EDFF9319}"/>
                </a:ext>
              </a:extLst>
            </p:cNvPr>
            <p:cNvSpPr/>
            <p:nvPr/>
          </p:nvSpPr>
          <p:spPr>
            <a:xfrm rot="1200000">
              <a:off x="2213172" y="3265128"/>
              <a:ext cx="470858" cy="320448"/>
            </a:xfrm>
            <a:custGeom>
              <a:avLst/>
              <a:gdLst>
                <a:gd name="csX0" fmla="*/ 436612 w 470858"/>
                <a:gd name="csY0" fmla="*/ 57 h 320448"/>
                <a:gd name="csX1" fmla="*/ 471220 w 470858"/>
                <a:gd name="csY1" fmla="*/ 57 h 320448"/>
                <a:gd name="csX2" fmla="*/ 471220 w 470858"/>
                <a:gd name="csY2" fmla="*/ 320505 h 320448"/>
                <a:gd name="csX3" fmla="*/ 436612 w 470858"/>
                <a:gd name="csY3" fmla="*/ 320505 h 320448"/>
                <a:gd name="csX4" fmla="*/ 34969 w 470858"/>
                <a:gd name="csY4" fmla="*/ 320505 h 320448"/>
                <a:gd name="csX5" fmla="*/ 362 w 470858"/>
                <a:gd name="csY5" fmla="*/ 320505 h 320448"/>
                <a:gd name="csX6" fmla="*/ 362 w 470858"/>
                <a:gd name="csY6" fmla="*/ 57 h 320448"/>
                <a:gd name="csX7" fmla="*/ 34969 w 470858"/>
                <a:gd name="csY7" fmla="*/ 57 h 3204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70858" h="320448">
                  <a:moveTo>
                    <a:pt x="436612" y="57"/>
                  </a:moveTo>
                  <a:cubicBezTo>
                    <a:pt x="455725" y="57"/>
                    <a:pt x="471220" y="57"/>
                    <a:pt x="471220" y="57"/>
                  </a:cubicBezTo>
                  <a:lnTo>
                    <a:pt x="471220" y="320505"/>
                  </a:lnTo>
                  <a:cubicBezTo>
                    <a:pt x="471220" y="320505"/>
                    <a:pt x="455725" y="320505"/>
                    <a:pt x="436612" y="320505"/>
                  </a:cubicBezTo>
                  <a:lnTo>
                    <a:pt x="34969" y="320505"/>
                  </a:lnTo>
                  <a:cubicBezTo>
                    <a:pt x="15856" y="320505"/>
                    <a:pt x="362" y="320505"/>
                    <a:pt x="362" y="320505"/>
                  </a:cubicBezTo>
                  <a:lnTo>
                    <a:pt x="362" y="57"/>
                  </a:lnTo>
                  <a:cubicBezTo>
                    <a:pt x="362" y="57"/>
                    <a:pt x="15856" y="57"/>
                    <a:pt x="34969" y="57"/>
                  </a:cubicBezTo>
                  <a:close/>
                </a:path>
              </a:pathLst>
            </a:custGeom>
            <a:solidFill>
              <a:srgbClr val="F2F2F2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3FBA99AB-F140-10C9-4D6A-A7D301BF38DB}"/>
                </a:ext>
              </a:extLst>
            </p:cNvPr>
            <p:cNvSpPr/>
            <p:nvPr/>
          </p:nvSpPr>
          <p:spPr>
            <a:xfrm rot="1200000">
              <a:off x="2213174" y="3265127"/>
              <a:ext cx="470852" cy="320436"/>
            </a:xfrm>
            <a:custGeom>
              <a:avLst/>
              <a:gdLst>
                <a:gd name="csX0" fmla="*/ 19973 w 470852"/>
                <a:gd name="csY0" fmla="*/ 9863 h 320436"/>
                <a:gd name="csX1" fmla="*/ 10167 w 470852"/>
                <a:gd name="csY1" fmla="*/ 19668 h 320436"/>
                <a:gd name="csX2" fmla="*/ 10167 w 470852"/>
                <a:gd name="csY2" fmla="*/ 300883 h 320436"/>
                <a:gd name="csX3" fmla="*/ 19973 w 470852"/>
                <a:gd name="csY3" fmla="*/ 310688 h 320436"/>
                <a:gd name="csX4" fmla="*/ 451603 w 470852"/>
                <a:gd name="csY4" fmla="*/ 310688 h 320436"/>
                <a:gd name="csX5" fmla="*/ 461409 w 470852"/>
                <a:gd name="csY5" fmla="*/ 300883 h 320436"/>
                <a:gd name="csX6" fmla="*/ 461409 w 470852"/>
                <a:gd name="csY6" fmla="*/ 19668 h 320436"/>
                <a:gd name="csX7" fmla="*/ 451603 w 470852"/>
                <a:gd name="csY7" fmla="*/ 9863 h 320436"/>
                <a:gd name="csX8" fmla="*/ 19973 w 470852"/>
                <a:gd name="csY8" fmla="*/ 9863 h 320436"/>
                <a:gd name="csX9" fmla="*/ 19973 w 470852"/>
                <a:gd name="csY9" fmla="*/ 57 h 320436"/>
                <a:gd name="csX10" fmla="*/ 451603 w 470852"/>
                <a:gd name="csY10" fmla="*/ 57 h 320436"/>
                <a:gd name="csX11" fmla="*/ 471214 w 470852"/>
                <a:gd name="csY11" fmla="*/ 19668 h 320436"/>
                <a:gd name="csX12" fmla="*/ 471214 w 470852"/>
                <a:gd name="csY12" fmla="*/ 300883 h 320436"/>
                <a:gd name="csX13" fmla="*/ 451603 w 470852"/>
                <a:gd name="csY13" fmla="*/ 320494 h 320436"/>
                <a:gd name="csX14" fmla="*/ 19973 w 470852"/>
                <a:gd name="csY14" fmla="*/ 320494 h 320436"/>
                <a:gd name="csX15" fmla="*/ 362 w 470852"/>
                <a:gd name="csY15" fmla="*/ 300883 h 320436"/>
                <a:gd name="csX16" fmla="*/ 362 w 470852"/>
                <a:gd name="csY16" fmla="*/ 19668 h 320436"/>
                <a:gd name="csX17" fmla="*/ 19973 w 470852"/>
                <a:gd name="csY17" fmla="*/ 57 h 3204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70852" h="320436">
                  <a:moveTo>
                    <a:pt x="19973" y="9863"/>
                  </a:moveTo>
                  <a:cubicBezTo>
                    <a:pt x="14557" y="9863"/>
                    <a:pt x="10167" y="14253"/>
                    <a:pt x="10167" y="19668"/>
                  </a:cubicBezTo>
                  <a:lnTo>
                    <a:pt x="10167" y="300883"/>
                  </a:lnTo>
                  <a:cubicBezTo>
                    <a:pt x="10167" y="306298"/>
                    <a:pt x="14557" y="310688"/>
                    <a:pt x="19973" y="310688"/>
                  </a:cubicBezTo>
                  <a:lnTo>
                    <a:pt x="451603" y="310688"/>
                  </a:lnTo>
                  <a:cubicBezTo>
                    <a:pt x="457018" y="310688"/>
                    <a:pt x="461409" y="306298"/>
                    <a:pt x="461409" y="300883"/>
                  </a:cubicBezTo>
                  <a:lnTo>
                    <a:pt x="461409" y="19668"/>
                  </a:lnTo>
                  <a:cubicBezTo>
                    <a:pt x="461409" y="14253"/>
                    <a:pt x="457018" y="9863"/>
                    <a:pt x="451603" y="9863"/>
                  </a:cubicBezTo>
                  <a:lnTo>
                    <a:pt x="19973" y="9863"/>
                  </a:lnTo>
                  <a:moveTo>
                    <a:pt x="19973" y="57"/>
                  </a:moveTo>
                  <a:lnTo>
                    <a:pt x="451603" y="57"/>
                  </a:lnTo>
                  <a:cubicBezTo>
                    <a:pt x="462434" y="57"/>
                    <a:pt x="471214" y="8837"/>
                    <a:pt x="471214" y="19668"/>
                  </a:cubicBezTo>
                  <a:lnTo>
                    <a:pt x="471214" y="300883"/>
                  </a:lnTo>
                  <a:cubicBezTo>
                    <a:pt x="471214" y="311714"/>
                    <a:pt x="462434" y="320494"/>
                    <a:pt x="451603" y="320494"/>
                  </a:cubicBezTo>
                  <a:lnTo>
                    <a:pt x="19973" y="320494"/>
                  </a:lnTo>
                  <a:cubicBezTo>
                    <a:pt x="9142" y="320494"/>
                    <a:pt x="362" y="311714"/>
                    <a:pt x="362" y="300883"/>
                  </a:cubicBezTo>
                  <a:lnTo>
                    <a:pt x="362" y="19668"/>
                  </a:lnTo>
                  <a:cubicBezTo>
                    <a:pt x="362" y="8837"/>
                    <a:pt x="9142" y="57"/>
                    <a:pt x="19973" y="57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495BEF1-8966-671C-2CB0-E585D6448C4F}"/>
                </a:ext>
              </a:extLst>
            </p:cNvPr>
            <p:cNvSpPr/>
            <p:nvPr/>
          </p:nvSpPr>
          <p:spPr>
            <a:xfrm rot="1200000">
              <a:off x="2316255" y="3347945"/>
              <a:ext cx="313901" cy="19610"/>
            </a:xfrm>
            <a:custGeom>
              <a:avLst/>
              <a:gdLst>
                <a:gd name="csX0" fmla="*/ 10185 w 313901"/>
                <a:gd name="csY0" fmla="*/ 72 h 19610"/>
                <a:gd name="csX1" fmla="*/ 304476 w 313901"/>
                <a:gd name="csY1" fmla="*/ 72 h 19610"/>
                <a:gd name="csX2" fmla="*/ 314281 w 313901"/>
                <a:gd name="csY2" fmla="*/ 9877 h 19610"/>
                <a:gd name="csX3" fmla="*/ 304476 w 313901"/>
                <a:gd name="csY3" fmla="*/ 19682 h 19610"/>
                <a:gd name="csX4" fmla="*/ 10185 w 313901"/>
                <a:gd name="csY4" fmla="*/ 19682 h 19610"/>
                <a:gd name="csX5" fmla="*/ 380 w 313901"/>
                <a:gd name="csY5" fmla="*/ 9877 h 19610"/>
                <a:gd name="csX6" fmla="*/ 10185 w 313901"/>
                <a:gd name="csY6" fmla="*/ 72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185" y="72"/>
                  </a:moveTo>
                  <a:lnTo>
                    <a:pt x="304476" y="72"/>
                  </a:lnTo>
                  <a:cubicBezTo>
                    <a:pt x="309891" y="72"/>
                    <a:pt x="314281" y="4462"/>
                    <a:pt x="314281" y="9877"/>
                  </a:cubicBezTo>
                  <a:cubicBezTo>
                    <a:pt x="314281" y="15292"/>
                    <a:pt x="309891" y="19682"/>
                    <a:pt x="304476" y="19682"/>
                  </a:cubicBezTo>
                  <a:lnTo>
                    <a:pt x="10185" y="19682"/>
                  </a:lnTo>
                  <a:cubicBezTo>
                    <a:pt x="4770" y="19682"/>
                    <a:pt x="380" y="15292"/>
                    <a:pt x="380" y="9877"/>
                  </a:cubicBezTo>
                  <a:cubicBezTo>
                    <a:pt x="380" y="4462"/>
                    <a:pt x="4770" y="72"/>
                    <a:pt x="10185" y="72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4FA1BC-D1AA-E92D-A942-57F59720F415}"/>
                </a:ext>
              </a:extLst>
            </p:cNvPr>
            <p:cNvSpPr/>
            <p:nvPr/>
          </p:nvSpPr>
          <p:spPr>
            <a:xfrm rot="1200000">
              <a:off x="2291651" y="3415544"/>
              <a:ext cx="313901" cy="19610"/>
            </a:xfrm>
            <a:custGeom>
              <a:avLst/>
              <a:gdLst>
                <a:gd name="csX0" fmla="*/ 10181 w 313901"/>
                <a:gd name="csY0" fmla="*/ 83 h 19610"/>
                <a:gd name="csX1" fmla="*/ 304471 w 313901"/>
                <a:gd name="csY1" fmla="*/ 83 h 19610"/>
                <a:gd name="csX2" fmla="*/ 314277 w 313901"/>
                <a:gd name="csY2" fmla="*/ 9889 h 19610"/>
                <a:gd name="csX3" fmla="*/ 304471 w 313901"/>
                <a:gd name="csY3" fmla="*/ 19694 h 19610"/>
                <a:gd name="csX4" fmla="*/ 10181 w 313901"/>
                <a:gd name="csY4" fmla="*/ 19694 h 19610"/>
                <a:gd name="csX5" fmla="*/ 375 w 313901"/>
                <a:gd name="csY5" fmla="*/ 9889 h 19610"/>
                <a:gd name="csX6" fmla="*/ 10181 w 313901"/>
                <a:gd name="csY6" fmla="*/ 83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181" y="83"/>
                  </a:moveTo>
                  <a:lnTo>
                    <a:pt x="304471" y="83"/>
                  </a:lnTo>
                  <a:cubicBezTo>
                    <a:pt x="309887" y="83"/>
                    <a:pt x="314277" y="4473"/>
                    <a:pt x="314277" y="9889"/>
                  </a:cubicBezTo>
                  <a:cubicBezTo>
                    <a:pt x="314277" y="15304"/>
                    <a:pt x="309887" y="19694"/>
                    <a:pt x="304471" y="19694"/>
                  </a:cubicBezTo>
                  <a:lnTo>
                    <a:pt x="10181" y="19694"/>
                  </a:lnTo>
                  <a:cubicBezTo>
                    <a:pt x="4765" y="19694"/>
                    <a:pt x="375" y="15304"/>
                    <a:pt x="375" y="9889"/>
                  </a:cubicBezTo>
                  <a:cubicBezTo>
                    <a:pt x="375" y="4473"/>
                    <a:pt x="4765" y="83"/>
                    <a:pt x="10181" y="83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A7531D58-1D64-7ED9-E85E-3B65C811404E}"/>
                </a:ext>
              </a:extLst>
            </p:cNvPr>
            <p:cNvSpPr/>
            <p:nvPr/>
          </p:nvSpPr>
          <p:spPr>
            <a:xfrm rot="1200000">
              <a:off x="2267047" y="3483143"/>
              <a:ext cx="313901" cy="19610"/>
            </a:xfrm>
            <a:custGeom>
              <a:avLst/>
              <a:gdLst>
                <a:gd name="csX0" fmla="*/ 10176 w 313901"/>
                <a:gd name="csY0" fmla="*/ 95 h 19610"/>
                <a:gd name="csX1" fmla="*/ 304467 w 313901"/>
                <a:gd name="csY1" fmla="*/ 95 h 19610"/>
                <a:gd name="csX2" fmla="*/ 314273 w 313901"/>
                <a:gd name="csY2" fmla="*/ 9900 h 19610"/>
                <a:gd name="csX3" fmla="*/ 304467 w 313901"/>
                <a:gd name="csY3" fmla="*/ 19706 h 19610"/>
                <a:gd name="csX4" fmla="*/ 10176 w 313901"/>
                <a:gd name="csY4" fmla="*/ 19706 h 19610"/>
                <a:gd name="csX5" fmla="*/ 371 w 313901"/>
                <a:gd name="csY5" fmla="*/ 9900 h 19610"/>
                <a:gd name="csX6" fmla="*/ 10176 w 313901"/>
                <a:gd name="csY6" fmla="*/ 95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10176" y="95"/>
                  </a:moveTo>
                  <a:lnTo>
                    <a:pt x="304467" y="95"/>
                  </a:lnTo>
                  <a:cubicBezTo>
                    <a:pt x="309883" y="95"/>
                    <a:pt x="314273" y="4485"/>
                    <a:pt x="314273" y="9900"/>
                  </a:cubicBezTo>
                  <a:cubicBezTo>
                    <a:pt x="314273" y="15316"/>
                    <a:pt x="309883" y="19706"/>
                    <a:pt x="304467" y="19706"/>
                  </a:cubicBezTo>
                  <a:lnTo>
                    <a:pt x="10176" y="19706"/>
                  </a:lnTo>
                  <a:cubicBezTo>
                    <a:pt x="4761" y="19706"/>
                    <a:pt x="371" y="15316"/>
                    <a:pt x="371" y="9900"/>
                  </a:cubicBezTo>
                  <a:cubicBezTo>
                    <a:pt x="371" y="4485"/>
                    <a:pt x="4761" y="95"/>
                    <a:pt x="10176" y="95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55" name="Graphic 5">
            <a:extLst>
              <a:ext uri="{FF2B5EF4-FFF2-40B4-BE49-F238E27FC236}">
                <a16:creationId xmlns:a16="http://schemas.microsoft.com/office/drawing/2014/main" id="{CDB86E2F-D83E-F847-9EF5-0B90E15EE0CC}"/>
              </a:ext>
            </a:extLst>
          </p:cNvPr>
          <p:cNvGrpSpPr/>
          <p:nvPr/>
        </p:nvGrpSpPr>
        <p:grpSpPr>
          <a:xfrm>
            <a:off x="819149" y="3104901"/>
            <a:ext cx="472969" cy="320886"/>
            <a:chOff x="819149" y="3104901"/>
            <a:chExt cx="472969" cy="320886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87B73A9A-F64E-D6F0-9BEA-10B0DB37ED0F}"/>
                </a:ext>
              </a:extLst>
            </p:cNvPr>
            <p:cNvSpPr/>
            <p:nvPr/>
          </p:nvSpPr>
          <p:spPr>
            <a:xfrm>
              <a:off x="819149" y="3108552"/>
              <a:ext cx="472969" cy="317235"/>
            </a:xfrm>
            <a:custGeom>
              <a:avLst/>
              <a:gdLst>
                <a:gd name="csX0" fmla="*/ 438482 w 472969"/>
                <a:gd name="csY0" fmla="*/ 30 h 317235"/>
                <a:gd name="csX1" fmla="*/ 473089 w 472969"/>
                <a:gd name="csY1" fmla="*/ 30 h 317235"/>
                <a:gd name="csX2" fmla="*/ 473089 w 472969"/>
                <a:gd name="csY2" fmla="*/ 317265 h 317235"/>
                <a:gd name="csX3" fmla="*/ 438482 w 472969"/>
                <a:gd name="csY3" fmla="*/ 317265 h 317235"/>
                <a:gd name="csX4" fmla="*/ 34727 w 472969"/>
                <a:gd name="csY4" fmla="*/ 317265 h 317235"/>
                <a:gd name="csX5" fmla="*/ 120 w 472969"/>
                <a:gd name="csY5" fmla="*/ 317265 h 317235"/>
                <a:gd name="csX6" fmla="*/ 120 w 472969"/>
                <a:gd name="csY6" fmla="*/ 30 h 317235"/>
                <a:gd name="csX7" fmla="*/ 34727 w 472969"/>
                <a:gd name="csY7" fmla="*/ 30 h 3172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72969" h="317235">
                  <a:moveTo>
                    <a:pt x="438482" y="30"/>
                  </a:moveTo>
                  <a:cubicBezTo>
                    <a:pt x="457595" y="30"/>
                    <a:pt x="473089" y="30"/>
                    <a:pt x="473089" y="30"/>
                  </a:cubicBezTo>
                  <a:lnTo>
                    <a:pt x="473089" y="317265"/>
                  </a:lnTo>
                  <a:cubicBezTo>
                    <a:pt x="473089" y="317265"/>
                    <a:pt x="457595" y="317265"/>
                    <a:pt x="438482" y="317265"/>
                  </a:cubicBezTo>
                  <a:lnTo>
                    <a:pt x="34727" y="317265"/>
                  </a:lnTo>
                  <a:cubicBezTo>
                    <a:pt x="15614" y="317265"/>
                    <a:pt x="120" y="317265"/>
                    <a:pt x="120" y="317265"/>
                  </a:cubicBezTo>
                  <a:lnTo>
                    <a:pt x="120" y="30"/>
                  </a:lnTo>
                  <a:cubicBezTo>
                    <a:pt x="120" y="30"/>
                    <a:pt x="15614" y="30"/>
                    <a:pt x="34727" y="30"/>
                  </a:cubicBezTo>
                  <a:close/>
                </a:path>
              </a:pathLst>
            </a:custGeom>
            <a:solidFill>
              <a:srgbClr val="F2F2F2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C3A6AD4-46B9-530B-B0A9-B8BE3F67A704}"/>
                </a:ext>
              </a:extLst>
            </p:cNvPr>
            <p:cNvSpPr/>
            <p:nvPr/>
          </p:nvSpPr>
          <p:spPr>
            <a:xfrm>
              <a:off x="820211" y="3104901"/>
              <a:ext cx="470852" cy="320436"/>
            </a:xfrm>
            <a:custGeom>
              <a:avLst/>
              <a:gdLst>
                <a:gd name="csX0" fmla="*/ 19731 w 470852"/>
                <a:gd name="csY0" fmla="*/ 9835 h 320436"/>
                <a:gd name="csX1" fmla="*/ 9926 w 470852"/>
                <a:gd name="csY1" fmla="*/ 19640 h 320436"/>
                <a:gd name="csX2" fmla="*/ 9926 w 470852"/>
                <a:gd name="csY2" fmla="*/ 300855 h 320436"/>
                <a:gd name="csX3" fmla="*/ 19731 w 470852"/>
                <a:gd name="csY3" fmla="*/ 310661 h 320436"/>
                <a:gd name="csX4" fmla="*/ 451362 w 470852"/>
                <a:gd name="csY4" fmla="*/ 310661 h 320436"/>
                <a:gd name="csX5" fmla="*/ 461167 w 470852"/>
                <a:gd name="csY5" fmla="*/ 300855 h 320436"/>
                <a:gd name="csX6" fmla="*/ 461167 w 470852"/>
                <a:gd name="csY6" fmla="*/ 19640 h 320436"/>
                <a:gd name="csX7" fmla="*/ 451362 w 470852"/>
                <a:gd name="csY7" fmla="*/ 9835 h 320436"/>
                <a:gd name="csX8" fmla="*/ 19731 w 470852"/>
                <a:gd name="csY8" fmla="*/ 9835 h 320436"/>
                <a:gd name="csX9" fmla="*/ 19731 w 470852"/>
                <a:gd name="csY9" fmla="*/ 29 h 320436"/>
                <a:gd name="csX10" fmla="*/ 451362 w 470852"/>
                <a:gd name="csY10" fmla="*/ 29 h 320436"/>
                <a:gd name="csX11" fmla="*/ 470973 w 470852"/>
                <a:gd name="csY11" fmla="*/ 19640 h 320436"/>
                <a:gd name="csX12" fmla="*/ 470973 w 470852"/>
                <a:gd name="csY12" fmla="*/ 300855 h 320436"/>
                <a:gd name="csX13" fmla="*/ 451362 w 470852"/>
                <a:gd name="csY13" fmla="*/ 320466 h 320436"/>
                <a:gd name="csX14" fmla="*/ 19731 w 470852"/>
                <a:gd name="csY14" fmla="*/ 320466 h 320436"/>
                <a:gd name="csX15" fmla="*/ 120 w 470852"/>
                <a:gd name="csY15" fmla="*/ 300855 h 320436"/>
                <a:gd name="csX16" fmla="*/ 120 w 470852"/>
                <a:gd name="csY16" fmla="*/ 19640 h 320436"/>
                <a:gd name="csX17" fmla="*/ 19731 w 470852"/>
                <a:gd name="csY17" fmla="*/ 29 h 3204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70852" h="320436">
                  <a:moveTo>
                    <a:pt x="19731" y="9835"/>
                  </a:moveTo>
                  <a:cubicBezTo>
                    <a:pt x="14316" y="9835"/>
                    <a:pt x="9926" y="14225"/>
                    <a:pt x="9926" y="19640"/>
                  </a:cubicBezTo>
                  <a:lnTo>
                    <a:pt x="9926" y="300855"/>
                  </a:lnTo>
                  <a:cubicBezTo>
                    <a:pt x="9926" y="306271"/>
                    <a:pt x="14316" y="310661"/>
                    <a:pt x="19731" y="310661"/>
                  </a:cubicBezTo>
                  <a:lnTo>
                    <a:pt x="451362" y="310661"/>
                  </a:lnTo>
                  <a:cubicBezTo>
                    <a:pt x="456777" y="310661"/>
                    <a:pt x="461167" y="306271"/>
                    <a:pt x="461167" y="300855"/>
                  </a:cubicBezTo>
                  <a:lnTo>
                    <a:pt x="461167" y="19640"/>
                  </a:lnTo>
                  <a:cubicBezTo>
                    <a:pt x="461167" y="14225"/>
                    <a:pt x="456777" y="9835"/>
                    <a:pt x="451362" y="9835"/>
                  </a:cubicBezTo>
                  <a:lnTo>
                    <a:pt x="19731" y="9835"/>
                  </a:lnTo>
                  <a:moveTo>
                    <a:pt x="19731" y="29"/>
                  </a:moveTo>
                  <a:lnTo>
                    <a:pt x="451362" y="29"/>
                  </a:lnTo>
                  <a:cubicBezTo>
                    <a:pt x="462192" y="29"/>
                    <a:pt x="470973" y="8810"/>
                    <a:pt x="470973" y="19640"/>
                  </a:cubicBezTo>
                  <a:lnTo>
                    <a:pt x="470973" y="300855"/>
                  </a:lnTo>
                  <a:cubicBezTo>
                    <a:pt x="470973" y="311686"/>
                    <a:pt x="462192" y="320466"/>
                    <a:pt x="451362" y="320466"/>
                  </a:cubicBezTo>
                  <a:lnTo>
                    <a:pt x="19731" y="320466"/>
                  </a:lnTo>
                  <a:cubicBezTo>
                    <a:pt x="8900" y="320466"/>
                    <a:pt x="120" y="311686"/>
                    <a:pt x="120" y="300855"/>
                  </a:cubicBezTo>
                  <a:lnTo>
                    <a:pt x="120" y="19640"/>
                  </a:lnTo>
                  <a:cubicBezTo>
                    <a:pt x="120" y="8810"/>
                    <a:pt x="8900" y="29"/>
                    <a:pt x="19731" y="29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61A168B8-09A7-5199-632D-C84BC3D362C2}"/>
                </a:ext>
              </a:extLst>
            </p:cNvPr>
            <p:cNvSpPr/>
            <p:nvPr/>
          </p:nvSpPr>
          <p:spPr>
            <a:xfrm>
              <a:off x="898689" y="3183379"/>
              <a:ext cx="313901" cy="19610"/>
            </a:xfrm>
            <a:custGeom>
              <a:avLst/>
              <a:gdLst>
                <a:gd name="csX0" fmla="*/ 9939 w 313901"/>
                <a:gd name="csY0" fmla="*/ 43 h 19610"/>
                <a:gd name="csX1" fmla="*/ 304230 w 313901"/>
                <a:gd name="csY1" fmla="*/ 43 h 19610"/>
                <a:gd name="csX2" fmla="*/ 314035 w 313901"/>
                <a:gd name="csY2" fmla="*/ 9848 h 19610"/>
                <a:gd name="csX3" fmla="*/ 304230 w 313901"/>
                <a:gd name="csY3" fmla="*/ 19654 h 19610"/>
                <a:gd name="csX4" fmla="*/ 9939 w 313901"/>
                <a:gd name="csY4" fmla="*/ 19654 h 19610"/>
                <a:gd name="csX5" fmla="*/ 134 w 313901"/>
                <a:gd name="csY5" fmla="*/ 9848 h 19610"/>
                <a:gd name="csX6" fmla="*/ 9939 w 313901"/>
                <a:gd name="csY6" fmla="*/ 43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939" y="43"/>
                  </a:moveTo>
                  <a:lnTo>
                    <a:pt x="304230" y="43"/>
                  </a:lnTo>
                  <a:cubicBezTo>
                    <a:pt x="309645" y="43"/>
                    <a:pt x="314035" y="4433"/>
                    <a:pt x="314035" y="9848"/>
                  </a:cubicBezTo>
                  <a:cubicBezTo>
                    <a:pt x="314035" y="15264"/>
                    <a:pt x="309645" y="19654"/>
                    <a:pt x="304230" y="19654"/>
                  </a:cubicBezTo>
                  <a:lnTo>
                    <a:pt x="9939" y="19654"/>
                  </a:lnTo>
                  <a:cubicBezTo>
                    <a:pt x="4524" y="19654"/>
                    <a:pt x="134" y="15264"/>
                    <a:pt x="134" y="9848"/>
                  </a:cubicBezTo>
                  <a:cubicBezTo>
                    <a:pt x="134" y="4433"/>
                    <a:pt x="4524" y="43"/>
                    <a:pt x="9939" y="43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BF8E3530-2ECC-1BA3-8BF0-EE0F37FC6401}"/>
                </a:ext>
              </a:extLst>
            </p:cNvPr>
            <p:cNvSpPr/>
            <p:nvPr/>
          </p:nvSpPr>
          <p:spPr>
            <a:xfrm>
              <a:off x="898689" y="3255317"/>
              <a:ext cx="313901" cy="19610"/>
            </a:xfrm>
            <a:custGeom>
              <a:avLst/>
              <a:gdLst>
                <a:gd name="csX0" fmla="*/ 9939 w 313901"/>
                <a:gd name="csY0" fmla="*/ 56 h 19610"/>
                <a:gd name="csX1" fmla="*/ 304230 w 313901"/>
                <a:gd name="csY1" fmla="*/ 56 h 19610"/>
                <a:gd name="csX2" fmla="*/ 314035 w 313901"/>
                <a:gd name="csY2" fmla="*/ 9861 h 19610"/>
                <a:gd name="csX3" fmla="*/ 304230 w 313901"/>
                <a:gd name="csY3" fmla="*/ 19666 h 19610"/>
                <a:gd name="csX4" fmla="*/ 9939 w 313901"/>
                <a:gd name="csY4" fmla="*/ 19666 h 19610"/>
                <a:gd name="csX5" fmla="*/ 134 w 313901"/>
                <a:gd name="csY5" fmla="*/ 9861 h 19610"/>
                <a:gd name="csX6" fmla="*/ 9939 w 313901"/>
                <a:gd name="csY6" fmla="*/ 56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939" y="56"/>
                  </a:moveTo>
                  <a:lnTo>
                    <a:pt x="304230" y="56"/>
                  </a:lnTo>
                  <a:cubicBezTo>
                    <a:pt x="309645" y="56"/>
                    <a:pt x="314035" y="4446"/>
                    <a:pt x="314035" y="9861"/>
                  </a:cubicBezTo>
                  <a:cubicBezTo>
                    <a:pt x="314035" y="15276"/>
                    <a:pt x="309645" y="19666"/>
                    <a:pt x="304230" y="19666"/>
                  </a:cubicBezTo>
                  <a:lnTo>
                    <a:pt x="9939" y="19666"/>
                  </a:lnTo>
                  <a:cubicBezTo>
                    <a:pt x="4524" y="19666"/>
                    <a:pt x="134" y="15276"/>
                    <a:pt x="134" y="9861"/>
                  </a:cubicBezTo>
                  <a:cubicBezTo>
                    <a:pt x="134" y="4446"/>
                    <a:pt x="4524" y="56"/>
                    <a:pt x="9939" y="56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6133CCE6-979E-617A-71C3-68999352C4F4}"/>
                </a:ext>
              </a:extLst>
            </p:cNvPr>
            <p:cNvSpPr/>
            <p:nvPr/>
          </p:nvSpPr>
          <p:spPr>
            <a:xfrm>
              <a:off x="898689" y="3327254"/>
              <a:ext cx="313901" cy="19610"/>
            </a:xfrm>
            <a:custGeom>
              <a:avLst/>
              <a:gdLst>
                <a:gd name="csX0" fmla="*/ 9939 w 313901"/>
                <a:gd name="csY0" fmla="*/ 68 h 19610"/>
                <a:gd name="csX1" fmla="*/ 304230 w 313901"/>
                <a:gd name="csY1" fmla="*/ 68 h 19610"/>
                <a:gd name="csX2" fmla="*/ 314035 w 313901"/>
                <a:gd name="csY2" fmla="*/ 9873 h 19610"/>
                <a:gd name="csX3" fmla="*/ 304230 w 313901"/>
                <a:gd name="csY3" fmla="*/ 19679 h 19610"/>
                <a:gd name="csX4" fmla="*/ 9939 w 313901"/>
                <a:gd name="csY4" fmla="*/ 19679 h 19610"/>
                <a:gd name="csX5" fmla="*/ 134 w 313901"/>
                <a:gd name="csY5" fmla="*/ 9873 h 19610"/>
                <a:gd name="csX6" fmla="*/ 9939 w 313901"/>
                <a:gd name="csY6" fmla="*/ 68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939" y="68"/>
                  </a:moveTo>
                  <a:lnTo>
                    <a:pt x="304230" y="68"/>
                  </a:lnTo>
                  <a:cubicBezTo>
                    <a:pt x="309645" y="68"/>
                    <a:pt x="314035" y="4458"/>
                    <a:pt x="314035" y="9873"/>
                  </a:cubicBezTo>
                  <a:cubicBezTo>
                    <a:pt x="314035" y="15289"/>
                    <a:pt x="309645" y="19679"/>
                    <a:pt x="304230" y="19679"/>
                  </a:cubicBezTo>
                  <a:lnTo>
                    <a:pt x="9939" y="19679"/>
                  </a:lnTo>
                  <a:cubicBezTo>
                    <a:pt x="4524" y="19679"/>
                    <a:pt x="134" y="15289"/>
                    <a:pt x="134" y="9873"/>
                  </a:cubicBezTo>
                  <a:cubicBezTo>
                    <a:pt x="134" y="4458"/>
                    <a:pt x="4524" y="68"/>
                    <a:pt x="9939" y="68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61" name="Graphic 5">
            <a:extLst>
              <a:ext uri="{FF2B5EF4-FFF2-40B4-BE49-F238E27FC236}">
                <a16:creationId xmlns:a16="http://schemas.microsoft.com/office/drawing/2014/main" id="{22B76FD3-9102-87E5-7A55-891C01DF9E15}"/>
              </a:ext>
            </a:extLst>
          </p:cNvPr>
          <p:cNvGrpSpPr/>
          <p:nvPr/>
        </p:nvGrpSpPr>
        <p:grpSpPr>
          <a:xfrm>
            <a:off x="1516472" y="2958011"/>
            <a:ext cx="494490" cy="467548"/>
            <a:chOff x="1516472" y="2958011"/>
            <a:chExt cx="494490" cy="467548"/>
          </a:xfrm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FAEFE8C1-F75E-5C24-1E16-BD5693DC9352}"/>
                </a:ext>
              </a:extLst>
            </p:cNvPr>
            <p:cNvSpPr/>
            <p:nvPr/>
          </p:nvSpPr>
          <p:spPr>
            <a:xfrm rot="361440">
              <a:off x="1537745" y="2958011"/>
              <a:ext cx="473217" cy="467446"/>
            </a:xfrm>
            <a:custGeom>
              <a:avLst/>
              <a:gdLst>
                <a:gd name="csX0" fmla="*/ 438833 w 473217"/>
                <a:gd name="csY0" fmla="*/ 4 h 467446"/>
                <a:gd name="csX1" fmla="*/ 473458 w 473217"/>
                <a:gd name="csY1" fmla="*/ 4 h 467446"/>
                <a:gd name="csX2" fmla="*/ 473458 w 473217"/>
                <a:gd name="csY2" fmla="*/ 467451 h 467446"/>
                <a:gd name="csX3" fmla="*/ 438833 w 473217"/>
                <a:gd name="csY3" fmla="*/ 467451 h 467446"/>
                <a:gd name="csX4" fmla="*/ 34867 w 473217"/>
                <a:gd name="csY4" fmla="*/ 467451 h 467446"/>
                <a:gd name="csX5" fmla="*/ 241 w 473217"/>
                <a:gd name="csY5" fmla="*/ 467451 h 467446"/>
                <a:gd name="csX6" fmla="*/ 241 w 473217"/>
                <a:gd name="csY6" fmla="*/ 4 h 467446"/>
                <a:gd name="csX7" fmla="*/ 34867 w 473217"/>
                <a:gd name="csY7" fmla="*/ 4 h 4674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73217" h="467446">
                  <a:moveTo>
                    <a:pt x="438833" y="4"/>
                  </a:moveTo>
                  <a:cubicBezTo>
                    <a:pt x="457956" y="4"/>
                    <a:pt x="473458" y="4"/>
                    <a:pt x="473458" y="4"/>
                  </a:cubicBezTo>
                  <a:lnTo>
                    <a:pt x="473458" y="467451"/>
                  </a:lnTo>
                  <a:cubicBezTo>
                    <a:pt x="473458" y="467451"/>
                    <a:pt x="457956" y="467451"/>
                    <a:pt x="438833" y="467451"/>
                  </a:cubicBezTo>
                  <a:lnTo>
                    <a:pt x="34867" y="467451"/>
                  </a:lnTo>
                  <a:cubicBezTo>
                    <a:pt x="15743" y="467451"/>
                    <a:pt x="241" y="467451"/>
                    <a:pt x="241" y="467451"/>
                  </a:cubicBezTo>
                  <a:lnTo>
                    <a:pt x="241" y="4"/>
                  </a:lnTo>
                  <a:cubicBezTo>
                    <a:pt x="241" y="4"/>
                    <a:pt x="15743" y="4"/>
                    <a:pt x="34867" y="4"/>
                  </a:cubicBezTo>
                  <a:close/>
                </a:path>
              </a:pathLst>
            </a:custGeom>
            <a:solidFill>
              <a:srgbClr val="F2F2F2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3DBC1C9-49DE-49A0-2F32-1BC11AB32FF3}"/>
                </a:ext>
              </a:extLst>
            </p:cNvPr>
            <p:cNvSpPr/>
            <p:nvPr/>
          </p:nvSpPr>
          <p:spPr>
            <a:xfrm rot="361440">
              <a:off x="1516472" y="2960999"/>
              <a:ext cx="471099" cy="464560"/>
            </a:xfrm>
            <a:custGeom>
              <a:avLst/>
              <a:gdLst>
                <a:gd name="csX0" fmla="*/ 19862 w 471099"/>
                <a:gd name="csY0" fmla="*/ 9815 h 464560"/>
                <a:gd name="csX1" fmla="*/ 10052 w 471099"/>
                <a:gd name="csY1" fmla="*/ 19626 h 464560"/>
                <a:gd name="csX2" fmla="*/ 10052 w 471099"/>
                <a:gd name="csY2" fmla="*/ 444944 h 464560"/>
                <a:gd name="csX3" fmla="*/ 19862 w 471099"/>
                <a:gd name="csY3" fmla="*/ 454755 h 464560"/>
                <a:gd name="csX4" fmla="*/ 451719 w 471099"/>
                <a:gd name="csY4" fmla="*/ 454755 h 464560"/>
                <a:gd name="csX5" fmla="*/ 461530 w 471099"/>
                <a:gd name="csY5" fmla="*/ 444944 h 464560"/>
                <a:gd name="csX6" fmla="*/ 461530 w 471099"/>
                <a:gd name="csY6" fmla="*/ 19626 h 464560"/>
                <a:gd name="csX7" fmla="*/ 451719 w 471099"/>
                <a:gd name="csY7" fmla="*/ 9815 h 464560"/>
                <a:gd name="csX8" fmla="*/ 19862 w 471099"/>
                <a:gd name="csY8" fmla="*/ 9815 h 464560"/>
                <a:gd name="csX9" fmla="*/ 19862 w 471099"/>
                <a:gd name="csY9" fmla="*/ 4 h 464560"/>
                <a:gd name="csX10" fmla="*/ 451719 w 471099"/>
                <a:gd name="csY10" fmla="*/ 4 h 464560"/>
                <a:gd name="csX11" fmla="*/ 471340 w 471099"/>
                <a:gd name="csY11" fmla="*/ 19626 h 464560"/>
                <a:gd name="csX12" fmla="*/ 471340 w 471099"/>
                <a:gd name="csY12" fmla="*/ 444944 h 464560"/>
                <a:gd name="csX13" fmla="*/ 451719 w 471099"/>
                <a:gd name="csY13" fmla="*/ 464565 h 464560"/>
                <a:gd name="csX14" fmla="*/ 19862 w 471099"/>
                <a:gd name="csY14" fmla="*/ 464565 h 464560"/>
                <a:gd name="csX15" fmla="*/ 241 w 471099"/>
                <a:gd name="csY15" fmla="*/ 444944 h 464560"/>
                <a:gd name="csX16" fmla="*/ 241 w 471099"/>
                <a:gd name="csY16" fmla="*/ 19626 h 464560"/>
                <a:gd name="csX17" fmla="*/ 19862 w 471099"/>
                <a:gd name="csY17" fmla="*/ 4 h 4645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71099" h="464560">
                  <a:moveTo>
                    <a:pt x="19862" y="9815"/>
                  </a:moveTo>
                  <a:cubicBezTo>
                    <a:pt x="14444" y="9815"/>
                    <a:pt x="10052" y="14207"/>
                    <a:pt x="10052" y="19626"/>
                  </a:cubicBezTo>
                  <a:lnTo>
                    <a:pt x="10052" y="444944"/>
                  </a:lnTo>
                  <a:cubicBezTo>
                    <a:pt x="10052" y="450363"/>
                    <a:pt x="14444" y="454755"/>
                    <a:pt x="19862" y="454755"/>
                  </a:cubicBezTo>
                  <a:lnTo>
                    <a:pt x="451719" y="454755"/>
                  </a:lnTo>
                  <a:cubicBezTo>
                    <a:pt x="457137" y="454755"/>
                    <a:pt x="461530" y="450363"/>
                    <a:pt x="461530" y="444944"/>
                  </a:cubicBezTo>
                  <a:lnTo>
                    <a:pt x="461530" y="19626"/>
                  </a:lnTo>
                  <a:cubicBezTo>
                    <a:pt x="461530" y="14207"/>
                    <a:pt x="457137" y="9815"/>
                    <a:pt x="451719" y="9815"/>
                  </a:cubicBezTo>
                  <a:lnTo>
                    <a:pt x="19862" y="9815"/>
                  </a:lnTo>
                  <a:moveTo>
                    <a:pt x="19862" y="4"/>
                  </a:moveTo>
                  <a:lnTo>
                    <a:pt x="451719" y="4"/>
                  </a:lnTo>
                  <a:cubicBezTo>
                    <a:pt x="462556" y="4"/>
                    <a:pt x="471340" y="8789"/>
                    <a:pt x="471340" y="19626"/>
                  </a:cubicBezTo>
                  <a:lnTo>
                    <a:pt x="471340" y="444944"/>
                  </a:lnTo>
                  <a:cubicBezTo>
                    <a:pt x="471340" y="455781"/>
                    <a:pt x="462556" y="464565"/>
                    <a:pt x="451719" y="464565"/>
                  </a:cubicBezTo>
                  <a:lnTo>
                    <a:pt x="19862" y="464565"/>
                  </a:lnTo>
                  <a:cubicBezTo>
                    <a:pt x="9026" y="464565"/>
                    <a:pt x="241" y="455781"/>
                    <a:pt x="241" y="444944"/>
                  </a:cubicBezTo>
                  <a:lnTo>
                    <a:pt x="241" y="19626"/>
                  </a:lnTo>
                  <a:cubicBezTo>
                    <a:pt x="241" y="8789"/>
                    <a:pt x="9026" y="4"/>
                    <a:pt x="19862" y="4"/>
                  </a:cubicBezTo>
                  <a:close/>
                </a:path>
              </a:pathLst>
            </a:custGeom>
            <a:solidFill>
              <a:srgbClr val="E6E6E6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26DE9CD-40C2-CDE9-AA21-A85182579CFB}"/>
                </a:ext>
              </a:extLst>
            </p:cNvPr>
            <p:cNvSpPr/>
            <p:nvPr/>
          </p:nvSpPr>
          <p:spPr>
            <a:xfrm rot="361440">
              <a:off x="1610099" y="3040308"/>
              <a:ext cx="314066" cy="19621"/>
            </a:xfrm>
            <a:custGeom>
              <a:avLst/>
              <a:gdLst>
                <a:gd name="csX0" fmla="*/ 10068 w 314066"/>
                <a:gd name="csY0" fmla="*/ 18 h 19621"/>
                <a:gd name="csX1" fmla="*/ 304513 w 314066"/>
                <a:gd name="csY1" fmla="*/ 18 h 19621"/>
                <a:gd name="csX2" fmla="*/ 314323 w 314066"/>
                <a:gd name="csY2" fmla="*/ 9829 h 19621"/>
                <a:gd name="csX3" fmla="*/ 304513 w 314066"/>
                <a:gd name="csY3" fmla="*/ 19639 h 19621"/>
                <a:gd name="csX4" fmla="*/ 10068 w 314066"/>
                <a:gd name="csY4" fmla="*/ 19639 h 19621"/>
                <a:gd name="csX5" fmla="*/ 257 w 314066"/>
                <a:gd name="csY5" fmla="*/ 9829 h 19621"/>
                <a:gd name="csX6" fmla="*/ 10068 w 314066"/>
                <a:gd name="csY6" fmla="*/ 18 h 1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4066" h="19621">
                  <a:moveTo>
                    <a:pt x="10068" y="18"/>
                  </a:moveTo>
                  <a:lnTo>
                    <a:pt x="304513" y="18"/>
                  </a:lnTo>
                  <a:cubicBezTo>
                    <a:pt x="309931" y="18"/>
                    <a:pt x="314323" y="4411"/>
                    <a:pt x="314323" y="9829"/>
                  </a:cubicBezTo>
                  <a:cubicBezTo>
                    <a:pt x="314323" y="15247"/>
                    <a:pt x="309931" y="19639"/>
                    <a:pt x="304513" y="19639"/>
                  </a:cubicBezTo>
                  <a:lnTo>
                    <a:pt x="10068" y="19639"/>
                  </a:lnTo>
                  <a:cubicBezTo>
                    <a:pt x="4650" y="19639"/>
                    <a:pt x="257" y="15247"/>
                    <a:pt x="257" y="9829"/>
                  </a:cubicBezTo>
                  <a:cubicBezTo>
                    <a:pt x="257" y="4411"/>
                    <a:pt x="4650" y="18"/>
                    <a:pt x="10068" y="18"/>
                  </a:cubicBezTo>
                  <a:close/>
                </a:path>
              </a:pathLst>
            </a:custGeom>
            <a:solidFill>
              <a:srgbClr val="6C63FF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48B94FB-320C-8954-2CC7-6EE20EAC859E}"/>
                </a:ext>
              </a:extLst>
            </p:cNvPr>
            <p:cNvSpPr/>
            <p:nvPr/>
          </p:nvSpPr>
          <p:spPr>
            <a:xfrm rot="361440">
              <a:off x="1602546" y="3111886"/>
              <a:ext cx="314066" cy="19621"/>
            </a:xfrm>
            <a:custGeom>
              <a:avLst/>
              <a:gdLst>
                <a:gd name="csX0" fmla="*/ 10066 w 314066"/>
                <a:gd name="csY0" fmla="*/ 31 h 19621"/>
                <a:gd name="csX1" fmla="*/ 304512 w 314066"/>
                <a:gd name="csY1" fmla="*/ 31 h 19621"/>
                <a:gd name="csX2" fmla="*/ 314322 w 314066"/>
                <a:gd name="csY2" fmla="*/ 9841 h 19621"/>
                <a:gd name="csX3" fmla="*/ 304512 w 314066"/>
                <a:gd name="csY3" fmla="*/ 19652 h 19621"/>
                <a:gd name="csX4" fmla="*/ 10066 w 314066"/>
                <a:gd name="csY4" fmla="*/ 19652 h 19621"/>
                <a:gd name="csX5" fmla="*/ 256 w 314066"/>
                <a:gd name="csY5" fmla="*/ 9841 h 19621"/>
                <a:gd name="csX6" fmla="*/ 10066 w 314066"/>
                <a:gd name="csY6" fmla="*/ 31 h 1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4066" h="19621">
                  <a:moveTo>
                    <a:pt x="10066" y="31"/>
                  </a:moveTo>
                  <a:lnTo>
                    <a:pt x="304512" y="31"/>
                  </a:lnTo>
                  <a:cubicBezTo>
                    <a:pt x="309930" y="31"/>
                    <a:pt x="314322" y="4423"/>
                    <a:pt x="314322" y="9841"/>
                  </a:cubicBezTo>
                  <a:cubicBezTo>
                    <a:pt x="314322" y="15259"/>
                    <a:pt x="309930" y="19652"/>
                    <a:pt x="304512" y="19652"/>
                  </a:cubicBezTo>
                  <a:lnTo>
                    <a:pt x="10066" y="19652"/>
                  </a:lnTo>
                  <a:cubicBezTo>
                    <a:pt x="4648" y="19652"/>
                    <a:pt x="256" y="15259"/>
                    <a:pt x="256" y="9841"/>
                  </a:cubicBezTo>
                  <a:cubicBezTo>
                    <a:pt x="256" y="4423"/>
                    <a:pt x="4648" y="31"/>
                    <a:pt x="10066" y="31"/>
                  </a:cubicBezTo>
                  <a:close/>
                </a:path>
              </a:pathLst>
            </a:custGeom>
            <a:solidFill>
              <a:srgbClr val="6C63FF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9DB4F8ED-0F61-C8CE-D43D-988EAC74E6D6}"/>
                </a:ext>
              </a:extLst>
            </p:cNvPr>
            <p:cNvSpPr/>
            <p:nvPr/>
          </p:nvSpPr>
          <p:spPr>
            <a:xfrm rot="361440">
              <a:off x="1594992" y="3183463"/>
              <a:ext cx="314066" cy="19621"/>
            </a:xfrm>
            <a:custGeom>
              <a:avLst/>
              <a:gdLst>
                <a:gd name="csX0" fmla="*/ 10065 w 314066"/>
                <a:gd name="csY0" fmla="*/ 43 h 19621"/>
                <a:gd name="csX1" fmla="*/ 304510 w 314066"/>
                <a:gd name="csY1" fmla="*/ 43 h 19621"/>
                <a:gd name="csX2" fmla="*/ 314321 w 314066"/>
                <a:gd name="csY2" fmla="*/ 9854 h 19621"/>
                <a:gd name="csX3" fmla="*/ 304510 w 314066"/>
                <a:gd name="csY3" fmla="*/ 19664 h 19621"/>
                <a:gd name="csX4" fmla="*/ 10065 w 314066"/>
                <a:gd name="csY4" fmla="*/ 19664 h 19621"/>
                <a:gd name="csX5" fmla="*/ 255 w 314066"/>
                <a:gd name="csY5" fmla="*/ 9854 h 19621"/>
                <a:gd name="csX6" fmla="*/ 10065 w 314066"/>
                <a:gd name="csY6" fmla="*/ 43 h 1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4066" h="19621">
                  <a:moveTo>
                    <a:pt x="10065" y="43"/>
                  </a:moveTo>
                  <a:lnTo>
                    <a:pt x="304510" y="43"/>
                  </a:lnTo>
                  <a:cubicBezTo>
                    <a:pt x="309928" y="43"/>
                    <a:pt x="314321" y="4435"/>
                    <a:pt x="314321" y="9854"/>
                  </a:cubicBezTo>
                  <a:cubicBezTo>
                    <a:pt x="314321" y="15272"/>
                    <a:pt x="309928" y="19664"/>
                    <a:pt x="304510" y="19664"/>
                  </a:cubicBezTo>
                  <a:lnTo>
                    <a:pt x="10065" y="19664"/>
                  </a:lnTo>
                  <a:cubicBezTo>
                    <a:pt x="4647" y="19664"/>
                    <a:pt x="255" y="15272"/>
                    <a:pt x="255" y="9854"/>
                  </a:cubicBezTo>
                  <a:cubicBezTo>
                    <a:pt x="255" y="4435"/>
                    <a:pt x="4647" y="43"/>
                    <a:pt x="10065" y="43"/>
                  </a:cubicBezTo>
                  <a:close/>
                </a:path>
              </a:pathLst>
            </a:custGeom>
            <a:solidFill>
              <a:srgbClr val="6C63FF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4D0AD73-4A9C-7829-AFB8-FA590B60ED05}"/>
                </a:ext>
              </a:extLst>
            </p:cNvPr>
            <p:cNvSpPr/>
            <p:nvPr/>
          </p:nvSpPr>
          <p:spPr>
            <a:xfrm rot="361440">
              <a:off x="1587439" y="3255041"/>
              <a:ext cx="314066" cy="19621"/>
            </a:xfrm>
            <a:custGeom>
              <a:avLst/>
              <a:gdLst>
                <a:gd name="csX0" fmla="*/ 10064 w 314066"/>
                <a:gd name="csY0" fmla="*/ 55 h 19621"/>
                <a:gd name="csX1" fmla="*/ 304509 w 314066"/>
                <a:gd name="csY1" fmla="*/ 55 h 19621"/>
                <a:gd name="csX2" fmla="*/ 314320 w 314066"/>
                <a:gd name="csY2" fmla="*/ 9866 h 19621"/>
                <a:gd name="csX3" fmla="*/ 304509 w 314066"/>
                <a:gd name="csY3" fmla="*/ 19677 h 19621"/>
                <a:gd name="csX4" fmla="*/ 10064 w 314066"/>
                <a:gd name="csY4" fmla="*/ 19677 h 19621"/>
                <a:gd name="csX5" fmla="*/ 253 w 314066"/>
                <a:gd name="csY5" fmla="*/ 9866 h 19621"/>
                <a:gd name="csX6" fmla="*/ 10064 w 314066"/>
                <a:gd name="csY6" fmla="*/ 55 h 1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4066" h="19621">
                  <a:moveTo>
                    <a:pt x="10064" y="55"/>
                  </a:moveTo>
                  <a:lnTo>
                    <a:pt x="304509" y="55"/>
                  </a:lnTo>
                  <a:cubicBezTo>
                    <a:pt x="309927" y="55"/>
                    <a:pt x="314320" y="4448"/>
                    <a:pt x="314320" y="9866"/>
                  </a:cubicBezTo>
                  <a:cubicBezTo>
                    <a:pt x="314320" y="15284"/>
                    <a:pt x="309927" y="19677"/>
                    <a:pt x="304509" y="19677"/>
                  </a:cubicBezTo>
                  <a:lnTo>
                    <a:pt x="10064" y="19677"/>
                  </a:lnTo>
                  <a:cubicBezTo>
                    <a:pt x="4646" y="19677"/>
                    <a:pt x="253" y="15284"/>
                    <a:pt x="253" y="9866"/>
                  </a:cubicBezTo>
                  <a:cubicBezTo>
                    <a:pt x="253" y="4448"/>
                    <a:pt x="4646" y="55"/>
                    <a:pt x="10064" y="55"/>
                  </a:cubicBezTo>
                  <a:close/>
                </a:path>
              </a:pathLst>
            </a:custGeom>
            <a:solidFill>
              <a:srgbClr val="6C63FF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0B532CCE-6EF5-BC1F-6445-DB23130C2150}"/>
                </a:ext>
              </a:extLst>
            </p:cNvPr>
            <p:cNvSpPr/>
            <p:nvPr/>
          </p:nvSpPr>
          <p:spPr>
            <a:xfrm rot="361440">
              <a:off x="1579885" y="3326619"/>
              <a:ext cx="314066" cy="19621"/>
            </a:xfrm>
            <a:custGeom>
              <a:avLst/>
              <a:gdLst>
                <a:gd name="csX0" fmla="*/ 10063 w 314066"/>
                <a:gd name="csY0" fmla="*/ 68 h 19621"/>
                <a:gd name="csX1" fmla="*/ 304508 w 314066"/>
                <a:gd name="csY1" fmla="*/ 68 h 19621"/>
                <a:gd name="csX2" fmla="*/ 314318 w 314066"/>
                <a:gd name="csY2" fmla="*/ 9878 h 19621"/>
                <a:gd name="csX3" fmla="*/ 304508 w 314066"/>
                <a:gd name="csY3" fmla="*/ 19689 h 19621"/>
                <a:gd name="csX4" fmla="*/ 10063 w 314066"/>
                <a:gd name="csY4" fmla="*/ 19689 h 19621"/>
                <a:gd name="csX5" fmla="*/ 252 w 314066"/>
                <a:gd name="csY5" fmla="*/ 9878 h 19621"/>
                <a:gd name="csX6" fmla="*/ 10063 w 314066"/>
                <a:gd name="csY6" fmla="*/ 68 h 19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4066" h="19621">
                  <a:moveTo>
                    <a:pt x="10063" y="68"/>
                  </a:moveTo>
                  <a:lnTo>
                    <a:pt x="304508" y="68"/>
                  </a:lnTo>
                  <a:cubicBezTo>
                    <a:pt x="309926" y="68"/>
                    <a:pt x="314318" y="4460"/>
                    <a:pt x="314318" y="9878"/>
                  </a:cubicBezTo>
                  <a:cubicBezTo>
                    <a:pt x="314318" y="15297"/>
                    <a:pt x="309926" y="19689"/>
                    <a:pt x="304508" y="19689"/>
                  </a:cubicBezTo>
                  <a:lnTo>
                    <a:pt x="10063" y="19689"/>
                  </a:lnTo>
                  <a:cubicBezTo>
                    <a:pt x="4644" y="19689"/>
                    <a:pt x="252" y="15297"/>
                    <a:pt x="252" y="9878"/>
                  </a:cubicBezTo>
                  <a:cubicBezTo>
                    <a:pt x="252" y="4460"/>
                    <a:pt x="4644" y="68"/>
                    <a:pt x="10063" y="68"/>
                  </a:cubicBezTo>
                  <a:close/>
                </a:path>
              </a:pathLst>
            </a:custGeom>
            <a:solidFill>
              <a:srgbClr val="6C63FF"/>
            </a:solidFill>
            <a:ln w="5766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69" name="Graphic 5">
            <a:extLst>
              <a:ext uri="{FF2B5EF4-FFF2-40B4-BE49-F238E27FC236}">
                <a16:creationId xmlns:a16="http://schemas.microsoft.com/office/drawing/2014/main" id="{E5817404-4059-E745-67E1-71ABAD7321FC}"/>
              </a:ext>
            </a:extLst>
          </p:cNvPr>
          <p:cNvGrpSpPr/>
          <p:nvPr/>
        </p:nvGrpSpPr>
        <p:grpSpPr>
          <a:xfrm>
            <a:off x="127000" y="2958598"/>
            <a:ext cx="470852" cy="467201"/>
            <a:chOff x="127000" y="2958598"/>
            <a:chExt cx="470852" cy="467201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53770B45-850C-CB6E-5BBE-4DF250C7F2CE}"/>
                </a:ext>
              </a:extLst>
            </p:cNvPr>
            <p:cNvSpPr/>
            <p:nvPr/>
          </p:nvSpPr>
          <p:spPr>
            <a:xfrm>
              <a:off x="127000" y="2958598"/>
              <a:ext cx="467201" cy="467201"/>
            </a:xfrm>
            <a:custGeom>
              <a:avLst/>
              <a:gdLst>
                <a:gd name="csX0" fmla="*/ 432594 w 467201"/>
                <a:gd name="csY0" fmla="*/ 4 h 467201"/>
                <a:gd name="csX1" fmla="*/ 467201 w 467201"/>
                <a:gd name="csY1" fmla="*/ 4 h 467201"/>
                <a:gd name="csX2" fmla="*/ 467201 w 467201"/>
                <a:gd name="csY2" fmla="*/ 467205 h 467201"/>
                <a:gd name="csX3" fmla="*/ 432594 w 467201"/>
                <a:gd name="csY3" fmla="*/ 467205 h 467201"/>
                <a:gd name="csX4" fmla="*/ 34607 w 467201"/>
                <a:gd name="csY4" fmla="*/ 467205 h 467201"/>
                <a:gd name="csX5" fmla="*/ 0 w 467201"/>
                <a:gd name="csY5" fmla="*/ 467205 h 467201"/>
                <a:gd name="csX6" fmla="*/ 0 w 467201"/>
                <a:gd name="csY6" fmla="*/ 4 h 467201"/>
                <a:gd name="csX7" fmla="*/ 34607 w 467201"/>
                <a:gd name="csY7" fmla="*/ 4 h 4672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67201" h="467201">
                  <a:moveTo>
                    <a:pt x="432594" y="4"/>
                  </a:moveTo>
                  <a:cubicBezTo>
                    <a:pt x="451707" y="4"/>
                    <a:pt x="467201" y="4"/>
                    <a:pt x="467201" y="4"/>
                  </a:cubicBezTo>
                  <a:lnTo>
                    <a:pt x="467201" y="467205"/>
                  </a:lnTo>
                  <a:cubicBezTo>
                    <a:pt x="467201" y="467205"/>
                    <a:pt x="451707" y="467205"/>
                    <a:pt x="432594" y="467205"/>
                  </a:cubicBezTo>
                  <a:lnTo>
                    <a:pt x="34607" y="467205"/>
                  </a:lnTo>
                  <a:cubicBezTo>
                    <a:pt x="15494" y="467205"/>
                    <a:pt x="0" y="467205"/>
                    <a:pt x="0" y="467205"/>
                  </a:cubicBezTo>
                  <a:lnTo>
                    <a:pt x="0" y="4"/>
                  </a:lnTo>
                  <a:cubicBezTo>
                    <a:pt x="0" y="4"/>
                    <a:pt x="15494" y="4"/>
                    <a:pt x="34607" y="4"/>
                  </a:cubicBezTo>
                  <a:close/>
                </a:path>
              </a:pathLst>
            </a:custGeom>
            <a:solidFill>
              <a:srgbClr val="F2F2F2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05BCF4CD-33F2-DDC3-B351-5BE05D60BB58}"/>
                </a:ext>
              </a:extLst>
            </p:cNvPr>
            <p:cNvSpPr/>
            <p:nvPr/>
          </p:nvSpPr>
          <p:spPr>
            <a:xfrm>
              <a:off x="127000" y="2961032"/>
              <a:ext cx="470852" cy="464317"/>
            </a:xfrm>
            <a:custGeom>
              <a:avLst/>
              <a:gdLst>
                <a:gd name="csX0" fmla="*/ 19611 w 470852"/>
                <a:gd name="csY0" fmla="*/ 9810 h 464317"/>
                <a:gd name="csX1" fmla="*/ 9805 w 470852"/>
                <a:gd name="csY1" fmla="*/ 19615 h 464317"/>
                <a:gd name="csX2" fmla="*/ 9805 w 470852"/>
                <a:gd name="csY2" fmla="*/ 444711 h 464317"/>
                <a:gd name="csX3" fmla="*/ 19611 w 470852"/>
                <a:gd name="csY3" fmla="*/ 454516 h 464317"/>
                <a:gd name="csX4" fmla="*/ 451241 w 470852"/>
                <a:gd name="csY4" fmla="*/ 454516 h 464317"/>
                <a:gd name="csX5" fmla="*/ 461047 w 470852"/>
                <a:gd name="csY5" fmla="*/ 444711 h 464317"/>
                <a:gd name="csX6" fmla="*/ 461047 w 470852"/>
                <a:gd name="csY6" fmla="*/ 19615 h 464317"/>
                <a:gd name="csX7" fmla="*/ 451241 w 470852"/>
                <a:gd name="csY7" fmla="*/ 9810 h 464317"/>
                <a:gd name="csX8" fmla="*/ 19611 w 470852"/>
                <a:gd name="csY8" fmla="*/ 9810 h 464317"/>
                <a:gd name="csX9" fmla="*/ 19611 w 470852"/>
                <a:gd name="csY9" fmla="*/ 4 h 464317"/>
                <a:gd name="csX10" fmla="*/ 451241 w 470852"/>
                <a:gd name="csY10" fmla="*/ 4 h 464317"/>
                <a:gd name="csX11" fmla="*/ 470852 w 470852"/>
                <a:gd name="csY11" fmla="*/ 19615 h 464317"/>
                <a:gd name="csX12" fmla="*/ 470852 w 470852"/>
                <a:gd name="csY12" fmla="*/ 444711 h 464317"/>
                <a:gd name="csX13" fmla="*/ 451241 w 470852"/>
                <a:gd name="csY13" fmla="*/ 464322 h 464317"/>
                <a:gd name="csX14" fmla="*/ 19611 w 470852"/>
                <a:gd name="csY14" fmla="*/ 464322 h 464317"/>
                <a:gd name="csX15" fmla="*/ 0 w 470852"/>
                <a:gd name="csY15" fmla="*/ 444711 h 464317"/>
                <a:gd name="csX16" fmla="*/ 0 w 470852"/>
                <a:gd name="csY16" fmla="*/ 19615 h 464317"/>
                <a:gd name="csX17" fmla="*/ 19611 w 470852"/>
                <a:gd name="csY17" fmla="*/ 4 h 4643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470852" h="464317">
                  <a:moveTo>
                    <a:pt x="19611" y="9810"/>
                  </a:moveTo>
                  <a:cubicBezTo>
                    <a:pt x="14196" y="9810"/>
                    <a:pt x="9805" y="14200"/>
                    <a:pt x="9805" y="19615"/>
                  </a:cubicBezTo>
                  <a:lnTo>
                    <a:pt x="9805" y="444711"/>
                  </a:lnTo>
                  <a:cubicBezTo>
                    <a:pt x="9805" y="450126"/>
                    <a:pt x="14196" y="454516"/>
                    <a:pt x="19611" y="454516"/>
                  </a:cubicBezTo>
                  <a:lnTo>
                    <a:pt x="451241" y="454516"/>
                  </a:lnTo>
                  <a:cubicBezTo>
                    <a:pt x="456657" y="454516"/>
                    <a:pt x="461047" y="450126"/>
                    <a:pt x="461047" y="444711"/>
                  </a:cubicBezTo>
                  <a:lnTo>
                    <a:pt x="461047" y="19615"/>
                  </a:lnTo>
                  <a:cubicBezTo>
                    <a:pt x="461047" y="14200"/>
                    <a:pt x="456657" y="9810"/>
                    <a:pt x="451241" y="9810"/>
                  </a:cubicBezTo>
                  <a:lnTo>
                    <a:pt x="19611" y="9810"/>
                  </a:lnTo>
                  <a:moveTo>
                    <a:pt x="19611" y="4"/>
                  </a:moveTo>
                  <a:lnTo>
                    <a:pt x="451241" y="4"/>
                  </a:lnTo>
                  <a:cubicBezTo>
                    <a:pt x="462072" y="4"/>
                    <a:pt x="470852" y="8785"/>
                    <a:pt x="470852" y="19615"/>
                  </a:cubicBezTo>
                  <a:lnTo>
                    <a:pt x="470852" y="444711"/>
                  </a:lnTo>
                  <a:cubicBezTo>
                    <a:pt x="470852" y="455542"/>
                    <a:pt x="462072" y="464322"/>
                    <a:pt x="451241" y="464322"/>
                  </a:cubicBezTo>
                  <a:lnTo>
                    <a:pt x="19611" y="464322"/>
                  </a:lnTo>
                  <a:cubicBezTo>
                    <a:pt x="8780" y="464322"/>
                    <a:pt x="0" y="455542"/>
                    <a:pt x="0" y="444711"/>
                  </a:cubicBezTo>
                  <a:lnTo>
                    <a:pt x="0" y="19615"/>
                  </a:lnTo>
                  <a:cubicBezTo>
                    <a:pt x="0" y="8785"/>
                    <a:pt x="8780" y="4"/>
                    <a:pt x="19611" y="4"/>
                  </a:cubicBezTo>
                  <a:close/>
                </a:path>
              </a:pathLst>
            </a:custGeom>
            <a:solidFill>
              <a:srgbClr val="E6E6E6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512B084-F9AE-4541-FDF0-02EC8BD14FAF}"/>
                </a:ext>
              </a:extLst>
            </p:cNvPr>
            <p:cNvSpPr/>
            <p:nvPr/>
          </p:nvSpPr>
          <p:spPr>
            <a:xfrm>
              <a:off x="205478" y="3039505"/>
              <a:ext cx="313901" cy="19610"/>
            </a:xfrm>
            <a:custGeom>
              <a:avLst/>
              <a:gdLst>
                <a:gd name="csX0" fmla="*/ 9819 w 313901"/>
                <a:gd name="csY0" fmla="*/ 18 h 19610"/>
                <a:gd name="csX1" fmla="*/ 304110 w 313901"/>
                <a:gd name="csY1" fmla="*/ 18 h 19610"/>
                <a:gd name="csX2" fmla="*/ 313915 w 313901"/>
                <a:gd name="csY2" fmla="*/ 9824 h 19610"/>
                <a:gd name="csX3" fmla="*/ 304110 w 313901"/>
                <a:gd name="csY3" fmla="*/ 19629 h 19610"/>
                <a:gd name="csX4" fmla="*/ 9819 w 313901"/>
                <a:gd name="csY4" fmla="*/ 19629 h 19610"/>
                <a:gd name="csX5" fmla="*/ 14 w 313901"/>
                <a:gd name="csY5" fmla="*/ 9824 h 19610"/>
                <a:gd name="csX6" fmla="*/ 9819 w 313901"/>
                <a:gd name="csY6" fmla="*/ 18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819" y="18"/>
                  </a:moveTo>
                  <a:lnTo>
                    <a:pt x="304110" y="18"/>
                  </a:lnTo>
                  <a:cubicBezTo>
                    <a:pt x="309525" y="18"/>
                    <a:pt x="313915" y="4408"/>
                    <a:pt x="313915" y="9824"/>
                  </a:cubicBezTo>
                  <a:cubicBezTo>
                    <a:pt x="313915" y="15239"/>
                    <a:pt x="309525" y="19629"/>
                    <a:pt x="304110" y="19629"/>
                  </a:cubicBezTo>
                  <a:lnTo>
                    <a:pt x="9819" y="19629"/>
                  </a:lnTo>
                  <a:cubicBezTo>
                    <a:pt x="4404" y="19629"/>
                    <a:pt x="14" y="15239"/>
                    <a:pt x="14" y="9824"/>
                  </a:cubicBezTo>
                  <a:cubicBezTo>
                    <a:pt x="14" y="4408"/>
                    <a:pt x="4404" y="18"/>
                    <a:pt x="9819" y="18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388D22BA-2AB3-304F-AF90-9F46A831C09A}"/>
                </a:ext>
              </a:extLst>
            </p:cNvPr>
            <p:cNvSpPr/>
            <p:nvPr/>
          </p:nvSpPr>
          <p:spPr>
            <a:xfrm>
              <a:off x="205478" y="3111442"/>
              <a:ext cx="313901" cy="19610"/>
            </a:xfrm>
            <a:custGeom>
              <a:avLst/>
              <a:gdLst>
                <a:gd name="csX0" fmla="*/ 9819 w 313901"/>
                <a:gd name="csY0" fmla="*/ 31 h 19610"/>
                <a:gd name="csX1" fmla="*/ 304110 w 313901"/>
                <a:gd name="csY1" fmla="*/ 31 h 19610"/>
                <a:gd name="csX2" fmla="*/ 313915 w 313901"/>
                <a:gd name="csY2" fmla="*/ 9836 h 19610"/>
                <a:gd name="csX3" fmla="*/ 304110 w 313901"/>
                <a:gd name="csY3" fmla="*/ 19641 h 19610"/>
                <a:gd name="csX4" fmla="*/ 9819 w 313901"/>
                <a:gd name="csY4" fmla="*/ 19641 h 19610"/>
                <a:gd name="csX5" fmla="*/ 14 w 313901"/>
                <a:gd name="csY5" fmla="*/ 9836 h 19610"/>
                <a:gd name="csX6" fmla="*/ 9819 w 313901"/>
                <a:gd name="csY6" fmla="*/ 31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819" y="31"/>
                  </a:moveTo>
                  <a:lnTo>
                    <a:pt x="304110" y="31"/>
                  </a:lnTo>
                  <a:cubicBezTo>
                    <a:pt x="309525" y="31"/>
                    <a:pt x="313915" y="4421"/>
                    <a:pt x="313915" y="9836"/>
                  </a:cubicBezTo>
                  <a:cubicBezTo>
                    <a:pt x="313915" y="15251"/>
                    <a:pt x="309525" y="19641"/>
                    <a:pt x="304110" y="19641"/>
                  </a:cubicBezTo>
                  <a:lnTo>
                    <a:pt x="9819" y="19641"/>
                  </a:lnTo>
                  <a:cubicBezTo>
                    <a:pt x="4404" y="19641"/>
                    <a:pt x="14" y="15251"/>
                    <a:pt x="14" y="9836"/>
                  </a:cubicBezTo>
                  <a:cubicBezTo>
                    <a:pt x="14" y="4421"/>
                    <a:pt x="4404" y="31"/>
                    <a:pt x="9819" y="31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14B5B68E-B395-21A4-51D6-EED61AC7DE54}"/>
                </a:ext>
              </a:extLst>
            </p:cNvPr>
            <p:cNvSpPr/>
            <p:nvPr/>
          </p:nvSpPr>
          <p:spPr>
            <a:xfrm>
              <a:off x="205478" y="3183379"/>
              <a:ext cx="313901" cy="19610"/>
            </a:xfrm>
            <a:custGeom>
              <a:avLst/>
              <a:gdLst>
                <a:gd name="csX0" fmla="*/ 9819 w 313901"/>
                <a:gd name="csY0" fmla="*/ 43 h 19610"/>
                <a:gd name="csX1" fmla="*/ 304110 w 313901"/>
                <a:gd name="csY1" fmla="*/ 43 h 19610"/>
                <a:gd name="csX2" fmla="*/ 313915 w 313901"/>
                <a:gd name="csY2" fmla="*/ 9848 h 19610"/>
                <a:gd name="csX3" fmla="*/ 304110 w 313901"/>
                <a:gd name="csY3" fmla="*/ 19654 h 19610"/>
                <a:gd name="csX4" fmla="*/ 9819 w 313901"/>
                <a:gd name="csY4" fmla="*/ 19654 h 19610"/>
                <a:gd name="csX5" fmla="*/ 14 w 313901"/>
                <a:gd name="csY5" fmla="*/ 9848 h 19610"/>
                <a:gd name="csX6" fmla="*/ 9819 w 313901"/>
                <a:gd name="csY6" fmla="*/ 43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819" y="43"/>
                  </a:moveTo>
                  <a:lnTo>
                    <a:pt x="304110" y="43"/>
                  </a:lnTo>
                  <a:cubicBezTo>
                    <a:pt x="309525" y="43"/>
                    <a:pt x="313915" y="4433"/>
                    <a:pt x="313915" y="9848"/>
                  </a:cubicBezTo>
                  <a:cubicBezTo>
                    <a:pt x="313915" y="15264"/>
                    <a:pt x="309525" y="19654"/>
                    <a:pt x="304110" y="19654"/>
                  </a:cubicBezTo>
                  <a:lnTo>
                    <a:pt x="9819" y="19654"/>
                  </a:lnTo>
                  <a:cubicBezTo>
                    <a:pt x="4404" y="19654"/>
                    <a:pt x="14" y="15264"/>
                    <a:pt x="14" y="9848"/>
                  </a:cubicBezTo>
                  <a:cubicBezTo>
                    <a:pt x="14" y="4433"/>
                    <a:pt x="4404" y="43"/>
                    <a:pt x="9819" y="43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E67251BB-E52E-189B-44B3-51C8AD011F5C}"/>
                </a:ext>
              </a:extLst>
            </p:cNvPr>
            <p:cNvSpPr/>
            <p:nvPr/>
          </p:nvSpPr>
          <p:spPr>
            <a:xfrm>
              <a:off x="205478" y="3255317"/>
              <a:ext cx="313901" cy="19610"/>
            </a:xfrm>
            <a:custGeom>
              <a:avLst/>
              <a:gdLst>
                <a:gd name="csX0" fmla="*/ 9819 w 313901"/>
                <a:gd name="csY0" fmla="*/ 56 h 19610"/>
                <a:gd name="csX1" fmla="*/ 304110 w 313901"/>
                <a:gd name="csY1" fmla="*/ 56 h 19610"/>
                <a:gd name="csX2" fmla="*/ 313915 w 313901"/>
                <a:gd name="csY2" fmla="*/ 9861 h 19610"/>
                <a:gd name="csX3" fmla="*/ 304110 w 313901"/>
                <a:gd name="csY3" fmla="*/ 19666 h 19610"/>
                <a:gd name="csX4" fmla="*/ 9819 w 313901"/>
                <a:gd name="csY4" fmla="*/ 19666 h 19610"/>
                <a:gd name="csX5" fmla="*/ 14 w 313901"/>
                <a:gd name="csY5" fmla="*/ 9861 h 19610"/>
                <a:gd name="csX6" fmla="*/ 9819 w 313901"/>
                <a:gd name="csY6" fmla="*/ 56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819" y="56"/>
                  </a:moveTo>
                  <a:lnTo>
                    <a:pt x="304110" y="56"/>
                  </a:lnTo>
                  <a:cubicBezTo>
                    <a:pt x="309525" y="56"/>
                    <a:pt x="313915" y="4446"/>
                    <a:pt x="313915" y="9861"/>
                  </a:cubicBezTo>
                  <a:cubicBezTo>
                    <a:pt x="313915" y="15276"/>
                    <a:pt x="309525" y="19666"/>
                    <a:pt x="304110" y="19666"/>
                  </a:cubicBezTo>
                  <a:lnTo>
                    <a:pt x="9819" y="19666"/>
                  </a:lnTo>
                  <a:cubicBezTo>
                    <a:pt x="4404" y="19666"/>
                    <a:pt x="14" y="15276"/>
                    <a:pt x="14" y="9861"/>
                  </a:cubicBezTo>
                  <a:cubicBezTo>
                    <a:pt x="14" y="4446"/>
                    <a:pt x="4404" y="56"/>
                    <a:pt x="9819" y="56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CCD15E49-C57E-0298-E7ED-FDC00A131977}"/>
                </a:ext>
              </a:extLst>
            </p:cNvPr>
            <p:cNvSpPr/>
            <p:nvPr/>
          </p:nvSpPr>
          <p:spPr>
            <a:xfrm>
              <a:off x="205478" y="3327254"/>
              <a:ext cx="313901" cy="19610"/>
            </a:xfrm>
            <a:custGeom>
              <a:avLst/>
              <a:gdLst>
                <a:gd name="csX0" fmla="*/ 9819 w 313901"/>
                <a:gd name="csY0" fmla="*/ 68 h 19610"/>
                <a:gd name="csX1" fmla="*/ 304110 w 313901"/>
                <a:gd name="csY1" fmla="*/ 68 h 19610"/>
                <a:gd name="csX2" fmla="*/ 313915 w 313901"/>
                <a:gd name="csY2" fmla="*/ 9873 h 19610"/>
                <a:gd name="csX3" fmla="*/ 304110 w 313901"/>
                <a:gd name="csY3" fmla="*/ 19679 h 19610"/>
                <a:gd name="csX4" fmla="*/ 9819 w 313901"/>
                <a:gd name="csY4" fmla="*/ 19679 h 19610"/>
                <a:gd name="csX5" fmla="*/ 14 w 313901"/>
                <a:gd name="csY5" fmla="*/ 9873 h 19610"/>
                <a:gd name="csX6" fmla="*/ 9819 w 313901"/>
                <a:gd name="csY6" fmla="*/ 68 h 19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13901" h="19610">
                  <a:moveTo>
                    <a:pt x="9819" y="68"/>
                  </a:moveTo>
                  <a:lnTo>
                    <a:pt x="304110" y="68"/>
                  </a:lnTo>
                  <a:cubicBezTo>
                    <a:pt x="309525" y="68"/>
                    <a:pt x="313915" y="4458"/>
                    <a:pt x="313915" y="9873"/>
                  </a:cubicBezTo>
                  <a:cubicBezTo>
                    <a:pt x="313915" y="15289"/>
                    <a:pt x="309525" y="19679"/>
                    <a:pt x="304110" y="19679"/>
                  </a:cubicBezTo>
                  <a:lnTo>
                    <a:pt x="9819" y="19679"/>
                  </a:lnTo>
                  <a:cubicBezTo>
                    <a:pt x="4404" y="19679"/>
                    <a:pt x="14" y="15289"/>
                    <a:pt x="14" y="9873"/>
                  </a:cubicBezTo>
                  <a:cubicBezTo>
                    <a:pt x="14" y="4458"/>
                    <a:pt x="4404" y="68"/>
                    <a:pt x="9819" y="68"/>
                  </a:cubicBezTo>
                  <a:close/>
                </a:path>
              </a:pathLst>
            </a:custGeom>
            <a:solidFill>
              <a:srgbClr val="6C63FF"/>
            </a:solidFill>
            <a:ln w="5763" cap="flat">
              <a:noFill/>
              <a:prstDash val="solid"/>
              <a:miter/>
            </a:ln>
          </p:spPr>
          <p:txBody>
            <a:bodyPr/>
            <a:lstStyle/>
            <a:p>
              <a:endParaRPr lang="el-GR"/>
            </a:p>
          </p:txBody>
        </p:sp>
      </p:grp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D96F3D8-4414-EFBB-97FA-71C1AD874243}"/>
              </a:ext>
            </a:extLst>
          </p:cNvPr>
          <p:cNvSpPr/>
          <p:nvPr/>
        </p:nvSpPr>
        <p:spPr>
          <a:xfrm>
            <a:off x="6096000" y="1422400"/>
            <a:ext cx="5740399" cy="5385555"/>
          </a:xfrm>
          <a:prstGeom prst="roundRect">
            <a:avLst>
              <a:gd name="adj" fmla="val 3931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sz="14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7029B1-B4ED-3E3B-CAD9-12430964F350}"/>
              </a:ext>
            </a:extLst>
          </p:cNvPr>
          <p:cNvSpPr txBox="1"/>
          <p:nvPr/>
        </p:nvSpPr>
        <p:spPr>
          <a:xfrm>
            <a:off x="7435874" y="1556263"/>
            <a:ext cx="2793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paradox of two zero’s</a:t>
            </a:r>
            <a:endParaRPr lang="el-GR" b="1" dirty="0"/>
          </a:p>
        </p:txBody>
      </p:sp>
      <p:graphicFrame>
        <p:nvGraphicFramePr>
          <p:cNvPr id="79" name="Table 78">
            <a:extLst>
              <a:ext uri="{FF2B5EF4-FFF2-40B4-BE49-F238E27FC236}">
                <a16:creationId xmlns:a16="http://schemas.microsoft.com/office/drawing/2014/main" id="{67D14A1D-6AB7-EE62-F01B-1A34A2EF101D}"/>
              </a:ext>
            </a:extLst>
          </p:cNvPr>
          <p:cNvGraphicFramePr>
            <a:graphicFrameLocks noGrp="1"/>
          </p:cNvGraphicFramePr>
          <p:nvPr/>
        </p:nvGraphicFramePr>
        <p:xfrm>
          <a:off x="6343259" y="2001511"/>
          <a:ext cx="2198872" cy="222504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198872">
                  <a:extLst>
                    <a:ext uri="{9D8B030D-6E8A-4147-A177-3AD203B41FA5}">
                      <a16:colId xmlns:a16="http://schemas.microsoft.com/office/drawing/2014/main" val="3147164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Open_acc_6m</a:t>
                      </a:r>
                      <a:endParaRPr lang="el-G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772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543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052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387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NaN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765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855439"/>
                  </a:ext>
                </a:extLst>
              </a:tr>
            </a:tbl>
          </a:graphicData>
        </a:graphic>
      </p:graphicFrame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83073BC3-A35B-915F-B925-3A40F6232E8D}"/>
              </a:ext>
            </a:extLst>
          </p:cNvPr>
          <p:cNvCxnSpPr/>
          <p:nvPr/>
        </p:nvCxnSpPr>
        <p:spPr>
          <a:xfrm>
            <a:off x="8680450" y="3114031"/>
            <a:ext cx="5524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aphicFrame>
        <p:nvGraphicFramePr>
          <p:cNvPr id="84" name="Table 83">
            <a:extLst>
              <a:ext uri="{FF2B5EF4-FFF2-40B4-BE49-F238E27FC236}">
                <a16:creationId xmlns:a16="http://schemas.microsoft.com/office/drawing/2014/main" id="{6E1CB906-BF8D-7D6B-5F65-00EA531837FC}"/>
              </a:ext>
            </a:extLst>
          </p:cNvPr>
          <p:cNvGraphicFramePr>
            <a:graphicFrameLocks noGrp="1"/>
          </p:cNvGraphicFramePr>
          <p:nvPr/>
        </p:nvGraphicFramePr>
        <p:xfrm>
          <a:off x="9406929" y="2006591"/>
          <a:ext cx="2198872" cy="2213601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198872">
                  <a:extLst>
                    <a:ext uri="{9D8B030D-6E8A-4147-A177-3AD203B41FA5}">
                      <a16:colId xmlns:a16="http://schemas.microsoft.com/office/drawing/2014/main" val="314716406"/>
                    </a:ext>
                  </a:extLst>
                </a:gridCol>
              </a:tblGrid>
              <a:tr h="359401">
                <a:tc>
                  <a:txBody>
                    <a:bodyPr/>
                    <a:lstStyle/>
                    <a:p>
                      <a:r>
                        <a:rPr lang="en-US" sz="1400" dirty="0"/>
                        <a:t>Open_acc_6m</a:t>
                      </a:r>
                      <a:endParaRPr lang="el-G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772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543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052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387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765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855439"/>
                  </a:ext>
                </a:extLst>
              </a:tr>
            </a:tbl>
          </a:graphicData>
        </a:graphic>
      </p:graphicFrame>
      <p:graphicFrame>
        <p:nvGraphicFramePr>
          <p:cNvPr id="85" name="Table 84">
            <a:extLst>
              <a:ext uri="{FF2B5EF4-FFF2-40B4-BE49-F238E27FC236}">
                <a16:creationId xmlns:a16="http://schemas.microsoft.com/office/drawing/2014/main" id="{EC83C53C-BF41-EE63-4940-D2187849E1BE}"/>
              </a:ext>
            </a:extLst>
          </p:cNvPr>
          <p:cNvGraphicFramePr>
            <a:graphicFrameLocks noGrp="1"/>
          </p:cNvGraphicFramePr>
          <p:nvPr/>
        </p:nvGraphicFramePr>
        <p:xfrm>
          <a:off x="6363583" y="4380303"/>
          <a:ext cx="2198872" cy="222504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198872">
                  <a:extLst>
                    <a:ext uri="{9D8B030D-6E8A-4147-A177-3AD203B41FA5}">
                      <a16:colId xmlns:a16="http://schemas.microsoft.com/office/drawing/2014/main" val="3147164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mths_since_last_delinq</a:t>
                      </a:r>
                      <a:endParaRPr lang="el-G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772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543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  <a:endParaRPr lang="el-G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052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387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NaN</a:t>
                      </a:r>
                      <a:endParaRPr lang="el-G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765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855439"/>
                  </a:ext>
                </a:extLst>
              </a:tr>
            </a:tbl>
          </a:graphicData>
        </a:graphic>
      </p:graphicFrame>
      <p:graphicFrame>
        <p:nvGraphicFramePr>
          <p:cNvPr id="86" name="Table 85">
            <a:extLst>
              <a:ext uri="{FF2B5EF4-FFF2-40B4-BE49-F238E27FC236}">
                <a16:creationId xmlns:a16="http://schemas.microsoft.com/office/drawing/2014/main" id="{F4D26FD0-4054-A2A3-71ED-29180244EB44}"/>
              </a:ext>
            </a:extLst>
          </p:cNvPr>
          <p:cNvGraphicFramePr>
            <a:graphicFrameLocks noGrp="1"/>
          </p:cNvGraphicFramePr>
          <p:nvPr/>
        </p:nvGraphicFramePr>
        <p:xfrm>
          <a:off x="13352407" y="4380303"/>
          <a:ext cx="2198872" cy="222504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198872">
                  <a:extLst>
                    <a:ext uri="{9D8B030D-6E8A-4147-A177-3AD203B41FA5}">
                      <a16:colId xmlns:a16="http://schemas.microsoft.com/office/drawing/2014/main" val="3147164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mths_since_last_delinq</a:t>
                      </a:r>
                      <a:endParaRPr lang="el-G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772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543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052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387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765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855439"/>
                  </a:ext>
                </a:extLst>
              </a:tr>
            </a:tbl>
          </a:graphicData>
        </a:graphic>
      </p:graphicFrame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4F6F6610-9B04-50B0-7B0E-27CD516D4F31}"/>
              </a:ext>
            </a:extLst>
          </p:cNvPr>
          <p:cNvCxnSpPr/>
          <p:nvPr/>
        </p:nvCxnSpPr>
        <p:spPr>
          <a:xfrm>
            <a:off x="8686800" y="5514331"/>
            <a:ext cx="5524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9A3BEFE-ED06-FD0C-55B4-BCEA9E74A345}"/>
              </a:ext>
            </a:extLst>
          </p:cNvPr>
          <p:cNvGraphicFramePr>
            <a:graphicFrameLocks noGrp="1"/>
          </p:cNvGraphicFramePr>
          <p:nvPr/>
        </p:nvGraphicFramePr>
        <p:xfrm>
          <a:off x="9369257" y="4387796"/>
          <a:ext cx="2301198" cy="2217545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174962">
                  <a:extLst>
                    <a:ext uri="{9D8B030D-6E8A-4147-A177-3AD203B41FA5}">
                      <a16:colId xmlns:a16="http://schemas.microsoft.com/office/drawing/2014/main" val="174905062"/>
                    </a:ext>
                  </a:extLst>
                </a:gridCol>
                <a:gridCol w="1126236">
                  <a:extLst>
                    <a:ext uri="{9D8B030D-6E8A-4147-A177-3AD203B41FA5}">
                      <a16:colId xmlns:a16="http://schemas.microsoft.com/office/drawing/2014/main" val="3989096877"/>
                    </a:ext>
                  </a:extLst>
                </a:gridCol>
              </a:tblGrid>
              <a:tr h="331995">
                <a:tc>
                  <a:txBody>
                    <a:bodyPr/>
                    <a:lstStyle/>
                    <a:p>
                      <a:r>
                        <a:rPr lang="en-US" sz="1400" dirty="0" err="1"/>
                        <a:t>mths_since</a:t>
                      </a:r>
                      <a:endParaRPr lang="el-G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was_NaN</a:t>
                      </a:r>
                      <a:endParaRPr lang="el-G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364784"/>
                  </a:ext>
                </a:extLst>
              </a:tr>
              <a:tr h="37711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7386730"/>
                  </a:ext>
                </a:extLst>
              </a:tr>
              <a:tr h="377110"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  <a:endParaRPr lang="el-G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  <a:endParaRPr lang="el-G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190415"/>
                  </a:ext>
                </a:extLst>
              </a:tr>
              <a:tr h="37711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4641444"/>
                  </a:ext>
                </a:extLst>
              </a:tr>
              <a:tr h="377110"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  <a:endParaRPr lang="el-G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  <a:endParaRPr lang="el-G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283666"/>
                  </a:ext>
                </a:extLst>
              </a:tr>
              <a:tr h="37711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16399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BA49E0C-3ABF-23B2-5D5F-FAB495920ED4}"/>
              </a:ext>
            </a:extLst>
          </p:cNvPr>
          <p:cNvSpPr/>
          <p:nvPr/>
        </p:nvSpPr>
        <p:spPr>
          <a:xfrm>
            <a:off x="-694267" y="-364067"/>
            <a:ext cx="13910734" cy="7992534"/>
          </a:xfrm>
          <a:prstGeom prst="rect">
            <a:avLst/>
          </a:prstGeom>
          <a:solidFill>
            <a:srgbClr val="000000">
              <a:alpha val="7607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5913E7-56A9-1571-CEBA-85D245BA67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6731" y="439731"/>
            <a:ext cx="5978539" cy="5978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011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38f73d0-4fb6-4120-a189-5db3378857e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39D56828638749BEAF6E14DAF8C9B9" ma:contentTypeVersion="16" ma:contentTypeDescription="Create a new document." ma:contentTypeScope="" ma:versionID="3c1bb17a23dfa9f50d651155b66d77ba">
  <xsd:schema xmlns:xsd="http://www.w3.org/2001/XMLSchema" xmlns:xs="http://www.w3.org/2001/XMLSchema" xmlns:p="http://schemas.microsoft.com/office/2006/metadata/properties" xmlns:ns3="938f73d0-4fb6-4120-a189-5db3378857ec" xmlns:ns4="8f8cb8e4-36ce-4ee4-b6df-d636dd3a5a08" targetNamespace="http://schemas.microsoft.com/office/2006/metadata/properties" ma:root="true" ma:fieldsID="f729d8177b25ca73dbfab0fc80e020d7" ns3:_="" ns4:_="">
    <xsd:import namespace="938f73d0-4fb6-4120-a189-5db3378857ec"/>
    <xsd:import namespace="8f8cb8e4-36ce-4ee4-b6df-d636dd3a5a0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8f73d0-4fb6-4120-a189-5db3378857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8cb8e4-36ce-4ee4-b6df-d636dd3a5a0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836B73B-7C67-4178-8FF2-931B5CB77944}">
  <ds:schemaRefs>
    <ds:schemaRef ds:uri="http://purl.org/dc/dcmitype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www.w3.org/XML/1998/namespace"/>
    <ds:schemaRef ds:uri="http://schemas.microsoft.com/office/2006/documentManagement/types"/>
    <ds:schemaRef ds:uri="8f8cb8e4-36ce-4ee4-b6df-d636dd3a5a08"/>
    <ds:schemaRef ds:uri="938f73d0-4fb6-4120-a189-5db3378857ec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A6D036BF-4C5E-4138-BE29-A18EA280C18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AD51953-A83D-41DC-B33F-9E565358F8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38f73d0-4fb6-4120-a189-5db3378857ec"/>
    <ds:schemaRef ds:uri="8f8cb8e4-36ce-4ee4-b6df-d636dd3a5a0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1101</TotalTime>
  <Words>933</Words>
  <Application>Microsoft Office PowerPoint</Application>
  <PresentationFormat>Ευρεία οθόνη</PresentationFormat>
  <Paragraphs>269</Paragraphs>
  <Slides>20</Slides>
  <Notes>2</Notes>
  <HiddenSlides>1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3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Παρουσίαση του PowerPoint</vt:lpstr>
      <vt:lpstr>Παρουσίαση του PowerPoint</vt:lpstr>
      <vt:lpstr>Exploratory Data Analysis (EDA)</vt:lpstr>
      <vt:lpstr>Exploratory Data Analysis (EDA) Charged-Off</vt:lpstr>
      <vt:lpstr>Παρουσίαση του PowerPoint</vt:lpstr>
      <vt:lpstr>Emp_length clustering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Final Results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Razmik Sargsyan</dc:creator>
  <cp:lastModifiedBy>Constantinos Papaandrea</cp:lastModifiedBy>
  <cp:revision>5</cp:revision>
  <dcterms:created xsi:type="dcterms:W3CDTF">2026-04-17T13:37:25Z</dcterms:created>
  <dcterms:modified xsi:type="dcterms:W3CDTF">2026-04-19T11:54:45Z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0x0101005139D56828638749BEAF6E14DAF8C9B9</vt:lpwstr>
  </property>
</Properties>
</file>